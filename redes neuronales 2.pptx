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57" r:id="rId3"/>
    <p:sldId id="429" r:id="rId4"/>
    <p:sldId id="446" r:id="rId5"/>
    <p:sldId id="447" r:id="rId6"/>
    <p:sldId id="448" r:id="rId7"/>
    <p:sldId id="449" r:id="rId8"/>
    <p:sldId id="451" r:id="rId9"/>
    <p:sldId id="450" r:id="rId10"/>
    <p:sldId id="452" r:id="rId11"/>
    <p:sldId id="431" r:id="rId12"/>
    <p:sldId id="453" r:id="rId13"/>
    <p:sldId id="454" r:id="rId14"/>
    <p:sldId id="458" r:id="rId15"/>
    <p:sldId id="459" r:id="rId16"/>
    <p:sldId id="460" r:id="rId17"/>
    <p:sldId id="461" r:id="rId18"/>
    <p:sldId id="462" r:id="rId19"/>
    <p:sldId id="463" r:id="rId20"/>
    <p:sldId id="464" r:id="rId21"/>
    <p:sldId id="443" r:id="rId22"/>
    <p:sldId id="444" r:id="rId23"/>
    <p:sldId id="434" r:id="rId24"/>
    <p:sldId id="435" r:id="rId25"/>
    <p:sldId id="436" r:id="rId26"/>
    <p:sldId id="437" r:id="rId27"/>
    <p:sldId id="441" r:id="rId28"/>
    <p:sldId id="455" r:id="rId29"/>
    <p:sldId id="456" r:id="rId30"/>
    <p:sldId id="457"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Andres Ulloa Quezada" initials="SAUQ" lastIdx="1" clrIdx="0">
    <p:extLst>
      <p:ext uri="{19B8F6BF-5375-455C-9EA6-DF929625EA0E}">
        <p15:presenceInfo xmlns:p15="http://schemas.microsoft.com/office/powerpoint/2012/main" userId="Sebastian Andres Ulloa Queza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4862"/>
    <a:srgbClr val="BF3F4A"/>
    <a:srgbClr val="7ED9D0"/>
    <a:srgbClr val="3B8DBF"/>
    <a:srgbClr val="2C3359"/>
    <a:srgbClr val="2B3EBA"/>
    <a:srgbClr val="F27D16"/>
    <a:srgbClr val="F2F2F2"/>
    <a:srgbClr val="54ACBF"/>
    <a:srgbClr val="395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C8391-C72B-4F47-82C5-B7A197CAD882}" v="65" dt="2022-06-11T14:03:10.95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650" autoAdjust="0"/>
    <p:restoredTop sz="94660"/>
  </p:normalViewPr>
  <p:slideViewPr>
    <p:cSldViewPr snapToGrid="0">
      <p:cViewPr varScale="1">
        <p:scale>
          <a:sx n="137" d="100"/>
          <a:sy n="137" d="100"/>
        </p:scale>
        <p:origin x="336" y="1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Andres Ulloa Quezada" userId="e3cba82caada5b63" providerId="LiveId" clId="{20DC8391-C72B-4F47-82C5-B7A197CAD882}"/>
    <pc:docChg chg="undo custSel addSld delSld modSld sldOrd modShowInfo">
      <pc:chgData name="Sebastian Andres Ulloa Quezada" userId="e3cba82caada5b63" providerId="LiveId" clId="{20DC8391-C72B-4F47-82C5-B7A197CAD882}" dt="2022-06-11T14:03:10.956" v="1144" actId="1076"/>
      <pc:docMkLst>
        <pc:docMk/>
      </pc:docMkLst>
      <pc:sldChg chg="modSp">
        <pc:chgData name="Sebastian Andres Ulloa Quezada" userId="e3cba82caada5b63" providerId="LiveId" clId="{20DC8391-C72B-4F47-82C5-B7A197CAD882}" dt="2022-06-10T06:06:31.133" v="629" actId="20577"/>
        <pc:sldMkLst>
          <pc:docMk/>
          <pc:sldMk cId="488143113" sldId="257"/>
        </pc:sldMkLst>
        <pc:spChg chg="mod">
          <ac:chgData name="Sebastian Andres Ulloa Quezada" userId="e3cba82caada5b63" providerId="LiveId" clId="{20DC8391-C72B-4F47-82C5-B7A197CAD882}" dt="2022-06-10T06:06:31.133" v="629" actId="20577"/>
          <ac:spMkLst>
            <pc:docMk/>
            <pc:sldMk cId="488143113" sldId="257"/>
            <ac:spMk id="4" creationId="{4827A918-39AC-44E7-8C06-EF719EF149C0}"/>
          </ac:spMkLst>
        </pc:spChg>
      </pc:sldChg>
      <pc:sldChg chg="add del">
        <pc:chgData name="Sebastian Andres Ulloa Quezada" userId="e3cba82caada5b63" providerId="LiveId" clId="{20DC8391-C72B-4F47-82C5-B7A197CAD882}" dt="2022-06-10T05:40:46.315" v="599" actId="47"/>
        <pc:sldMkLst>
          <pc:docMk/>
          <pc:sldMk cId="0" sldId="258"/>
        </pc:sldMkLst>
      </pc:sldChg>
      <pc:sldChg chg="del">
        <pc:chgData name="Sebastian Andres Ulloa Quezada" userId="e3cba82caada5b63" providerId="LiveId" clId="{20DC8391-C72B-4F47-82C5-B7A197CAD882}" dt="2022-06-10T04:24:51.487" v="0" actId="47"/>
        <pc:sldMkLst>
          <pc:docMk/>
          <pc:sldMk cId="4175873815" sldId="258"/>
        </pc:sldMkLst>
      </pc:sldChg>
      <pc:sldChg chg="del">
        <pc:chgData name="Sebastian Andres Ulloa Quezada" userId="e3cba82caada5b63" providerId="LiveId" clId="{20DC8391-C72B-4F47-82C5-B7A197CAD882}" dt="2022-06-11T03:38:05.375" v="694" actId="47"/>
        <pc:sldMkLst>
          <pc:docMk/>
          <pc:sldMk cId="3964055122" sldId="260"/>
        </pc:sldMkLst>
      </pc:sldChg>
      <pc:sldChg chg="modSp add del mod">
        <pc:chgData name="Sebastian Andres Ulloa Quezada" userId="e3cba82caada5b63" providerId="LiveId" clId="{20DC8391-C72B-4F47-82C5-B7A197CAD882}" dt="2022-06-10T05:40:35.748" v="598" actId="47"/>
        <pc:sldMkLst>
          <pc:docMk/>
          <pc:sldMk cId="0" sldId="271"/>
        </pc:sldMkLst>
        <pc:spChg chg="mod">
          <ac:chgData name="Sebastian Andres Ulloa Quezada" userId="e3cba82caada5b63" providerId="LiveId" clId="{20DC8391-C72B-4F47-82C5-B7A197CAD882}" dt="2022-06-10T05:29:19.060" v="597"/>
          <ac:spMkLst>
            <pc:docMk/>
            <pc:sldMk cId="0" sldId="271"/>
            <ac:spMk id="110594" creationId="{D79FEDDD-A7AC-FAAF-8663-754BC63A2F27}"/>
          </ac:spMkLst>
        </pc:spChg>
        <pc:spChg chg="mod">
          <ac:chgData name="Sebastian Andres Ulloa Quezada" userId="e3cba82caada5b63" providerId="LiveId" clId="{20DC8391-C72B-4F47-82C5-B7A197CAD882}" dt="2022-06-10T05:29:12.156" v="596" actId="20577"/>
          <ac:spMkLst>
            <pc:docMk/>
            <pc:sldMk cId="0" sldId="271"/>
            <ac:spMk id="110595" creationId="{EF38C52B-CA38-6113-8D05-2F8ED6FD9148}"/>
          </ac:spMkLst>
        </pc:spChg>
      </pc:sldChg>
      <pc:sldChg chg="del">
        <pc:chgData name="Sebastian Andres Ulloa Quezada" userId="e3cba82caada5b63" providerId="LiveId" clId="{20DC8391-C72B-4F47-82C5-B7A197CAD882}" dt="2022-06-10T04:24:51.487" v="0" actId="47"/>
        <pc:sldMkLst>
          <pc:docMk/>
          <pc:sldMk cId="1935118462" sldId="271"/>
        </pc:sldMkLst>
      </pc:sldChg>
      <pc:sldChg chg="add del">
        <pc:chgData name="Sebastian Andres Ulloa Quezada" userId="e3cba82caada5b63" providerId="LiveId" clId="{20DC8391-C72B-4F47-82C5-B7A197CAD882}" dt="2022-06-10T05:40:35.748" v="598" actId="47"/>
        <pc:sldMkLst>
          <pc:docMk/>
          <pc:sldMk cId="0" sldId="272"/>
        </pc:sldMkLst>
      </pc:sldChg>
      <pc:sldChg chg="add del">
        <pc:chgData name="Sebastian Andres Ulloa Quezada" userId="e3cba82caada5b63" providerId="LiveId" clId="{20DC8391-C72B-4F47-82C5-B7A197CAD882}" dt="2022-06-10T05:40:35.748" v="598" actId="47"/>
        <pc:sldMkLst>
          <pc:docMk/>
          <pc:sldMk cId="0" sldId="273"/>
        </pc:sldMkLst>
      </pc:sldChg>
      <pc:sldChg chg="add del">
        <pc:chgData name="Sebastian Andres Ulloa Quezada" userId="e3cba82caada5b63" providerId="LiveId" clId="{20DC8391-C72B-4F47-82C5-B7A197CAD882}" dt="2022-06-10T05:40:35.748" v="598" actId="47"/>
        <pc:sldMkLst>
          <pc:docMk/>
          <pc:sldMk cId="0" sldId="274"/>
        </pc:sldMkLst>
      </pc:sldChg>
      <pc:sldChg chg="add del">
        <pc:chgData name="Sebastian Andres Ulloa Quezada" userId="e3cba82caada5b63" providerId="LiveId" clId="{20DC8391-C72B-4F47-82C5-B7A197CAD882}" dt="2022-06-10T05:40:48.614" v="600" actId="47"/>
        <pc:sldMkLst>
          <pc:docMk/>
          <pc:sldMk cId="0" sldId="275"/>
        </pc:sldMkLst>
      </pc:sldChg>
      <pc:sldChg chg="modSp add del mod">
        <pc:chgData name="Sebastian Andres Ulloa Quezada" userId="e3cba82caada5b63" providerId="LiveId" clId="{20DC8391-C72B-4F47-82C5-B7A197CAD882}" dt="2022-06-11T04:16:55.155" v="982" actId="47"/>
        <pc:sldMkLst>
          <pc:docMk/>
          <pc:sldMk cId="0" sldId="282"/>
        </pc:sldMkLst>
        <pc:spChg chg="mod">
          <ac:chgData name="Sebastian Andres Ulloa Quezada" userId="e3cba82caada5b63" providerId="LiveId" clId="{20DC8391-C72B-4F47-82C5-B7A197CAD882}" dt="2022-06-11T03:01:32.586" v="655" actId="108"/>
          <ac:spMkLst>
            <pc:docMk/>
            <pc:sldMk cId="0" sldId="282"/>
            <ac:spMk id="123906" creationId="{1557B7AA-1EB0-4D21-11FA-8D4B505B594D}"/>
          </ac:spMkLst>
        </pc:spChg>
        <pc:spChg chg="mod">
          <ac:chgData name="Sebastian Andres Ulloa Quezada" userId="e3cba82caada5b63" providerId="LiveId" clId="{20DC8391-C72B-4F47-82C5-B7A197CAD882}" dt="2022-06-11T03:01:37.762" v="656" actId="2711"/>
          <ac:spMkLst>
            <pc:docMk/>
            <pc:sldMk cId="0" sldId="282"/>
            <ac:spMk id="123907" creationId="{8D001BD7-6EFE-F9BB-AEAD-6AD48BFAD34F}"/>
          </ac:spMkLst>
        </pc:spChg>
      </pc:sldChg>
      <pc:sldChg chg="del">
        <pc:chgData name="Sebastian Andres Ulloa Quezada" userId="e3cba82caada5b63" providerId="LiveId" clId="{20DC8391-C72B-4F47-82C5-B7A197CAD882}" dt="2022-06-10T04:24:51.487" v="0" actId="47"/>
        <pc:sldMkLst>
          <pc:docMk/>
          <pc:sldMk cId="200280895" sldId="282"/>
        </pc:sldMkLst>
      </pc:sldChg>
      <pc:sldChg chg="del">
        <pc:chgData name="Sebastian Andres Ulloa Quezada" userId="e3cba82caada5b63" providerId="LiveId" clId="{20DC8391-C72B-4F47-82C5-B7A197CAD882}" dt="2022-06-10T04:24:51.487" v="0" actId="47"/>
        <pc:sldMkLst>
          <pc:docMk/>
          <pc:sldMk cId="3948713529" sldId="284"/>
        </pc:sldMkLst>
      </pc:sldChg>
      <pc:sldChg chg="del">
        <pc:chgData name="Sebastian Andres Ulloa Quezada" userId="e3cba82caada5b63" providerId="LiveId" clId="{20DC8391-C72B-4F47-82C5-B7A197CAD882}" dt="2022-06-10T04:24:51.487" v="0" actId="47"/>
        <pc:sldMkLst>
          <pc:docMk/>
          <pc:sldMk cId="871214750" sldId="285"/>
        </pc:sldMkLst>
      </pc:sldChg>
      <pc:sldChg chg="del">
        <pc:chgData name="Sebastian Andres Ulloa Quezada" userId="e3cba82caada5b63" providerId="LiveId" clId="{20DC8391-C72B-4F47-82C5-B7A197CAD882}" dt="2022-06-10T04:24:51.487" v="0" actId="47"/>
        <pc:sldMkLst>
          <pc:docMk/>
          <pc:sldMk cId="3964164581" sldId="286"/>
        </pc:sldMkLst>
      </pc:sldChg>
      <pc:sldChg chg="del">
        <pc:chgData name="Sebastian Andres Ulloa Quezada" userId="e3cba82caada5b63" providerId="LiveId" clId="{20DC8391-C72B-4F47-82C5-B7A197CAD882}" dt="2022-06-10T04:24:51.487" v="0" actId="47"/>
        <pc:sldMkLst>
          <pc:docMk/>
          <pc:sldMk cId="1734094738" sldId="289"/>
        </pc:sldMkLst>
      </pc:sldChg>
      <pc:sldChg chg="del">
        <pc:chgData name="Sebastian Andres Ulloa Quezada" userId="e3cba82caada5b63" providerId="LiveId" clId="{20DC8391-C72B-4F47-82C5-B7A197CAD882}" dt="2022-06-10T04:24:51.487" v="0" actId="47"/>
        <pc:sldMkLst>
          <pc:docMk/>
          <pc:sldMk cId="3797803775" sldId="290"/>
        </pc:sldMkLst>
      </pc:sldChg>
      <pc:sldChg chg="del">
        <pc:chgData name="Sebastian Andres Ulloa Quezada" userId="e3cba82caada5b63" providerId="LiveId" clId="{20DC8391-C72B-4F47-82C5-B7A197CAD882}" dt="2022-06-10T04:24:51.487" v="0" actId="47"/>
        <pc:sldMkLst>
          <pc:docMk/>
          <pc:sldMk cId="875865097" sldId="291"/>
        </pc:sldMkLst>
      </pc:sldChg>
      <pc:sldChg chg="del">
        <pc:chgData name="Sebastian Andres Ulloa Quezada" userId="e3cba82caada5b63" providerId="LiveId" clId="{20DC8391-C72B-4F47-82C5-B7A197CAD882}" dt="2022-06-10T04:24:51.487" v="0" actId="47"/>
        <pc:sldMkLst>
          <pc:docMk/>
          <pc:sldMk cId="3444234436" sldId="293"/>
        </pc:sldMkLst>
      </pc:sldChg>
      <pc:sldChg chg="del">
        <pc:chgData name="Sebastian Andres Ulloa Quezada" userId="e3cba82caada5b63" providerId="LiveId" clId="{20DC8391-C72B-4F47-82C5-B7A197CAD882}" dt="2022-06-10T04:24:51.487" v="0" actId="47"/>
        <pc:sldMkLst>
          <pc:docMk/>
          <pc:sldMk cId="2393057195" sldId="303"/>
        </pc:sldMkLst>
      </pc:sldChg>
      <pc:sldChg chg="del">
        <pc:chgData name="Sebastian Andres Ulloa Quezada" userId="e3cba82caada5b63" providerId="LiveId" clId="{20DC8391-C72B-4F47-82C5-B7A197CAD882}" dt="2022-06-10T04:24:51.487" v="0" actId="47"/>
        <pc:sldMkLst>
          <pc:docMk/>
          <pc:sldMk cId="3679128967" sldId="309"/>
        </pc:sldMkLst>
      </pc:sldChg>
      <pc:sldChg chg="del">
        <pc:chgData name="Sebastian Andres Ulloa Quezada" userId="e3cba82caada5b63" providerId="LiveId" clId="{20DC8391-C72B-4F47-82C5-B7A197CAD882}" dt="2022-06-10T04:24:51.487" v="0" actId="47"/>
        <pc:sldMkLst>
          <pc:docMk/>
          <pc:sldMk cId="2090766893" sldId="319"/>
        </pc:sldMkLst>
      </pc:sldChg>
      <pc:sldChg chg="del">
        <pc:chgData name="Sebastian Andres Ulloa Quezada" userId="e3cba82caada5b63" providerId="LiveId" clId="{20DC8391-C72B-4F47-82C5-B7A197CAD882}" dt="2022-06-10T04:24:51.487" v="0" actId="47"/>
        <pc:sldMkLst>
          <pc:docMk/>
          <pc:sldMk cId="3759849020" sldId="321"/>
        </pc:sldMkLst>
      </pc:sldChg>
      <pc:sldChg chg="del">
        <pc:chgData name="Sebastian Andres Ulloa Quezada" userId="e3cba82caada5b63" providerId="LiveId" clId="{20DC8391-C72B-4F47-82C5-B7A197CAD882}" dt="2022-06-10T04:24:51.487" v="0" actId="47"/>
        <pc:sldMkLst>
          <pc:docMk/>
          <pc:sldMk cId="161607462" sldId="418"/>
        </pc:sldMkLst>
      </pc:sldChg>
      <pc:sldChg chg="del">
        <pc:chgData name="Sebastian Andres Ulloa Quezada" userId="e3cba82caada5b63" providerId="LiveId" clId="{20DC8391-C72B-4F47-82C5-B7A197CAD882}" dt="2022-06-10T04:24:51.487" v="0" actId="47"/>
        <pc:sldMkLst>
          <pc:docMk/>
          <pc:sldMk cId="705962207" sldId="425"/>
        </pc:sldMkLst>
      </pc:sldChg>
      <pc:sldChg chg="del">
        <pc:chgData name="Sebastian Andres Ulloa Quezada" userId="e3cba82caada5b63" providerId="LiveId" clId="{20DC8391-C72B-4F47-82C5-B7A197CAD882}" dt="2022-06-10T04:24:51.487" v="0" actId="47"/>
        <pc:sldMkLst>
          <pc:docMk/>
          <pc:sldMk cId="840424024" sldId="426"/>
        </pc:sldMkLst>
      </pc:sldChg>
      <pc:sldChg chg="del">
        <pc:chgData name="Sebastian Andres Ulloa Quezada" userId="e3cba82caada5b63" providerId="LiveId" clId="{20DC8391-C72B-4F47-82C5-B7A197CAD882}" dt="2022-06-10T04:24:51.487" v="0" actId="47"/>
        <pc:sldMkLst>
          <pc:docMk/>
          <pc:sldMk cId="1775330779" sldId="427"/>
        </pc:sldMkLst>
      </pc:sldChg>
      <pc:sldChg chg="del">
        <pc:chgData name="Sebastian Andres Ulloa Quezada" userId="e3cba82caada5b63" providerId="LiveId" clId="{20DC8391-C72B-4F47-82C5-B7A197CAD882}" dt="2022-06-11T02:56:38.816" v="632" actId="47"/>
        <pc:sldMkLst>
          <pc:docMk/>
          <pc:sldMk cId="855098616" sldId="428"/>
        </pc:sldMkLst>
      </pc:sldChg>
      <pc:sldChg chg="del">
        <pc:chgData name="Sebastian Andres Ulloa Quezada" userId="e3cba82caada5b63" providerId="LiveId" clId="{20DC8391-C72B-4F47-82C5-B7A197CAD882}" dt="2022-06-10T04:24:51.487" v="0" actId="47"/>
        <pc:sldMkLst>
          <pc:docMk/>
          <pc:sldMk cId="259158709" sldId="429"/>
        </pc:sldMkLst>
      </pc:sldChg>
      <pc:sldChg chg="addSp delSp modSp new mod">
        <pc:chgData name="Sebastian Andres Ulloa Quezada" userId="e3cba82caada5b63" providerId="LiveId" clId="{20DC8391-C72B-4F47-82C5-B7A197CAD882}" dt="2022-06-10T04:42:16.914" v="7" actId="1076"/>
        <pc:sldMkLst>
          <pc:docMk/>
          <pc:sldMk cId="739286344" sldId="429"/>
        </pc:sldMkLst>
        <pc:spChg chg="del">
          <ac:chgData name="Sebastian Andres Ulloa Quezada" userId="e3cba82caada5b63" providerId="LiveId" clId="{20DC8391-C72B-4F47-82C5-B7A197CAD882}" dt="2022-06-10T04:42:12.210" v="3" actId="478"/>
          <ac:spMkLst>
            <pc:docMk/>
            <pc:sldMk cId="739286344" sldId="429"/>
            <ac:spMk id="2" creationId="{41CAB557-EFA3-1EB3-DD63-A591B1493AA5}"/>
          </ac:spMkLst>
        </pc:spChg>
        <pc:spChg chg="del">
          <ac:chgData name="Sebastian Andres Ulloa Quezada" userId="e3cba82caada5b63" providerId="LiveId" clId="{20DC8391-C72B-4F47-82C5-B7A197CAD882}" dt="2022-06-10T04:42:11.243" v="2" actId="478"/>
          <ac:spMkLst>
            <pc:docMk/>
            <pc:sldMk cId="739286344" sldId="429"/>
            <ac:spMk id="3" creationId="{7EEB96A0-660E-4006-C5BF-BC8501490EB2}"/>
          </ac:spMkLst>
        </pc:spChg>
        <pc:picChg chg="add mod">
          <ac:chgData name="Sebastian Andres Ulloa Quezada" userId="e3cba82caada5b63" providerId="LiveId" clId="{20DC8391-C72B-4F47-82C5-B7A197CAD882}" dt="2022-06-10T04:42:16.914" v="7" actId="1076"/>
          <ac:picMkLst>
            <pc:docMk/>
            <pc:sldMk cId="739286344" sldId="429"/>
            <ac:picMk id="4" creationId="{FEAAB539-42E6-B1D0-542F-0D0C4315F0B3}"/>
          </ac:picMkLst>
        </pc:picChg>
      </pc:sldChg>
      <pc:sldChg chg="addSp delSp modSp new del mod">
        <pc:chgData name="Sebastian Andres Ulloa Quezada" userId="e3cba82caada5b63" providerId="LiveId" clId="{20DC8391-C72B-4F47-82C5-B7A197CAD882}" dt="2022-06-11T03:40:45.814" v="702" actId="47"/>
        <pc:sldMkLst>
          <pc:docMk/>
          <pc:sldMk cId="1389655903" sldId="430"/>
        </pc:sldMkLst>
        <pc:spChg chg="del">
          <ac:chgData name="Sebastian Andres Ulloa Quezada" userId="e3cba82caada5b63" providerId="LiveId" clId="{20DC8391-C72B-4F47-82C5-B7A197CAD882}" dt="2022-06-10T04:48:17.879" v="10" actId="478"/>
          <ac:spMkLst>
            <pc:docMk/>
            <pc:sldMk cId="1389655903" sldId="430"/>
            <ac:spMk id="2" creationId="{CAF4D99C-2538-F07F-B596-9FF954A0DB83}"/>
          </ac:spMkLst>
        </pc:spChg>
        <pc:spChg chg="del">
          <ac:chgData name="Sebastian Andres Ulloa Quezada" userId="e3cba82caada5b63" providerId="LiveId" clId="{20DC8391-C72B-4F47-82C5-B7A197CAD882}" dt="2022-06-10T04:48:15.734" v="9" actId="478"/>
          <ac:spMkLst>
            <pc:docMk/>
            <pc:sldMk cId="1389655903" sldId="430"/>
            <ac:spMk id="3" creationId="{1E43F1C3-0E1D-9E60-CD7D-A12DAC2A9041}"/>
          </ac:spMkLst>
        </pc:spChg>
        <pc:spChg chg="add mod">
          <ac:chgData name="Sebastian Andres Ulloa Quezada" userId="e3cba82caada5b63" providerId="LiveId" clId="{20DC8391-C72B-4F47-82C5-B7A197CAD882}" dt="2022-06-10T04:53:00.159" v="53" actId="1076"/>
          <ac:spMkLst>
            <pc:docMk/>
            <pc:sldMk cId="1389655903" sldId="430"/>
            <ac:spMk id="5" creationId="{560D0563-3788-96D1-0BF4-0ADA6301195F}"/>
          </ac:spMkLst>
        </pc:spChg>
        <pc:picChg chg="add mod">
          <ac:chgData name="Sebastian Andres Ulloa Quezada" userId="e3cba82caada5b63" providerId="LiveId" clId="{20DC8391-C72B-4F47-82C5-B7A197CAD882}" dt="2022-06-10T04:50:57.123" v="16" actId="1076"/>
          <ac:picMkLst>
            <pc:docMk/>
            <pc:sldMk cId="1389655903" sldId="430"/>
            <ac:picMk id="4" creationId="{11C348F3-FD97-098D-E565-AFC814BF9BB2}"/>
          </ac:picMkLst>
        </pc:picChg>
      </pc:sldChg>
      <pc:sldChg chg="del">
        <pc:chgData name="Sebastian Andres Ulloa Quezada" userId="e3cba82caada5b63" providerId="LiveId" clId="{20DC8391-C72B-4F47-82C5-B7A197CAD882}" dt="2022-06-10T04:24:51.487" v="0" actId="47"/>
        <pc:sldMkLst>
          <pc:docMk/>
          <pc:sldMk cId="4281779281" sldId="430"/>
        </pc:sldMkLst>
      </pc:sldChg>
      <pc:sldChg chg="addSp delSp modSp new mod ord">
        <pc:chgData name="Sebastian Andres Ulloa Quezada" userId="e3cba82caada5b63" providerId="LiveId" clId="{20DC8391-C72B-4F47-82C5-B7A197CAD882}" dt="2022-06-11T04:14:37.639" v="978"/>
        <pc:sldMkLst>
          <pc:docMk/>
          <pc:sldMk cId="1699055954" sldId="431"/>
        </pc:sldMkLst>
        <pc:spChg chg="del">
          <ac:chgData name="Sebastian Andres Ulloa Quezada" userId="e3cba82caada5b63" providerId="LiveId" clId="{20DC8391-C72B-4F47-82C5-B7A197CAD882}" dt="2022-06-10T04:51:03.496" v="19" actId="478"/>
          <ac:spMkLst>
            <pc:docMk/>
            <pc:sldMk cId="1699055954" sldId="431"/>
            <ac:spMk id="2" creationId="{EA29E031-F6AD-370A-8CCB-86B20FEFF2A2}"/>
          </ac:spMkLst>
        </pc:spChg>
        <pc:spChg chg="del">
          <ac:chgData name="Sebastian Andres Ulloa Quezada" userId="e3cba82caada5b63" providerId="LiveId" clId="{20DC8391-C72B-4F47-82C5-B7A197CAD882}" dt="2022-06-10T04:51:02.024" v="18" actId="478"/>
          <ac:spMkLst>
            <pc:docMk/>
            <pc:sldMk cId="1699055954" sldId="431"/>
            <ac:spMk id="3" creationId="{AB5D4F3A-F1F2-DA18-1498-6BA12F155EAA}"/>
          </ac:spMkLst>
        </pc:spChg>
        <pc:spChg chg="add mod">
          <ac:chgData name="Sebastian Andres Ulloa Quezada" userId="e3cba82caada5b63" providerId="LiveId" clId="{20DC8391-C72B-4F47-82C5-B7A197CAD882}" dt="2022-06-10T04:53:07.927" v="55" actId="1076"/>
          <ac:spMkLst>
            <pc:docMk/>
            <pc:sldMk cId="1699055954" sldId="431"/>
            <ac:spMk id="6" creationId="{811ED34A-4A5D-A628-8E3A-5C9625011612}"/>
          </ac:spMkLst>
        </pc:spChg>
        <pc:picChg chg="add del mod">
          <ac:chgData name="Sebastian Andres Ulloa Quezada" userId="e3cba82caada5b63" providerId="LiveId" clId="{20DC8391-C72B-4F47-82C5-B7A197CAD882}" dt="2022-06-10T05:01:49.439" v="336" actId="478"/>
          <ac:picMkLst>
            <pc:docMk/>
            <pc:sldMk cId="1699055954" sldId="431"/>
            <ac:picMk id="5" creationId="{8016F729-DF9B-9480-F316-9917D674FB4A}"/>
          </ac:picMkLst>
        </pc:picChg>
        <pc:picChg chg="add">
          <ac:chgData name="Sebastian Andres Ulloa Quezada" userId="e3cba82caada5b63" providerId="LiveId" clId="{20DC8391-C72B-4F47-82C5-B7A197CAD882}" dt="2022-06-10T05:01:50.078" v="337" actId="22"/>
          <ac:picMkLst>
            <pc:docMk/>
            <pc:sldMk cId="1699055954" sldId="431"/>
            <ac:picMk id="8" creationId="{B311BD3D-914E-AAAC-017F-0C08342BAB60}"/>
          </ac:picMkLst>
        </pc:picChg>
      </pc:sldChg>
      <pc:sldChg chg="addSp delSp modSp new del mod">
        <pc:chgData name="Sebastian Andres Ulloa Quezada" userId="e3cba82caada5b63" providerId="LiveId" clId="{20DC8391-C72B-4F47-82C5-B7A197CAD882}" dt="2022-06-11T04:15:03.781" v="980" actId="47"/>
        <pc:sldMkLst>
          <pc:docMk/>
          <pc:sldMk cId="2651313624" sldId="432"/>
        </pc:sldMkLst>
        <pc:spChg chg="del">
          <ac:chgData name="Sebastian Andres Ulloa Quezada" userId="e3cba82caada5b63" providerId="LiveId" clId="{20DC8391-C72B-4F47-82C5-B7A197CAD882}" dt="2022-06-10T04:53:15.788" v="58" actId="478"/>
          <ac:spMkLst>
            <pc:docMk/>
            <pc:sldMk cId="2651313624" sldId="432"/>
            <ac:spMk id="2" creationId="{44194405-C517-A718-DEC2-88D40BF9DBEB}"/>
          </ac:spMkLst>
        </pc:spChg>
        <pc:spChg chg="mod">
          <ac:chgData name="Sebastian Andres Ulloa Quezada" userId="e3cba82caada5b63" providerId="LiveId" clId="{20DC8391-C72B-4F47-82C5-B7A197CAD882}" dt="2022-06-10T04:54:24.687" v="72" actId="123"/>
          <ac:spMkLst>
            <pc:docMk/>
            <pc:sldMk cId="2651313624" sldId="432"/>
            <ac:spMk id="3" creationId="{ED639268-110A-0EF8-B1AB-41ADDA42A119}"/>
          </ac:spMkLst>
        </pc:spChg>
        <pc:spChg chg="add mod">
          <ac:chgData name="Sebastian Andres Ulloa Quezada" userId="e3cba82caada5b63" providerId="LiveId" clId="{20DC8391-C72B-4F47-82C5-B7A197CAD882}" dt="2022-06-10T04:53:23.705" v="60" actId="1076"/>
          <ac:spMkLst>
            <pc:docMk/>
            <pc:sldMk cId="2651313624" sldId="432"/>
            <ac:spMk id="4" creationId="{7E2D982D-1A0C-F070-84F5-8E26F6BF61A7}"/>
          </ac:spMkLst>
        </pc:spChg>
        <pc:picChg chg="add mod">
          <ac:chgData name="Sebastian Andres Ulloa Quezada" userId="e3cba82caada5b63" providerId="LiveId" clId="{20DC8391-C72B-4F47-82C5-B7A197CAD882}" dt="2022-06-10T04:54:31.418" v="75" actId="1076"/>
          <ac:picMkLst>
            <pc:docMk/>
            <pc:sldMk cId="2651313624" sldId="432"/>
            <ac:picMk id="1026" creationId="{22EB9A17-51C5-F575-22AF-F4B777596E9C}"/>
          </ac:picMkLst>
        </pc:picChg>
      </pc:sldChg>
      <pc:sldChg chg="del">
        <pc:chgData name="Sebastian Andres Ulloa Quezada" userId="e3cba82caada5b63" providerId="LiveId" clId="{20DC8391-C72B-4F47-82C5-B7A197CAD882}" dt="2022-06-10T04:24:51.487" v="0" actId="47"/>
        <pc:sldMkLst>
          <pc:docMk/>
          <pc:sldMk cId="2703758514" sldId="432"/>
        </pc:sldMkLst>
      </pc:sldChg>
      <pc:sldChg chg="addSp delSp modSp new del mod">
        <pc:chgData name="Sebastian Andres Ulloa Quezada" userId="e3cba82caada5b63" providerId="LiveId" clId="{20DC8391-C72B-4F47-82C5-B7A197CAD882}" dt="2022-06-11T04:15:11.222" v="981" actId="47"/>
        <pc:sldMkLst>
          <pc:docMk/>
          <pc:sldMk cId="94778601" sldId="433"/>
        </pc:sldMkLst>
        <pc:spChg chg="del">
          <ac:chgData name="Sebastian Andres Ulloa Quezada" userId="e3cba82caada5b63" providerId="LiveId" clId="{20DC8391-C72B-4F47-82C5-B7A197CAD882}" dt="2022-06-10T04:54:59.018" v="78" actId="478"/>
          <ac:spMkLst>
            <pc:docMk/>
            <pc:sldMk cId="94778601" sldId="433"/>
            <ac:spMk id="2" creationId="{4DD9FC8F-65C5-D4DA-4F4D-B89EB4664915}"/>
          </ac:spMkLst>
        </pc:spChg>
        <pc:spChg chg="del mod">
          <ac:chgData name="Sebastian Andres Ulloa Quezada" userId="e3cba82caada5b63" providerId="LiveId" clId="{20DC8391-C72B-4F47-82C5-B7A197CAD882}" dt="2022-06-10T04:55:54.244" v="98" actId="478"/>
          <ac:spMkLst>
            <pc:docMk/>
            <pc:sldMk cId="94778601" sldId="433"/>
            <ac:spMk id="3" creationId="{EC026FF6-38DB-8F19-9064-E221F455841F}"/>
          </ac:spMkLst>
        </pc:spChg>
        <pc:spChg chg="add del mod">
          <ac:chgData name="Sebastian Andres Ulloa Quezada" userId="e3cba82caada5b63" providerId="LiveId" clId="{20DC8391-C72B-4F47-82C5-B7A197CAD882}" dt="2022-06-10T04:55:55.694" v="99" actId="478"/>
          <ac:spMkLst>
            <pc:docMk/>
            <pc:sldMk cId="94778601" sldId="433"/>
            <ac:spMk id="5" creationId="{118F1CFC-F6E8-3FF6-CCA7-869AEB398486}"/>
          </ac:spMkLst>
        </pc:spChg>
        <pc:picChg chg="add mod modCrop">
          <ac:chgData name="Sebastian Andres Ulloa Quezada" userId="e3cba82caada5b63" providerId="LiveId" clId="{20DC8391-C72B-4F47-82C5-B7A197CAD882}" dt="2022-06-10T05:02:25.574" v="343" actId="732"/>
          <ac:picMkLst>
            <pc:docMk/>
            <pc:sldMk cId="94778601" sldId="433"/>
            <ac:picMk id="7" creationId="{ECC58778-3DB9-431C-31EB-578C99F00D28}"/>
          </ac:picMkLst>
        </pc:picChg>
        <pc:picChg chg="add del mod">
          <ac:chgData name="Sebastian Andres Ulloa Quezada" userId="e3cba82caada5b63" providerId="LiveId" clId="{20DC8391-C72B-4F47-82C5-B7A197CAD882}" dt="2022-06-10T05:02:14.133" v="338" actId="478"/>
          <ac:picMkLst>
            <pc:docMk/>
            <pc:sldMk cId="94778601" sldId="433"/>
            <ac:picMk id="2050" creationId="{9B562075-C2AE-62FF-3B7C-98FDD3A9D452}"/>
          </ac:picMkLst>
        </pc:picChg>
      </pc:sldChg>
      <pc:sldChg chg="del">
        <pc:chgData name="Sebastian Andres Ulloa Quezada" userId="e3cba82caada5b63" providerId="LiveId" clId="{20DC8391-C72B-4F47-82C5-B7A197CAD882}" dt="2022-06-10T04:24:51.487" v="0" actId="47"/>
        <pc:sldMkLst>
          <pc:docMk/>
          <pc:sldMk cId="3425239714" sldId="433"/>
        </pc:sldMkLst>
      </pc:sldChg>
      <pc:sldChg chg="del">
        <pc:chgData name="Sebastian Andres Ulloa Quezada" userId="e3cba82caada5b63" providerId="LiveId" clId="{20DC8391-C72B-4F47-82C5-B7A197CAD882}" dt="2022-06-10T04:24:51.487" v="0" actId="47"/>
        <pc:sldMkLst>
          <pc:docMk/>
          <pc:sldMk cId="1609475621" sldId="434"/>
        </pc:sldMkLst>
      </pc:sldChg>
      <pc:sldChg chg="addSp delSp modSp new del mod">
        <pc:chgData name="Sebastian Andres Ulloa Quezada" userId="e3cba82caada5b63" providerId="LiveId" clId="{20DC8391-C72B-4F47-82C5-B7A197CAD882}" dt="2022-06-10T05:06:33.052" v="406" actId="47"/>
        <pc:sldMkLst>
          <pc:docMk/>
          <pc:sldMk cId="2555340623" sldId="434"/>
        </pc:sldMkLst>
        <pc:spChg chg="mod">
          <ac:chgData name="Sebastian Andres Ulloa Quezada" userId="e3cba82caada5b63" providerId="LiveId" clId="{20DC8391-C72B-4F47-82C5-B7A197CAD882}" dt="2022-06-10T05:03:01.863" v="390" actId="20577"/>
          <ac:spMkLst>
            <pc:docMk/>
            <pc:sldMk cId="2555340623" sldId="434"/>
            <ac:spMk id="2" creationId="{70B9DE1A-CDC4-0B94-DB2C-B077D53BAE5A}"/>
          </ac:spMkLst>
        </pc:spChg>
        <pc:spChg chg="del mod">
          <ac:chgData name="Sebastian Andres Ulloa Quezada" userId="e3cba82caada5b63" providerId="LiveId" clId="{20DC8391-C72B-4F47-82C5-B7A197CAD882}" dt="2022-06-10T04:58:16.397" v="330" actId="478"/>
          <ac:spMkLst>
            <pc:docMk/>
            <pc:sldMk cId="2555340623" sldId="434"/>
            <ac:spMk id="3" creationId="{504067C1-424F-1784-23C6-4976125EA2A1}"/>
          </ac:spMkLst>
        </pc:spChg>
        <pc:spChg chg="add del mod">
          <ac:chgData name="Sebastian Andres Ulloa Quezada" userId="e3cba82caada5b63" providerId="LiveId" clId="{20DC8391-C72B-4F47-82C5-B7A197CAD882}" dt="2022-06-10T04:58:25.316" v="333" actId="478"/>
          <ac:spMkLst>
            <pc:docMk/>
            <pc:sldMk cId="2555340623" sldId="434"/>
            <ac:spMk id="5" creationId="{0058539A-51C7-0843-7DE2-3DBD29BCAED0}"/>
          </ac:spMkLst>
        </pc:spChg>
        <pc:picChg chg="add del">
          <ac:chgData name="Sebastian Andres Ulloa Quezada" userId="e3cba82caada5b63" providerId="LiveId" clId="{20DC8391-C72B-4F47-82C5-B7A197CAD882}" dt="2022-06-10T04:58:18.063" v="332" actId="22"/>
          <ac:picMkLst>
            <pc:docMk/>
            <pc:sldMk cId="2555340623" sldId="434"/>
            <ac:picMk id="7" creationId="{C2E14F79-AFC5-1DFC-869E-A163958A8010}"/>
          </ac:picMkLst>
        </pc:picChg>
        <pc:picChg chg="add del">
          <ac:chgData name="Sebastian Andres Ulloa Quezada" userId="e3cba82caada5b63" providerId="LiveId" clId="{20DC8391-C72B-4F47-82C5-B7A197CAD882}" dt="2022-06-10T04:58:26.613" v="335" actId="22"/>
          <ac:picMkLst>
            <pc:docMk/>
            <pc:sldMk cId="2555340623" sldId="434"/>
            <ac:picMk id="9" creationId="{0B61CAC8-C875-03DD-EA02-36320C3E5DE3}"/>
          </ac:picMkLst>
        </pc:picChg>
        <pc:picChg chg="add mod">
          <ac:chgData name="Sebastian Andres Ulloa Quezada" userId="e3cba82caada5b63" providerId="LiveId" clId="{20DC8391-C72B-4F47-82C5-B7A197CAD882}" dt="2022-06-10T05:03:04.636" v="392" actId="1076"/>
          <ac:picMkLst>
            <pc:docMk/>
            <pc:sldMk cId="2555340623" sldId="434"/>
            <ac:picMk id="11" creationId="{689B83E8-FAF2-1029-C35B-E5A7210E15C9}"/>
          </ac:picMkLst>
        </pc:picChg>
      </pc:sldChg>
      <pc:sldChg chg="addSp modSp new mod">
        <pc:chgData name="Sebastian Andres Ulloa Quezada" userId="e3cba82caada5b63" providerId="LiveId" clId="{20DC8391-C72B-4F47-82C5-B7A197CAD882}" dt="2022-06-11T02:59:12.372" v="647" actId="1076"/>
        <pc:sldMkLst>
          <pc:docMk/>
          <pc:sldMk cId="4050432267" sldId="434"/>
        </pc:sldMkLst>
        <pc:spChg chg="mod">
          <ac:chgData name="Sebastian Andres Ulloa Quezada" userId="e3cba82caada5b63" providerId="LiveId" clId="{20DC8391-C72B-4F47-82C5-B7A197CAD882}" dt="2022-06-11T02:58:19.929" v="633" actId="108"/>
          <ac:spMkLst>
            <pc:docMk/>
            <pc:sldMk cId="4050432267" sldId="434"/>
            <ac:spMk id="2" creationId="{48D1BAF8-30DD-3FB7-0594-FF2EDB56F9AA}"/>
          </ac:spMkLst>
        </pc:spChg>
        <pc:spChg chg="mod">
          <ac:chgData name="Sebastian Andres Ulloa Quezada" userId="e3cba82caada5b63" providerId="LiveId" clId="{20DC8391-C72B-4F47-82C5-B7A197CAD882}" dt="2022-06-11T02:59:12.372" v="647" actId="1076"/>
          <ac:spMkLst>
            <pc:docMk/>
            <pc:sldMk cId="4050432267" sldId="434"/>
            <ac:spMk id="3" creationId="{D0773E2E-17EC-3DD9-F251-A553B1FD1EF8}"/>
          </ac:spMkLst>
        </pc:spChg>
        <pc:picChg chg="add mod">
          <ac:chgData name="Sebastian Andres Ulloa Quezada" userId="e3cba82caada5b63" providerId="LiveId" clId="{20DC8391-C72B-4F47-82C5-B7A197CAD882}" dt="2022-06-11T02:59:04.709" v="644" actId="1076"/>
          <ac:picMkLst>
            <pc:docMk/>
            <pc:sldMk cId="4050432267" sldId="434"/>
            <ac:picMk id="5" creationId="{DC2CDCBB-8EFD-878E-54E3-A99450011B00}"/>
          </ac:picMkLst>
        </pc:picChg>
      </pc:sldChg>
      <pc:sldChg chg="addSp delSp modSp new mod">
        <pc:chgData name="Sebastian Andres Ulloa Quezada" userId="e3cba82caada5b63" providerId="LiveId" clId="{20DC8391-C72B-4F47-82C5-B7A197CAD882}" dt="2022-06-11T02:58:45.561" v="639" actId="1076"/>
        <pc:sldMkLst>
          <pc:docMk/>
          <pc:sldMk cId="2500544869" sldId="435"/>
        </pc:sldMkLst>
        <pc:spChg chg="mod">
          <ac:chgData name="Sebastian Andres Ulloa Quezada" userId="e3cba82caada5b63" providerId="LiveId" clId="{20DC8391-C72B-4F47-82C5-B7A197CAD882}" dt="2022-06-11T02:58:45.561" v="639" actId="1076"/>
          <ac:spMkLst>
            <pc:docMk/>
            <pc:sldMk cId="2500544869" sldId="435"/>
            <ac:spMk id="2" creationId="{9762C7A8-401D-C3F7-7BE3-2919A9D59EEE}"/>
          </ac:spMkLst>
        </pc:spChg>
        <pc:spChg chg="del">
          <ac:chgData name="Sebastian Andres Ulloa Quezada" userId="e3cba82caada5b63" providerId="LiveId" clId="{20DC8391-C72B-4F47-82C5-B7A197CAD882}" dt="2022-06-10T05:12:26.192" v="482" actId="478"/>
          <ac:spMkLst>
            <pc:docMk/>
            <pc:sldMk cId="2500544869" sldId="435"/>
            <ac:spMk id="3" creationId="{AC211D59-2445-A5D2-9074-BED2FBDC6CA6}"/>
          </ac:spMkLst>
        </pc:spChg>
        <pc:picChg chg="add mod">
          <ac:chgData name="Sebastian Andres Ulloa Quezada" userId="e3cba82caada5b63" providerId="LiveId" clId="{20DC8391-C72B-4F47-82C5-B7A197CAD882}" dt="2022-06-11T02:58:40.610" v="638" actId="1076"/>
          <ac:picMkLst>
            <pc:docMk/>
            <pc:sldMk cId="2500544869" sldId="435"/>
            <ac:picMk id="5" creationId="{7DF295F9-9299-23B3-1D83-DC06674283D7}"/>
          </ac:picMkLst>
        </pc:picChg>
        <pc:picChg chg="add mod">
          <ac:chgData name="Sebastian Andres Ulloa Quezada" userId="e3cba82caada5b63" providerId="LiveId" clId="{20DC8391-C72B-4F47-82C5-B7A197CAD882}" dt="2022-06-11T02:58:39.116" v="637" actId="1076"/>
          <ac:picMkLst>
            <pc:docMk/>
            <pc:sldMk cId="2500544869" sldId="435"/>
            <ac:picMk id="7" creationId="{F51090A9-076B-1B9B-2A0A-D388141AD737}"/>
          </ac:picMkLst>
        </pc:picChg>
        <pc:picChg chg="add del">
          <ac:chgData name="Sebastian Andres Ulloa Quezada" userId="e3cba82caada5b63" providerId="LiveId" clId="{20DC8391-C72B-4F47-82C5-B7A197CAD882}" dt="2022-06-10T05:14:05.834" v="494" actId="478"/>
          <ac:picMkLst>
            <pc:docMk/>
            <pc:sldMk cId="2500544869" sldId="435"/>
            <ac:picMk id="9" creationId="{8B1B9E9E-6698-C993-9182-D4210BD8E6D0}"/>
          </ac:picMkLst>
        </pc:picChg>
      </pc:sldChg>
      <pc:sldChg chg="addSp delSp modSp new del mod">
        <pc:chgData name="Sebastian Andres Ulloa Quezada" userId="e3cba82caada5b63" providerId="LiveId" clId="{20DC8391-C72B-4F47-82C5-B7A197CAD882}" dt="2022-06-10T05:06:33.827" v="407" actId="47"/>
        <pc:sldMkLst>
          <pc:docMk/>
          <pc:sldMk cId="3165459996" sldId="435"/>
        </pc:sldMkLst>
        <pc:spChg chg="mod">
          <ac:chgData name="Sebastian Andres Ulloa Quezada" userId="e3cba82caada5b63" providerId="LiveId" clId="{20DC8391-C72B-4F47-82C5-B7A197CAD882}" dt="2022-06-10T05:04:03.308" v="401"/>
          <ac:spMkLst>
            <pc:docMk/>
            <pc:sldMk cId="3165459996" sldId="435"/>
            <ac:spMk id="2" creationId="{8527D4F7-6B96-B3B1-1719-7B4713B4B2F1}"/>
          </ac:spMkLst>
        </pc:spChg>
        <pc:spChg chg="del">
          <ac:chgData name="Sebastian Andres Ulloa Quezada" userId="e3cba82caada5b63" providerId="LiveId" clId="{20DC8391-C72B-4F47-82C5-B7A197CAD882}" dt="2022-06-10T05:03:46.123" v="394" actId="478"/>
          <ac:spMkLst>
            <pc:docMk/>
            <pc:sldMk cId="3165459996" sldId="435"/>
            <ac:spMk id="3" creationId="{DED0EBF2-CD17-2467-BC27-73AF35A1D82B}"/>
          </ac:spMkLst>
        </pc:spChg>
        <pc:spChg chg="add mod">
          <ac:chgData name="Sebastian Andres Ulloa Quezada" userId="e3cba82caada5b63" providerId="LiveId" clId="{20DC8391-C72B-4F47-82C5-B7A197CAD882}" dt="2022-06-10T05:04:07.945" v="403" actId="12"/>
          <ac:spMkLst>
            <pc:docMk/>
            <pc:sldMk cId="3165459996" sldId="435"/>
            <ac:spMk id="5" creationId="{A8FB8E38-47A2-A595-AF73-4D40266F43DC}"/>
          </ac:spMkLst>
        </pc:spChg>
        <pc:spChg chg="add del">
          <ac:chgData name="Sebastian Andres Ulloa Quezada" userId="e3cba82caada5b63" providerId="LiveId" clId="{20DC8391-C72B-4F47-82C5-B7A197CAD882}" dt="2022-06-10T05:04:25.759" v="405" actId="22"/>
          <ac:spMkLst>
            <pc:docMk/>
            <pc:sldMk cId="3165459996" sldId="435"/>
            <ac:spMk id="7" creationId="{F5B95569-912F-1289-B1B0-0BB9C0786E4E}"/>
          </ac:spMkLst>
        </pc:spChg>
      </pc:sldChg>
      <pc:sldChg chg="del">
        <pc:chgData name="Sebastian Andres Ulloa Quezada" userId="e3cba82caada5b63" providerId="LiveId" clId="{20DC8391-C72B-4F47-82C5-B7A197CAD882}" dt="2022-06-10T04:24:51.487" v="0" actId="47"/>
        <pc:sldMkLst>
          <pc:docMk/>
          <pc:sldMk cId="3713147507" sldId="435"/>
        </pc:sldMkLst>
      </pc:sldChg>
      <pc:sldChg chg="addSp delSp modSp add mod">
        <pc:chgData name="Sebastian Andres Ulloa Quezada" userId="e3cba82caada5b63" providerId="LiveId" clId="{20DC8391-C72B-4F47-82C5-B7A197CAD882}" dt="2022-06-11T02:58:59.683" v="643" actId="123"/>
        <pc:sldMkLst>
          <pc:docMk/>
          <pc:sldMk cId="1697257710" sldId="436"/>
        </pc:sldMkLst>
        <pc:spChg chg="mod">
          <ac:chgData name="Sebastian Andres Ulloa Quezada" userId="e3cba82caada5b63" providerId="LiveId" clId="{20DC8391-C72B-4F47-82C5-B7A197CAD882}" dt="2022-06-11T02:58:48.408" v="640" actId="108"/>
          <ac:spMkLst>
            <pc:docMk/>
            <pc:sldMk cId="1697257710" sldId="436"/>
            <ac:spMk id="2" creationId="{9762C7A8-401D-C3F7-7BE3-2919A9D59EEE}"/>
          </ac:spMkLst>
        </pc:spChg>
        <pc:spChg chg="add mod">
          <ac:chgData name="Sebastian Andres Ulloa Quezada" userId="e3cba82caada5b63" providerId="LiveId" clId="{20DC8391-C72B-4F47-82C5-B7A197CAD882}" dt="2022-06-11T02:58:52.527" v="641" actId="2711"/>
          <ac:spMkLst>
            <pc:docMk/>
            <pc:sldMk cId="1697257710" sldId="436"/>
            <ac:spMk id="6" creationId="{723C28B8-7EED-09C0-0A71-BA34173E9010}"/>
          </ac:spMkLst>
        </pc:spChg>
        <pc:spChg chg="add mod">
          <ac:chgData name="Sebastian Andres Ulloa Quezada" userId="e3cba82caada5b63" providerId="LiveId" clId="{20DC8391-C72B-4F47-82C5-B7A197CAD882}" dt="2022-06-11T02:58:59.683" v="643" actId="123"/>
          <ac:spMkLst>
            <pc:docMk/>
            <pc:sldMk cId="1697257710" sldId="436"/>
            <ac:spMk id="10" creationId="{BF1F59D2-AD6D-3F17-1350-7805A3A159E0}"/>
          </ac:spMkLst>
        </pc:spChg>
        <pc:picChg chg="del mod">
          <ac:chgData name="Sebastian Andres Ulloa Quezada" userId="e3cba82caada5b63" providerId="LiveId" clId="{20DC8391-C72B-4F47-82C5-B7A197CAD882}" dt="2022-06-10T05:14:11.883" v="497" actId="478"/>
          <ac:picMkLst>
            <pc:docMk/>
            <pc:sldMk cId="1697257710" sldId="436"/>
            <ac:picMk id="5" creationId="{7DF295F9-9299-23B3-1D83-DC06674283D7}"/>
          </ac:picMkLst>
        </pc:picChg>
        <pc:picChg chg="del">
          <ac:chgData name="Sebastian Andres Ulloa Quezada" userId="e3cba82caada5b63" providerId="LiveId" clId="{20DC8391-C72B-4F47-82C5-B7A197CAD882}" dt="2022-06-10T05:14:12.276" v="498" actId="478"/>
          <ac:picMkLst>
            <pc:docMk/>
            <pc:sldMk cId="1697257710" sldId="436"/>
            <ac:picMk id="7" creationId="{F51090A9-076B-1B9B-2A0A-D388141AD737}"/>
          </ac:picMkLst>
        </pc:picChg>
        <pc:picChg chg="add mod">
          <ac:chgData name="Sebastian Andres Ulloa Quezada" userId="e3cba82caada5b63" providerId="LiveId" clId="{20DC8391-C72B-4F47-82C5-B7A197CAD882}" dt="2022-06-10T05:20:36.595" v="548" actId="1076"/>
          <ac:picMkLst>
            <pc:docMk/>
            <pc:sldMk cId="1697257710" sldId="436"/>
            <ac:picMk id="8" creationId="{7B7AE490-DE4E-943A-D04B-C98FF84DCB89}"/>
          </ac:picMkLst>
        </pc:picChg>
      </pc:sldChg>
      <pc:sldChg chg="del">
        <pc:chgData name="Sebastian Andres Ulloa Quezada" userId="e3cba82caada5b63" providerId="LiveId" clId="{20DC8391-C72B-4F47-82C5-B7A197CAD882}" dt="2022-06-10T04:24:51.487" v="0" actId="47"/>
        <pc:sldMkLst>
          <pc:docMk/>
          <pc:sldMk cId="2165530032" sldId="436"/>
        </pc:sldMkLst>
      </pc:sldChg>
      <pc:sldChg chg="addSp delSp modSp new mod">
        <pc:chgData name="Sebastian Andres Ulloa Quezada" userId="e3cba82caada5b63" providerId="LiveId" clId="{20DC8391-C72B-4F47-82C5-B7A197CAD882}" dt="2022-06-11T02:59:21.863" v="649" actId="123"/>
        <pc:sldMkLst>
          <pc:docMk/>
          <pc:sldMk cId="2076486461" sldId="437"/>
        </pc:sldMkLst>
        <pc:spChg chg="del">
          <ac:chgData name="Sebastian Andres Ulloa Quezada" userId="e3cba82caada5b63" providerId="LiveId" clId="{20DC8391-C72B-4F47-82C5-B7A197CAD882}" dt="2022-06-10T05:16:48.053" v="524" actId="478"/>
          <ac:spMkLst>
            <pc:docMk/>
            <pc:sldMk cId="2076486461" sldId="437"/>
            <ac:spMk id="2" creationId="{05C251CE-CC8F-1941-EC4B-0FE653C6A414}"/>
          </ac:spMkLst>
        </pc:spChg>
        <pc:spChg chg="del">
          <ac:chgData name="Sebastian Andres Ulloa Quezada" userId="e3cba82caada5b63" providerId="LiveId" clId="{20DC8391-C72B-4F47-82C5-B7A197CAD882}" dt="2022-06-10T05:16:47.048" v="523" actId="478"/>
          <ac:spMkLst>
            <pc:docMk/>
            <pc:sldMk cId="2076486461" sldId="437"/>
            <ac:spMk id="3" creationId="{D258E363-1442-93F5-A8AD-B7AF58FCDD87}"/>
          </ac:spMkLst>
        </pc:spChg>
        <pc:spChg chg="add mod">
          <ac:chgData name="Sebastian Andres Ulloa Quezada" userId="e3cba82caada5b63" providerId="LiveId" clId="{20DC8391-C72B-4F47-82C5-B7A197CAD882}" dt="2022-06-11T02:59:21.863" v="649" actId="123"/>
          <ac:spMkLst>
            <pc:docMk/>
            <pc:sldMk cId="2076486461" sldId="437"/>
            <ac:spMk id="5" creationId="{A5056D63-052B-B8CF-0AD9-4F4AA352D896}"/>
          </ac:spMkLst>
        </pc:spChg>
        <pc:picChg chg="add mod">
          <ac:chgData name="Sebastian Andres Ulloa Quezada" userId="e3cba82caada5b63" providerId="LiveId" clId="{20DC8391-C72B-4F47-82C5-B7A197CAD882}" dt="2022-06-10T05:19:39.984" v="540" actId="1076"/>
          <ac:picMkLst>
            <pc:docMk/>
            <pc:sldMk cId="2076486461" sldId="437"/>
            <ac:picMk id="7" creationId="{9CF29543-1476-D280-C5CF-71CD1D7E4292}"/>
          </ac:picMkLst>
        </pc:picChg>
        <pc:picChg chg="add mod">
          <ac:chgData name="Sebastian Andres Ulloa Quezada" userId="e3cba82caada5b63" providerId="LiveId" clId="{20DC8391-C72B-4F47-82C5-B7A197CAD882}" dt="2022-06-10T05:19:47.617" v="545" actId="1076"/>
          <ac:picMkLst>
            <pc:docMk/>
            <pc:sldMk cId="2076486461" sldId="437"/>
            <ac:picMk id="9" creationId="{59F2F371-62A9-ACF0-81F5-FCDF43966A86}"/>
          </ac:picMkLst>
        </pc:picChg>
        <pc:picChg chg="add mod">
          <ac:chgData name="Sebastian Andres Ulloa Quezada" userId="e3cba82caada5b63" providerId="LiveId" clId="{20DC8391-C72B-4F47-82C5-B7A197CAD882}" dt="2022-06-10T05:20:14.627" v="546" actId="1076"/>
          <ac:picMkLst>
            <pc:docMk/>
            <pc:sldMk cId="2076486461" sldId="437"/>
            <ac:picMk id="11" creationId="{51105BB5-2CB0-DE68-8AFF-3ACA4871F3C3}"/>
          </ac:picMkLst>
        </pc:picChg>
      </pc:sldChg>
      <pc:sldChg chg="del">
        <pc:chgData name="Sebastian Andres Ulloa Quezada" userId="e3cba82caada5b63" providerId="LiveId" clId="{20DC8391-C72B-4F47-82C5-B7A197CAD882}" dt="2022-06-10T04:24:51.487" v="0" actId="47"/>
        <pc:sldMkLst>
          <pc:docMk/>
          <pc:sldMk cId="2813678965" sldId="437"/>
        </pc:sldMkLst>
      </pc:sldChg>
      <pc:sldChg chg="del">
        <pc:chgData name="Sebastian Andres Ulloa Quezada" userId="e3cba82caada5b63" providerId="LiveId" clId="{20DC8391-C72B-4F47-82C5-B7A197CAD882}" dt="2022-06-10T04:24:51.487" v="0" actId="47"/>
        <pc:sldMkLst>
          <pc:docMk/>
          <pc:sldMk cId="3419112181" sldId="438"/>
        </pc:sldMkLst>
      </pc:sldChg>
      <pc:sldChg chg="addSp delSp modSp new del mod">
        <pc:chgData name="Sebastian Andres Ulloa Quezada" userId="e3cba82caada5b63" providerId="LiveId" clId="{20DC8391-C72B-4F47-82C5-B7A197CAD882}" dt="2022-06-11T03:01:25.225" v="654" actId="47"/>
        <pc:sldMkLst>
          <pc:docMk/>
          <pc:sldMk cId="3587194365" sldId="438"/>
        </pc:sldMkLst>
        <pc:spChg chg="del">
          <ac:chgData name="Sebastian Andres Ulloa Quezada" userId="e3cba82caada5b63" providerId="LiveId" clId="{20DC8391-C72B-4F47-82C5-B7A197CAD882}" dt="2022-06-10T05:23:06.485" v="555" actId="478"/>
          <ac:spMkLst>
            <pc:docMk/>
            <pc:sldMk cId="3587194365" sldId="438"/>
            <ac:spMk id="2" creationId="{6AAC2E16-6A83-6CD4-1CBD-C48594EE38E6}"/>
          </ac:spMkLst>
        </pc:spChg>
        <pc:spChg chg="del">
          <ac:chgData name="Sebastian Andres Ulloa Quezada" userId="e3cba82caada5b63" providerId="LiveId" clId="{20DC8391-C72B-4F47-82C5-B7A197CAD882}" dt="2022-06-10T05:23:04.182" v="554" actId="478"/>
          <ac:spMkLst>
            <pc:docMk/>
            <pc:sldMk cId="3587194365" sldId="438"/>
            <ac:spMk id="3" creationId="{8E80C3CF-B9B3-717B-5C5D-DD1E9F550937}"/>
          </ac:spMkLst>
        </pc:spChg>
        <pc:picChg chg="add mod">
          <ac:chgData name="Sebastian Andres Ulloa Quezada" userId="e3cba82caada5b63" providerId="LiveId" clId="{20DC8391-C72B-4F47-82C5-B7A197CAD882}" dt="2022-06-11T02:59:59.842" v="653" actId="1076"/>
          <ac:picMkLst>
            <pc:docMk/>
            <pc:sldMk cId="3587194365" sldId="438"/>
            <ac:picMk id="5" creationId="{75C46299-3706-F6C5-BB85-0E62304822A1}"/>
          </ac:picMkLst>
        </pc:picChg>
      </pc:sldChg>
      <pc:sldChg chg="modSp add del mod">
        <pc:chgData name="Sebastian Andres Ulloa Quezada" userId="e3cba82caada5b63" providerId="LiveId" clId="{20DC8391-C72B-4F47-82C5-B7A197CAD882}" dt="2022-06-10T05:40:35.748" v="598" actId="47"/>
        <pc:sldMkLst>
          <pc:docMk/>
          <pc:sldMk cId="0" sldId="439"/>
        </pc:sldMkLst>
        <pc:spChg chg="mod">
          <ac:chgData name="Sebastian Andres Ulloa Quezada" userId="e3cba82caada5b63" providerId="LiveId" clId="{20DC8391-C72B-4F47-82C5-B7A197CAD882}" dt="2022-06-10T05:28:40.218" v="588"/>
          <ac:spMkLst>
            <pc:docMk/>
            <pc:sldMk cId="0" sldId="439"/>
            <ac:spMk id="96258" creationId="{BB2908F5-2734-D868-35CF-0502594209E5}"/>
          </ac:spMkLst>
        </pc:spChg>
        <pc:spChg chg="mod">
          <ac:chgData name="Sebastian Andres Ulloa Quezada" userId="e3cba82caada5b63" providerId="LiveId" clId="{20DC8391-C72B-4F47-82C5-B7A197CAD882}" dt="2022-06-10T05:28:46.893" v="592" actId="20577"/>
          <ac:spMkLst>
            <pc:docMk/>
            <pc:sldMk cId="0" sldId="439"/>
            <ac:spMk id="96259" creationId="{8B1C447F-DDBD-A479-68F9-79E9C8BB862A}"/>
          </ac:spMkLst>
        </pc:spChg>
      </pc:sldChg>
      <pc:sldChg chg="del">
        <pc:chgData name="Sebastian Andres Ulloa Quezada" userId="e3cba82caada5b63" providerId="LiveId" clId="{20DC8391-C72B-4F47-82C5-B7A197CAD882}" dt="2022-06-10T04:24:51.487" v="0" actId="47"/>
        <pc:sldMkLst>
          <pc:docMk/>
          <pc:sldMk cId="1262621881" sldId="439"/>
        </pc:sldMkLst>
      </pc:sldChg>
      <pc:sldChg chg="new del">
        <pc:chgData name="Sebastian Andres Ulloa Quezada" userId="e3cba82caada5b63" providerId="LiveId" clId="{20DC8391-C72B-4F47-82C5-B7A197CAD882}" dt="2022-06-10T05:27:51.800" v="560" actId="47"/>
        <pc:sldMkLst>
          <pc:docMk/>
          <pc:sldMk cId="3444008083" sldId="439"/>
        </pc:sldMkLst>
      </pc:sldChg>
      <pc:sldChg chg="modSp add del mod">
        <pc:chgData name="Sebastian Andres Ulloa Quezada" userId="e3cba82caada5b63" providerId="LiveId" clId="{20DC8391-C72B-4F47-82C5-B7A197CAD882}" dt="2022-06-11T03:02:47.681" v="657" actId="47"/>
        <pc:sldMkLst>
          <pc:docMk/>
          <pc:sldMk cId="0" sldId="440"/>
        </pc:sldMkLst>
        <pc:spChg chg="mod">
          <ac:chgData name="Sebastian Andres Ulloa Quezada" userId="e3cba82caada5b63" providerId="LiveId" clId="{20DC8391-C72B-4F47-82C5-B7A197CAD882}" dt="2022-06-10T05:42:51.732" v="624" actId="20577"/>
          <ac:spMkLst>
            <pc:docMk/>
            <pc:sldMk cId="0" sldId="440"/>
            <ac:spMk id="98306" creationId="{7BAAD874-E9FC-1681-521C-862C9BC577B9}"/>
          </ac:spMkLst>
        </pc:spChg>
      </pc:sldChg>
      <pc:sldChg chg="del">
        <pc:chgData name="Sebastian Andres Ulloa Quezada" userId="e3cba82caada5b63" providerId="LiveId" clId="{20DC8391-C72B-4F47-82C5-B7A197CAD882}" dt="2022-06-10T04:24:51.487" v="0" actId="47"/>
        <pc:sldMkLst>
          <pc:docMk/>
          <pc:sldMk cId="635381466" sldId="440"/>
        </pc:sldMkLst>
      </pc:sldChg>
      <pc:sldChg chg="del">
        <pc:chgData name="Sebastian Andres Ulloa Quezada" userId="e3cba82caada5b63" providerId="LiveId" clId="{20DC8391-C72B-4F47-82C5-B7A197CAD882}" dt="2022-06-10T04:24:51.487" v="0" actId="47"/>
        <pc:sldMkLst>
          <pc:docMk/>
          <pc:sldMk cId="307115119" sldId="441"/>
        </pc:sldMkLst>
      </pc:sldChg>
      <pc:sldChg chg="addSp delSp modSp new mod">
        <pc:chgData name="Sebastian Andres Ulloa Quezada" userId="e3cba82caada5b63" providerId="LiveId" clId="{20DC8391-C72B-4F47-82C5-B7A197CAD882}" dt="2022-06-11T04:17:58.020" v="1002" actId="20577"/>
        <pc:sldMkLst>
          <pc:docMk/>
          <pc:sldMk cId="817312315" sldId="441"/>
        </pc:sldMkLst>
        <pc:spChg chg="del">
          <ac:chgData name="Sebastian Andres Ulloa Quezada" userId="e3cba82caada5b63" providerId="LiveId" clId="{20DC8391-C72B-4F47-82C5-B7A197CAD882}" dt="2022-06-10T05:41:03.140" v="604" actId="478"/>
          <ac:spMkLst>
            <pc:docMk/>
            <pc:sldMk cId="817312315" sldId="441"/>
            <ac:spMk id="2" creationId="{250E61A9-897D-600B-46F2-74453EB7443B}"/>
          </ac:spMkLst>
        </pc:spChg>
        <pc:spChg chg="del">
          <ac:chgData name="Sebastian Andres Ulloa Quezada" userId="e3cba82caada5b63" providerId="LiveId" clId="{20DC8391-C72B-4F47-82C5-B7A197CAD882}" dt="2022-06-10T05:41:04.665" v="605" actId="478"/>
          <ac:spMkLst>
            <pc:docMk/>
            <pc:sldMk cId="817312315" sldId="441"/>
            <ac:spMk id="3" creationId="{EC333D48-7631-4177-1401-75C05893BC26}"/>
          </ac:spMkLst>
        </pc:spChg>
        <pc:spChg chg="add mod">
          <ac:chgData name="Sebastian Andres Ulloa Quezada" userId="e3cba82caada5b63" providerId="LiveId" clId="{20DC8391-C72B-4F47-82C5-B7A197CAD882}" dt="2022-06-11T03:03:00.703" v="658" actId="108"/>
          <ac:spMkLst>
            <pc:docMk/>
            <pc:sldMk cId="817312315" sldId="441"/>
            <ac:spMk id="4" creationId="{51116BA7-E326-6D40-2540-5F0A6FBE468B}"/>
          </ac:spMkLst>
        </pc:spChg>
        <pc:spChg chg="add mod">
          <ac:chgData name="Sebastian Andres Ulloa Quezada" userId="e3cba82caada5b63" providerId="LiveId" clId="{20DC8391-C72B-4F47-82C5-B7A197CAD882}" dt="2022-06-11T04:17:58.020" v="1002" actId="20577"/>
          <ac:spMkLst>
            <pc:docMk/>
            <pc:sldMk cId="817312315" sldId="441"/>
            <ac:spMk id="5" creationId="{66C03853-24F6-132B-FCA3-2BDBDFB951BA}"/>
          </ac:spMkLst>
        </pc:spChg>
        <pc:spChg chg="add del mod">
          <ac:chgData name="Sebastian Andres Ulloa Quezada" userId="e3cba82caada5b63" providerId="LiveId" clId="{20DC8391-C72B-4F47-82C5-B7A197CAD882}" dt="2022-06-10T05:41:07.115" v="607"/>
          <ac:spMkLst>
            <pc:docMk/>
            <pc:sldMk cId="817312315" sldId="441"/>
            <ac:spMk id="5" creationId="{7931E4D7-16CD-3A2E-D1B5-BBE7D63ACF2A}"/>
          </ac:spMkLst>
        </pc:spChg>
        <pc:picChg chg="add del mod">
          <ac:chgData name="Sebastian Andres Ulloa Quezada" userId="e3cba82caada5b63" providerId="LiveId" clId="{20DC8391-C72B-4F47-82C5-B7A197CAD882}" dt="2022-06-11T04:17:12.735" v="983" actId="478"/>
          <ac:picMkLst>
            <pc:docMk/>
            <pc:sldMk cId="817312315" sldId="441"/>
            <ac:picMk id="7" creationId="{CD1E24DE-3003-3CCD-B8D2-DD9C9833953A}"/>
          </ac:picMkLst>
        </pc:picChg>
      </pc:sldChg>
      <pc:sldChg chg="del">
        <pc:chgData name="Sebastian Andres Ulloa Quezada" userId="e3cba82caada5b63" providerId="LiveId" clId="{20DC8391-C72B-4F47-82C5-B7A197CAD882}" dt="2022-06-10T04:24:51.487" v="0" actId="47"/>
        <pc:sldMkLst>
          <pc:docMk/>
          <pc:sldMk cId="945627285" sldId="442"/>
        </pc:sldMkLst>
      </pc:sldChg>
      <pc:sldChg chg="addSp new del mod">
        <pc:chgData name="Sebastian Andres Ulloa Quezada" userId="e3cba82caada5b63" providerId="LiveId" clId="{20DC8391-C72B-4F47-82C5-B7A197CAD882}" dt="2022-06-10T06:06:24.322" v="627" actId="47"/>
        <pc:sldMkLst>
          <pc:docMk/>
          <pc:sldMk cId="1133578221" sldId="442"/>
        </pc:sldMkLst>
        <pc:spChg chg="add">
          <ac:chgData name="Sebastian Andres Ulloa Quezada" userId="e3cba82caada5b63" providerId="LiveId" clId="{20DC8391-C72B-4F47-82C5-B7A197CAD882}" dt="2022-06-10T05:53:57.802" v="626" actId="22"/>
          <ac:spMkLst>
            <pc:docMk/>
            <pc:sldMk cId="1133578221" sldId="442"/>
            <ac:spMk id="5" creationId="{F48B6841-4B8B-CF63-B31D-AF8B18D2947A}"/>
          </ac:spMkLst>
        </pc:spChg>
      </pc:sldChg>
      <pc:sldChg chg="new del">
        <pc:chgData name="Sebastian Andres Ulloa Quezada" userId="e3cba82caada5b63" providerId="LiveId" clId="{20DC8391-C72B-4F47-82C5-B7A197CAD882}" dt="2022-06-11T02:56:37.428" v="631" actId="47"/>
        <pc:sldMkLst>
          <pc:docMk/>
          <pc:sldMk cId="1379565032" sldId="442"/>
        </pc:sldMkLst>
      </pc:sldChg>
      <pc:sldChg chg="modSp new del mod">
        <pc:chgData name="Sebastian Andres Ulloa Quezada" userId="e3cba82caada5b63" providerId="LiveId" clId="{20DC8391-C72B-4F47-82C5-B7A197CAD882}" dt="2022-06-11T04:12:58.559" v="917" actId="47"/>
        <pc:sldMkLst>
          <pc:docMk/>
          <pc:sldMk cId="3280230206" sldId="442"/>
        </pc:sldMkLst>
        <pc:spChg chg="mod">
          <ac:chgData name="Sebastian Andres Ulloa Quezada" userId="e3cba82caada5b63" providerId="LiveId" clId="{20DC8391-C72B-4F47-82C5-B7A197CAD882}" dt="2022-06-11T03:14:17.312" v="661" actId="27636"/>
          <ac:spMkLst>
            <pc:docMk/>
            <pc:sldMk cId="3280230206" sldId="442"/>
            <ac:spMk id="3" creationId="{6D2E0CC7-D840-0030-4D99-3D67A2C16AF8}"/>
          </ac:spMkLst>
        </pc:spChg>
      </pc:sldChg>
      <pc:sldChg chg="modSp new mod">
        <pc:chgData name="Sebastian Andres Ulloa Quezada" userId="e3cba82caada5b63" providerId="LiveId" clId="{20DC8391-C72B-4F47-82C5-B7A197CAD882}" dt="2022-06-11T04:14:21.962" v="976" actId="403"/>
        <pc:sldMkLst>
          <pc:docMk/>
          <pc:sldMk cId="3396935994" sldId="443"/>
        </pc:sldMkLst>
        <pc:spChg chg="mod">
          <ac:chgData name="Sebastian Andres Ulloa Quezada" userId="e3cba82caada5b63" providerId="LiveId" clId="{20DC8391-C72B-4F47-82C5-B7A197CAD882}" dt="2022-06-11T04:13:26.294" v="957" actId="108"/>
          <ac:spMkLst>
            <pc:docMk/>
            <pc:sldMk cId="3396935994" sldId="443"/>
            <ac:spMk id="2" creationId="{D9BAC1F5-EAC7-0DFD-CFA9-B3CFE133E7CC}"/>
          </ac:spMkLst>
        </pc:spChg>
        <pc:spChg chg="mod">
          <ac:chgData name="Sebastian Andres Ulloa Quezada" userId="e3cba82caada5b63" providerId="LiveId" clId="{20DC8391-C72B-4F47-82C5-B7A197CAD882}" dt="2022-06-11T04:14:21.962" v="976" actId="403"/>
          <ac:spMkLst>
            <pc:docMk/>
            <pc:sldMk cId="3396935994" sldId="443"/>
            <ac:spMk id="3" creationId="{F5093D4F-24C2-3649-765B-85EFDD7EB61C}"/>
          </ac:spMkLst>
        </pc:spChg>
      </pc:sldChg>
      <pc:sldChg chg="del">
        <pc:chgData name="Sebastian Andres Ulloa Quezada" userId="e3cba82caada5b63" providerId="LiveId" clId="{20DC8391-C72B-4F47-82C5-B7A197CAD882}" dt="2022-06-10T04:24:51.487" v="0" actId="47"/>
        <pc:sldMkLst>
          <pc:docMk/>
          <pc:sldMk cId="3794924462" sldId="443"/>
        </pc:sldMkLst>
      </pc:sldChg>
      <pc:sldChg chg="addSp modSp new">
        <pc:chgData name="Sebastian Andres Ulloa Quezada" userId="e3cba82caada5b63" providerId="LiveId" clId="{20DC8391-C72B-4F47-82C5-B7A197CAD882}" dt="2022-06-11T14:03:10.956" v="1144" actId="1076"/>
        <pc:sldMkLst>
          <pc:docMk/>
          <pc:sldMk cId="2265006881" sldId="444"/>
        </pc:sldMkLst>
        <pc:picChg chg="add mod">
          <ac:chgData name="Sebastian Andres Ulloa Quezada" userId="e3cba82caada5b63" providerId="LiveId" clId="{20DC8391-C72B-4F47-82C5-B7A197CAD882}" dt="2022-06-11T14:03:10.956" v="1144" actId="1076"/>
          <ac:picMkLst>
            <pc:docMk/>
            <pc:sldMk cId="2265006881" sldId="444"/>
            <ac:picMk id="1026" creationId="{2EB981BF-EC38-AA58-811F-F93A1D7326E2}"/>
          </ac:picMkLst>
        </pc:picChg>
      </pc:sldChg>
      <pc:sldChg chg="addSp modSp new del mod">
        <pc:chgData name="Sebastian Andres Ulloa Quezada" userId="e3cba82caada5b63" providerId="LiveId" clId="{20DC8391-C72B-4F47-82C5-B7A197CAD882}" dt="2022-06-11T04:14:56.295" v="979" actId="47"/>
        <pc:sldMkLst>
          <pc:docMk/>
          <pc:sldMk cId="3960907782" sldId="445"/>
        </pc:sldMkLst>
        <pc:spChg chg="mod">
          <ac:chgData name="Sebastian Andres Ulloa Quezada" userId="e3cba82caada5b63" providerId="LiveId" clId="{20DC8391-C72B-4F47-82C5-B7A197CAD882}" dt="2022-06-11T03:29:56.742" v="670"/>
          <ac:spMkLst>
            <pc:docMk/>
            <pc:sldMk cId="3960907782" sldId="445"/>
            <ac:spMk id="2" creationId="{58587CE3-4B52-40A9-E254-1E22B1788FAE}"/>
          </ac:spMkLst>
        </pc:spChg>
        <pc:spChg chg="mod">
          <ac:chgData name="Sebastian Andres Ulloa Quezada" userId="e3cba82caada5b63" providerId="LiveId" clId="{20DC8391-C72B-4F47-82C5-B7A197CAD882}" dt="2022-06-11T03:31:54.301" v="675" actId="27636"/>
          <ac:spMkLst>
            <pc:docMk/>
            <pc:sldMk cId="3960907782" sldId="445"/>
            <ac:spMk id="3" creationId="{5C1E9041-8C9A-C80D-58BE-EDABC93AD111}"/>
          </ac:spMkLst>
        </pc:spChg>
        <pc:picChg chg="add">
          <ac:chgData name="Sebastian Andres Ulloa Quezada" userId="e3cba82caada5b63" providerId="LiveId" clId="{20DC8391-C72B-4F47-82C5-B7A197CAD882}" dt="2022-06-11T03:29:37.392" v="668" actId="22"/>
          <ac:picMkLst>
            <pc:docMk/>
            <pc:sldMk cId="3960907782" sldId="445"/>
            <ac:picMk id="5" creationId="{4C49175B-1DAF-2608-3C9B-825EAEE08FB1}"/>
          </ac:picMkLst>
        </pc:picChg>
      </pc:sldChg>
      <pc:sldChg chg="delSp modSp new mod">
        <pc:chgData name="Sebastian Andres Ulloa Quezada" userId="e3cba82caada5b63" providerId="LiveId" clId="{20DC8391-C72B-4F47-82C5-B7A197CAD882}" dt="2022-06-11T04:02:46.585" v="747" actId="1076"/>
        <pc:sldMkLst>
          <pc:docMk/>
          <pc:sldMk cId="1989704782" sldId="446"/>
        </pc:sldMkLst>
        <pc:spChg chg="del">
          <ac:chgData name="Sebastian Andres Ulloa Quezada" userId="e3cba82caada5b63" providerId="LiveId" clId="{20DC8391-C72B-4F47-82C5-B7A197CAD882}" dt="2022-06-11T04:01:43.731" v="744" actId="478"/>
          <ac:spMkLst>
            <pc:docMk/>
            <pc:sldMk cId="1989704782" sldId="446"/>
            <ac:spMk id="2" creationId="{02252CF4-5E54-5B50-8672-168032B365DF}"/>
          </ac:spMkLst>
        </pc:spChg>
        <pc:spChg chg="mod">
          <ac:chgData name="Sebastian Andres Ulloa Quezada" userId="e3cba82caada5b63" providerId="LiveId" clId="{20DC8391-C72B-4F47-82C5-B7A197CAD882}" dt="2022-06-11T04:02:46.585" v="747" actId="1076"/>
          <ac:spMkLst>
            <pc:docMk/>
            <pc:sldMk cId="1989704782" sldId="446"/>
            <ac:spMk id="3" creationId="{C2AC6A0E-F910-14E5-E84C-5003627AB2F0}"/>
          </ac:spMkLst>
        </pc:spChg>
      </pc:sldChg>
      <pc:sldChg chg="addSp delSp modSp new mod">
        <pc:chgData name="Sebastian Andres Ulloa Quezada" userId="e3cba82caada5b63" providerId="LiveId" clId="{20DC8391-C72B-4F47-82C5-B7A197CAD882}" dt="2022-06-11T03:37:23.459" v="693" actId="478"/>
        <pc:sldMkLst>
          <pc:docMk/>
          <pc:sldMk cId="858685618" sldId="447"/>
        </pc:sldMkLst>
        <pc:spChg chg="del">
          <ac:chgData name="Sebastian Andres Ulloa Quezada" userId="e3cba82caada5b63" providerId="LiveId" clId="{20DC8391-C72B-4F47-82C5-B7A197CAD882}" dt="2022-06-11T03:37:21.962" v="691" actId="478"/>
          <ac:spMkLst>
            <pc:docMk/>
            <pc:sldMk cId="858685618" sldId="447"/>
            <ac:spMk id="2" creationId="{AA0A4FDE-FA2E-3F1B-295D-8D055C39C2DC}"/>
          </ac:spMkLst>
        </pc:spChg>
        <pc:spChg chg="del mod">
          <ac:chgData name="Sebastian Andres Ulloa Quezada" userId="e3cba82caada5b63" providerId="LiveId" clId="{20DC8391-C72B-4F47-82C5-B7A197CAD882}" dt="2022-06-11T03:37:23.459" v="693" actId="478"/>
          <ac:spMkLst>
            <pc:docMk/>
            <pc:sldMk cId="858685618" sldId="447"/>
            <ac:spMk id="3" creationId="{444FAEE2-ADC2-350E-C5A3-4C7670F7924E}"/>
          </ac:spMkLst>
        </pc:spChg>
        <pc:picChg chg="add">
          <ac:chgData name="Sebastian Andres Ulloa Quezada" userId="e3cba82caada5b63" providerId="LiveId" clId="{20DC8391-C72B-4F47-82C5-B7A197CAD882}" dt="2022-06-11T03:37:18.636" v="690" actId="22"/>
          <ac:picMkLst>
            <pc:docMk/>
            <pc:sldMk cId="858685618" sldId="447"/>
            <ac:picMk id="5" creationId="{62976BB9-DD43-67BC-972A-504FD7DAC912}"/>
          </ac:picMkLst>
        </pc:picChg>
      </pc:sldChg>
      <pc:sldChg chg="addSp delSp modSp new mod">
        <pc:chgData name="Sebastian Andres Ulloa Quezada" userId="e3cba82caada5b63" providerId="LiveId" clId="{20DC8391-C72B-4F47-82C5-B7A197CAD882}" dt="2022-06-11T04:02:58.621" v="750" actId="2711"/>
        <pc:sldMkLst>
          <pc:docMk/>
          <pc:sldMk cId="956169277" sldId="448"/>
        </pc:sldMkLst>
        <pc:spChg chg="del">
          <ac:chgData name="Sebastian Andres Ulloa Quezada" userId="e3cba82caada5b63" providerId="LiveId" clId="{20DC8391-C72B-4F47-82C5-B7A197CAD882}" dt="2022-06-11T04:02:54.672" v="748" actId="478"/>
          <ac:spMkLst>
            <pc:docMk/>
            <pc:sldMk cId="956169277" sldId="448"/>
            <ac:spMk id="2" creationId="{20772CEF-3C42-D557-3801-DE3A778FC724}"/>
          </ac:spMkLst>
        </pc:spChg>
        <pc:spChg chg="mod">
          <ac:chgData name="Sebastian Andres Ulloa Quezada" userId="e3cba82caada5b63" providerId="LiveId" clId="{20DC8391-C72B-4F47-82C5-B7A197CAD882}" dt="2022-06-11T04:02:58.621" v="750" actId="2711"/>
          <ac:spMkLst>
            <pc:docMk/>
            <pc:sldMk cId="956169277" sldId="448"/>
            <ac:spMk id="3" creationId="{405B0BDE-095C-A979-57C4-8C64093D02B2}"/>
          </ac:spMkLst>
        </pc:spChg>
        <pc:picChg chg="add">
          <ac:chgData name="Sebastian Andres Ulloa Quezada" userId="e3cba82caada5b63" providerId="LiveId" clId="{20DC8391-C72B-4F47-82C5-B7A197CAD882}" dt="2022-06-11T03:39:14.844" v="697" actId="22"/>
          <ac:picMkLst>
            <pc:docMk/>
            <pc:sldMk cId="956169277" sldId="448"/>
            <ac:picMk id="5" creationId="{F3480ED2-3ACC-D63F-DBFE-B462F86AC24A}"/>
          </ac:picMkLst>
        </pc:picChg>
      </pc:sldChg>
      <pc:sldChg chg="addSp delSp modSp new mod">
        <pc:chgData name="Sebastian Andres Ulloa Quezada" userId="e3cba82caada5b63" providerId="LiveId" clId="{20DC8391-C72B-4F47-82C5-B7A197CAD882}" dt="2022-06-11T04:04:38.094" v="764" actId="2711"/>
        <pc:sldMkLst>
          <pc:docMk/>
          <pc:sldMk cId="3812478487" sldId="449"/>
        </pc:sldMkLst>
        <pc:spChg chg="del">
          <ac:chgData name="Sebastian Andres Ulloa Quezada" userId="e3cba82caada5b63" providerId="LiveId" clId="{20DC8391-C72B-4F47-82C5-B7A197CAD882}" dt="2022-06-11T04:03:19.619" v="751" actId="478"/>
          <ac:spMkLst>
            <pc:docMk/>
            <pc:sldMk cId="3812478487" sldId="449"/>
            <ac:spMk id="2" creationId="{48236DE8-DC0F-A4BB-698A-1DB243B14408}"/>
          </ac:spMkLst>
        </pc:spChg>
        <pc:spChg chg="mod">
          <ac:chgData name="Sebastian Andres Ulloa Quezada" userId="e3cba82caada5b63" providerId="LiveId" clId="{20DC8391-C72B-4F47-82C5-B7A197CAD882}" dt="2022-06-11T04:04:38.094" v="764" actId="2711"/>
          <ac:spMkLst>
            <pc:docMk/>
            <pc:sldMk cId="3812478487" sldId="449"/>
            <ac:spMk id="3" creationId="{9EEB3B55-0354-71F1-DF1C-4142502FD323}"/>
          </ac:spMkLst>
        </pc:spChg>
        <pc:picChg chg="add mod">
          <ac:chgData name="Sebastian Andres Ulloa Quezada" userId="e3cba82caada5b63" providerId="LiveId" clId="{20DC8391-C72B-4F47-82C5-B7A197CAD882}" dt="2022-06-11T03:39:41.939" v="701" actId="1076"/>
          <ac:picMkLst>
            <pc:docMk/>
            <pc:sldMk cId="3812478487" sldId="449"/>
            <ac:picMk id="5" creationId="{A89F8E5F-80FF-3982-8FF3-59845599619A}"/>
          </ac:picMkLst>
        </pc:picChg>
      </pc:sldChg>
      <pc:sldChg chg="addSp delSp modSp new mod">
        <pc:chgData name="Sebastian Andres Ulloa Quezada" userId="e3cba82caada5b63" providerId="LiveId" clId="{20DC8391-C72B-4F47-82C5-B7A197CAD882}" dt="2022-06-11T04:04:25.387" v="762" actId="1076"/>
        <pc:sldMkLst>
          <pc:docMk/>
          <pc:sldMk cId="3057048519" sldId="450"/>
        </pc:sldMkLst>
        <pc:spChg chg="mod">
          <ac:chgData name="Sebastian Andres Ulloa Quezada" userId="e3cba82caada5b63" providerId="LiveId" clId="{20DC8391-C72B-4F47-82C5-B7A197CAD882}" dt="2022-06-11T04:04:21.264" v="759" actId="20577"/>
          <ac:spMkLst>
            <pc:docMk/>
            <pc:sldMk cId="3057048519" sldId="450"/>
            <ac:spMk id="2" creationId="{057011D6-6557-2765-0248-492ACF29CD92}"/>
          </ac:spMkLst>
        </pc:spChg>
        <pc:spChg chg="del">
          <ac:chgData name="Sebastian Andres Ulloa Quezada" userId="e3cba82caada5b63" providerId="LiveId" clId="{20DC8391-C72B-4F47-82C5-B7A197CAD882}" dt="2022-06-11T04:03:37.390" v="752" actId="478"/>
          <ac:spMkLst>
            <pc:docMk/>
            <pc:sldMk cId="3057048519" sldId="450"/>
            <ac:spMk id="3" creationId="{9B784E9F-3214-AA4D-528E-E88B3D210FB1}"/>
          </ac:spMkLst>
        </pc:spChg>
        <pc:picChg chg="add mod">
          <ac:chgData name="Sebastian Andres Ulloa Quezada" userId="e3cba82caada5b63" providerId="LiveId" clId="{20DC8391-C72B-4F47-82C5-B7A197CAD882}" dt="2022-06-11T04:04:25.387" v="762" actId="1076"/>
          <ac:picMkLst>
            <pc:docMk/>
            <pc:sldMk cId="3057048519" sldId="450"/>
            <ac:picMk id="5" creationId="{0BAD2CA9-C492-CA0B-C6CC-BB25A88D04A0}"/>
          </ac:picMkLst>
        </pc:picChg>
      </pc:sldChg>
      <pc:sldChg chg="addSp modSp new mod ord">
        <pc:chgData name="Sebastian Andres Ulloa Quezada" userId="e3cba82caada5b63" providerId="LiveId" clId="{20DC8391-C72B-4F47-82C5-B7A197CAD882}" dt="2022-06-11T04:05:58" v="771" actId="2711"/>
        <pc:sldMkLst>
          <pc:docMk/>
          <pc:sldMk cId="1683786043" sldId="451"/>
        </pc:sldMkLst>
        <pc:spChg chg="mod">
          <ac:chgData name="Sebastian Andres Ulloa Quezada" userId="e3cba82caada5b63" providerId="LiveId" clId="{20DC8391-C72B-4F47-82C5-B7A197CAD882}" dt="2022-06-11T04:04:49.852" v="765" actId="108"/>
          <ac:spMkLst>
            <pc:docMk/>
            <pc:sldMk cId="1683786043" sldId="451"/>
            <ac:spMk id="2" creationId="{AC902E71-A46F-3C70-6AE5-9EDBFF2D8F38}"/>
          </ac:spMkLst>
        </pc:spChg>
        <pc:spChg chg="mod">
          <ac:chgData name="Sebastian Andres Ulloa Quezada" userId="e3cba82caada5b63" providerId="LiveId" clId="{20DC8391-C72B-4F47-82C5-B7A197CAD882}" dt="2022-06-11T03:41:36.137" v="709"/>
          <ac:spMkLst>
            <pc:docMk/>
            <pc:sldMk cId="1683786043" sldId="451"/>
            <ac:spMk id="3" creationId="{8173C2CB-9E99-2D1C-7EB2-079AB8EC56CE}"/>
          </ac:spMkLst>
        </pc:spChg>
        <pc:spChg chg="add mod">
          <ac:chgData name="Sebastian Andres Ulloa Quezada" userId="e3cba82caada5b63" providerId="LiveId" clId="{20DC8391-C72B-4F47-82C5-B7A197CAD882}" dt="2022-06-11T04:05:58" v="771" actId="2711"/>
          <ac:spMkLst>
            <pc:docMk/>
            <pc:sldMk cId="1683786043" sldId="451"/>
            <ac:spMk id="7" creationId="{23350BEE-8008-711B-597B-157090699EDA}"/>
          </ac:spMkLst>
        </pc:spChg>
        <pc:picChg chg="add">
          <ac:chgData name="Sebastian Andres Ulloa Quezada" userId="e3cba82caada5b63" providerId="LiveId" clId="{20DC8391-C72B-4F47-82C5-B7A197CAD882}" dt="2022-06-11T03:41:48.297" v="710" actId="22"/>
          <ac:picMkLst>
            <pc:docMk/>
            <pc:sldMk cId="1683786043" sldId="451"/>
            <ac:picMk id="5" creationId="{15B7A5E4-3A0A-32CF-99A5-28AAAF9730C3}"/>
          </ac:picMkLst>
        </pc:picChg>
      </pc:sldChg>
      <pc:sldChg chg="addSp delSp modSp new mod">
        <pc:chgData name="Sebastian Andres Ulloa Quezada" userId="e3cba82caada5b63" providerId="LiveId" clId="{20DC8391-C72B-4F47-82C5-B7A197CAD882}" dt="2022-06-11T04:06:29.955" v="780" actId="1076"/>
        <pc:sldMkLst>
          <pc:docMk/>
          <pc:sldMk cId="2970771237" sldId="452"/>
        </pc:sldMkLst>
        <pc:spChg chg="del">
          <ac:chgData name="Sebastian Andres Ulloa Quezada" userId="e3cba82caada5b63" providerId="LiveId" clId="{20DC8391-C72B-4F47-82C5-B7A197CAD882}" dt="2022-06-11T04:06:09.405" v="773" actId="478"/>
          <ac:spMkLst>
            <pc:docMk/>
            <pc:sldMk cId="2970771237" sldId="452"/>
            <ac:spMk id="2" creationId="{DFBAF6B9-23AF-24C0-300E-C29716D26BE8}"/>
          </ac:spMkLst>
        </pc:spChg>
        <pc:spChg chg="mod">
          <ac:chgData name="Sebastian Andres Ulloa Quezada" userId="e3cba82caada5b63" providerId="LiveId" clId="{20DC8391-C72B-4F47-82C5-B7A197CAD882}" dt="2022-06-11T04:06:26.167" v="778" actId="1076"/>
          <ac:spMkLst>
            <pc:docMk/>
            <pc:sldMk cId="2970771237" sldId="452"/>
            <ac:spMk id="3" creationId="{2A973AC5-7D19-5D88-F309-34F8C265E6DA}"/>
          </ac:spMkLst>
        </pc:spChg>
        <pc:picChg chg="add mod">
          <ac:chgData name="Sebastian Andres Ulloa Quezada" userId="e3cba82caada5b63" providerId="LiveId" clId="{20DC8391-C72B-4F47-82C5-B7A197CAD882}" dt="2022-06-11T04:06:29.955" v="780" actId="1076"/>
          <ac:picMkLst>
            <pc:docMk/>
            <pc:sldMk cId="2970771237" sldId="452"/>
            <ac:picMk id="5" creationId="{DFAC7716-9BA3-B9EE-120E-07AD5A0B4CE3}"/>
          </ac:picMkLst>
        </pc:picChg>
      </pc:sldChg>
      <pc:sldChg chg="addSp delSp modSp new mod ord">
        <pc:chgData name="Sebastian Andres Ulloa Quezada" userId="e3cba82caada5b63" providerId="LiveId" clId="{20DC8391-C72B-4F47-82C5-B7A197CAD882}" dt="2022-06-11T04:11:52.410" v="909" actId="20577"/>
        <pc:sldMkLst>
          <pc:docMk/>
          <pc:sldMk cId="2307840925" sldId="453"/>
        </pc:sldMkLst>
        <pc:spChg chg="del">
          <ac:chgData name="Sebastian Andres Ulloa Quezada" userId="e3cba82caada5b63" providerId="LiveId" clId="{20DC8391-C72B-4F47-82C5-B7A197CAD882}" dt="2022-06-11T04:00:13.803" v="727" actId="478"/>
          <ac:spMkLst>
            <pc:docMk/>
            <pc:sldMk cId="2307840925" sldId="453"/>
            <ac:spMk id="2" creationId="{C5679C10-A732-B5F4-84BD-7BB02E76E26C}"/>
          </ac:spMkLst>
        </pc:spChg>
        <pc:spChg chg="mod">
          <ac:chgData name="Sebastian Andres Ulloa Quezada" userId="e3cba82caada5b63" providerId="LiveId" clId="{20DC8391-C72B-4F47-82C5-B7A197CAD882}" dt="2022-06-11T04:11:52.410" v="909" actId="20577"/>
          <ac:spMkLst>
            <pc:docMk/>
            <pc:sldMk cId="2307840925" sldId="453"/>
            <ac:spMk id="3" creationId="{2185B429-413B-50A6-38A7-95D2ED0DF516}"/>
          </ac:spMkLst>
        </pc:spChg>
        <pc:picChg chg="add del mod">
          <ac:chgData name="Sebastian Andres Ulloa Quezada" userId="e3cba82caada5b63" providerId="LiveId" clId="{20DC8391-C72B-4F47-82C5-B7A197CAD882}" dt="2022-06-11T04:09:20.513" v="862" actId="21"/>
          <ac:picMkLst>
            <pc:docMk/>
            <pc:sldMk cId="2307840925" sldId="453"/>
            <ac:picMk id="5" creationId="{DD830B5D-67EF-0E35-AD3E-B77207420AEE}"/>
          </ac:picMkLst>
        </pc:picChg>
      </pc:sldChg>
      <pc:sldChg chg="addSp delSp modSp new mod">
        <pc:chgData name="Sebastian Andres Ulloa Quezada" userId="e3cba82caada5b63" providerId="LiveId" clId="{20DC8391-C72B-4F47-82C5-B7A197CAD882}" dt="2022-06-11T04:12:39.597" v="916" actId="1076"/>
        <pc:sldMkLst>
          <pc:docMk/>
          <pc:sldMk cId="1907008148" sldId="454"/>
        </pc:sldMkLst>
        <pc:spChg chg="del">
          <ac:chgData name="Sebastian Andres Ulloa Quezada" userId="e3cba82caada5b63" providerId="LiveId" clId="{20DC8391-C72B-4F47-82C5-B7A197CAD882}" dt="2022-06-11T04:09:02.382" v="853" actId="478"/>
          <ac:spMkLst>
            <pc:docMk/>
            <pc:sldMk cId="1907008148" sldId="454"/>
            <ac:spMk id="2" creationId="{3AC0DFEA-1664-864B-3DAC-A25828ECC4EC}"/>
          </ac:spMkLst>
        </pc:spChg>
        <pc:spChg chg="del">
          <ac:chgData name="Sebastian Andres Ulloa Quezada" userId="e3cba82caada5b63" providerId="LiveId" clId="{20DC8391-C72B-4F47-82C5-B7A197CAD882}" dt="2022-06-11T04:00:11.381" v="726" actId="478"/>
          <ac:spMkLst>
            <pc:docMk/>
            <pc:sldMk cId="1907008148" sldId="454"/>
            <ac:spMk id="3" creationId="{856ACAA5-4E30-1061-36D9-AE60AB07A24D}"/>
          </ac:spMkLst>
        </pc:spChg>
        <pc:spChg chg="add del mod">
          <ac:chgData name="Sebastian Andres Ulloa Quezada" userId="e3cba82caada5b63" providerId="LiveId" clId="{20DC8391-C72B-4F47-82C5-B7A197CAD882}" dt="2022-06-11T04:09:06.241" v="857" actId="478"/>
          <ac:spMkLst>
            <pc:docMk/>
            <pc:sldMk cId="1907008148" sldId="454"/>
            <ac:spMk id="5" creationId="{18A2A192-329A-3DA1-273C-D28BE7953EFD}"/>
          </ac:spMkLst>
        </pc:spChg>
        <pc:spChg chg="add mod">
          <ac:chgData name="Sebastian Andres Ulloa Quezada" userId="e3cba82caada5b63" providerId="LiveId" clId="{20DC8391-C72B-4F47-82C5-B7A197CAD882}" dt="2022-06-11T04:12:39.597" v="916" actId="1076"/>
          <ac:spMkLst>
            <pc:docMk/>
            <pc:sldMk cId="1907008148" sldId="454"/>
            <ac:spMk id="7" creationId="{1814192B-D29C-5CE7-AA21-0395FF20490B}"/>
          </ac:spMkLst>
        </pc:spChg>
        <pc:spChg chg="add del mod">
          <ac:chgData name="Sebastian Andres Ulloa Quezada" userId="e3cba82caada5b63" providerId="LiveId" clId="{20DC8391-C72B-4F47-82C5-B7A197CAD882}" dt="2022-06-11T04:10:26.755" v="902"/>
          <ac:spMkLst>
            <pc:docMk/>
            <pc:sldMk cId="1907008148" sldId="454"/>
            <ac:spMk id="9" creationId="{D14F615A-E41B-7720-EFBC-C822D4B634B6}"/>
          </ac:spMkLst>
        </pc:spChg>
        <pc:picChg chg="add mod">
          <ac:chgData name="Sebastian Andres Ulloa Quezada" userId="e3cba82caada5b63" providerId="LiveId" clId="{20DC8391-C72B-4F47-82C5-B7A197CAD882}" dt="2022-06-11T04:12:32.590" v="915" actId="1076"/>
          <ac:picMkLst>
            <pc:docMk/>
            <pc:sldMk cId="1907008148" sldId="454"/>
            <ac:picMk id="10" creationId="{80E03A86-7CAF-B14C-22F7-5B2F753CE60C}"/>
          </ac:picMkLst>
        </pc:picChg>
      </pc:sldChg>
      <pc:sldChg chg="addSp new mod">
        <pc:chgData name="Sebastian Andres Ulloa Quezada" userId="e3cba82caada5b63" providerId="LiveId" clId="{20DC8391-C72B-4F47-82C5-B7A197CAD882}" dt="2022-06-11T04:19:02.607" v="1004" actId="22"/>
        <pc:sldMkLst>
          <pc:docMk/>
          <pc:sldMk cId="3159456394" sldId="455"/>
        </pc:sldMkLst>
        <pc:picChg chg="add">
          <ac:chgData name="Sebastian Andres Ulloa Quezada" userId="e3cba82caada5b63" providerId="LiveId" clId="{20DC8391-C72B-4F47-82C5-B7A197CAD882}" dt="2022-06-11T04:19:02.607" v="1004" actId="22"/>
          <ac:picMkLst>
            <pc:docMk/>
            <pc:sldMk cId="3159456394" sldId="455"/>
            <ac:picMk id="5" creationId="{4E70EEAC-86C7-5734-0C08-BDA0A3485050}"/>
          </ac:picMkLst>
        </pc:picChg>
      </pc:sldChg>
      <pc:sldChg chg="addSp new mod">
        <pc:chgData name="Sebastian Andres Ulloa Quezada" userId="e3cba82caada5b63" providerId="LiveId" clId="{20DC8391-C72B-4F47-82C5-B7A197CAD882}" dt="2022-06-11T04:19:24.075" v="1006" actId="22"/>
        <pc:sldMkLst>
          <pc:docMk/>
          <pc:sldMk cId="1817457085" sldId="456"/>
        </pc:sldMkLst>
        <pc:picChg chg="add">
          <ac:chgData name="Sebastian Andres Ulloa Quezada" userId="e3cba82caada5b63" providerId="LiveId" clId="{20DC8391-C72B-4F47-82C5-B7A197CAD882}" dt="2022-06-11T04:19:24.075" v="1006" actId="22"/>
          <ac:picMkLst>
            <pc:docMk/>
            <pc:sldMk cId="1817457085" sldId="456"/>
            <ac:picMk id="5" creationId="{F6160096-BE78-2B87-035D-A954073DD649}"/>
          </ac:picMkLst>
        </pc:picChg>
      </pc:sldChg>
      <pc:sldChg chg="addSp modSp new mod">
        <pc:chgData name="Sebastian Andres Ulloa Quezada" userId="e3cba82caada5b63" providerId="LiveId" clId="{20DC8391-C72B-4F47-82C5-B7A197CAD882}" dt="2022-06-11T04:40:13.827" v="1011" actId="1076"/>
        <pc:sldMkLst>
          <pc:docMk/>
          <pc:sldMk cId="4138644151" sldId="457"/>
        </pc:sldMkLst>
        <pc:picChg chg="add mod">
          <ac:chgData name="Sebastian Andres Ulloa Quezada" userId="e3cba82caada5b63" providerId="LiveId" clId="{20DC8391-C72B-4F47-82C5-B7A197CAD882}" dt="2022-06-11T04:40:13.827" v="1011" actId="1076"/>
          <ac:picMkLst>
            <pc:docMk/>
            <pc:sldMk cId="4138644151" sldId="457"/>
            <ac:picMk id="5" creationId="{E1CD8EC7-D39C-7F60-BDA5-3782AC73EB4D}"/>
          </ac:picMkLst>
        </pc:picChg>
      </pc:sldChg>
      <pc:sldChg chg="addSp delSp modSp new mod">
        <pc:chgData name="Sebastian Andres Ulloa Quezada" userId="e3cba82caada5b63" providerId="LiveId" clId="{20DC8391-C72B-4F47-82C5-B7A197CAD882}" dt="2022-06-11T12:36:33.985" v="1033"/>
        <pc:sldMkLst>
          <pc:docMk/>
          <pc:sldMk cId="3453644565" sldId="458"/>
        </pc:sldMkLst>
        <pc:spChg chg="mod">
          <ac:chgData name="Sebastian Andres Ulloa Quezada" userId="e3cba82caada5b63" providerId="LiveId" clId="{20DC8391-C72B-4F47-82C5-B7A197CAD882}" dt="2022-06-11T12:35:01.276" v="1028" actId="108"/>
          <ac:spMkLst>
            <pc:docMk/>
            <pc:sldMk cId="3453644565" sldId="458"/>
            <ac:spMk id="2" creationId="{005C5E34-2D0B-1388-A00A-54B57162ED46}"/>
          </ac:spMkLst>
        </pc:spChg>
        <pc:spChg chg="del">
          <ac:chgData name="Sebastian Andres Ulloa Quezada" userId="e3cba82caada5b63" providerId="LiveId" clId="{20DC8391-C72B-4F47-82C5-B7A197CAD882}" dt="2022-06-11T12:35:04.094" v="1029" actId="478"/>
          <ac:spMkLst>
            <pc:docMk/>
            <pc:sldMk cId="3453644565" sldId="458"/>
            <ac:spMk id="3" creationId="{DD945424-B38F-B51C-A356-56579838002E}"/>
          </ac:spMkLst>
        </pc:spChg>
        <pc:spChg chg="add del mod">
          <ac:chgData name="Sebastian Andres Ulloa Quezada" userId="e3cba82caada5b63" providerId="LiveId" clId="{20DC8391-C72B-4F47-82C5-B7A197CAD882}" dt="2022-06-11T12:35:35.362" v="1032" actId="478"/>
          <ac:spMkLst>
            <pc:docMk/>
            <pc:sldMk cId="3453644565" sldId="458"/>
            <ac:spMk id="5" creationId="{FDA8FAC7-FFDE-2020-06B3-8002B42EF1FC}"/>
          </ac:spMkLst>
        </pc:spChg>
        <pc:picChg chg="add">
          <ac:chgData name="Sebastian Andres Ulloa Quezada" userId="e3cba82caada5b63" providerId="LiveId" clId="{20DC8391-C72B-4F47-82C5-B7A197CAD882}" dt="2022-06-11T12:36:33.985" v="1033"/>
          <ac:picMkLst>
            <pc:docMk/>
            <pc:sldMk cId="3453644565" sldId="458"/>
            <ac:picMk id="1026" creationId="{DE820648-D107-6AAE-0144-2C91F1405983}"/>
          </ac:picMkLst>
        </pc:picChg>
      </pc:sldChg>
      <pc:sldChg chg="modSp new mod">
        <pc:chgData name="Sebastian Andres Ulloa Quezada" userId="e3cba82caada5b63" providerId="LiveId" clId="{20DC8391-C72B-4F47-82C5-B7A197CAD882}" dt="2022-06-11T12:58:21.500" v="1120" actId="2711"/>
        <pc:sldMkLst>
          <pc:docMk/>
          <pc:sldMk cId="734868882" sldId="459"/>
        </pc:sldMkLst>
        <pc:spChg chg="mod">
          <ac:chgData name="Sebastian Andres Ulloa Quezada" userId="e3cba82caada5b63" providerId="LiveId" clId="{20DC8391-C72B-4F47-82C5-B7A197CAD882}" dt="2022-06-11T12:58:15.301" v="1119" actId="108"/>
          <ac:spMkLst>
            <pc:docMk/>
            <pc:sldMk cId="734868882" sldId="459"/>
            <ac:spMk id="2" creationId="{C04239BC-C7AC-D876-9A82-656B2143FEEA}"/>
          </ac:spMkLst>
        </pc:spChg>
        <pc:spChg chg="mod">
          <ac:chgData name="Sebastian Andres Ulloa Quezada" userId="e3cba82caada5b63" providerId="LiveId" clId="{20DC8391-C72B-4F47-82C5-B7A197CAD882}" dt="2022-06-11T12:58:21.500" v="1120" actId="2711"/>
          <ac:spMkLst>
            <pc:docMk/>
            <pc:sldMk cId="734868882" sldId="459"/>
            <ac:spMk id="3" creationId="{E4637726-3F1F-6DC6-BFE6-480C01B4A255}"/>
          </ac:spMkLst>
        </pc:spChg>
      </pc:sldChg>
      <pc:sldChg chg="addSp delSp modSp new mod">
        <pc:chgData name="Sebastian Andres Ulloa Quezada" userId="e3cba82caada5b63" providerId="LiveId" clId="{20DC8391-C72B-4F47-82C5-B7A197CAD882}" dt="2022-06-11T12:38:28.668" v="1066" actId="1076"/>
        <pc:sldMkLst>
          <pc:docMk/>
          <pc:sldMk cId="2992135563" sldId="460"/>
        </pc:sldMkLst>
        <pc:spChg chg="del">
          <ac:chgData name="Sebastian Andres Ulloa Quezada" userId="e3cba82caada5b63" providerId="LiveId" clId="{20DC8391-C72B-4F47-82C5-B7A197CAD882}" dt="2022-06-11T12:38:00.586" v="1060" actId="478"/>
          <ac:spMkLst>
            <pc:docMk/>
            <pc:sldMk cId="2992135563" sldId="460"/>
            <ac:spMk id="2" creationId="{8420B712-8B27-CADE-A7A7-BC017BA0714A}"/>
          </ac:spMkLst>
        </pc:spChg>
        <pc:spChg chg="del">
          <ac:chgData name="Sebastian Andres Ulloa Quezada" userId="e3cba82caada5b63" providerId="LiveId" clId="{20DC8391-C72B-4F47-82C5-B7A197CAD882}" dt="2022-06-11T12:37:57.803" v="1059" actId="478"/>
          <ac:spMkLst>
            <pc:docMk/>
            <pc:sldMk cId="2992135563" sldId="460"/>
            <ac:spMk id="3" creationId="{D654B46C-FCD4-2B37-9F63-DA2A982C997A}"/>
          </ac:spMkLst>
        </pc:spChg>
        <pc:spChg chg="add mod">
          <ac:chgData name="Sebastian Andres Ulloa Quezada" userId="e3cba82caada5b63" providerId="LiveId" clId="{20DC8391-C72B-4F47-82C5-B7A197CAD882}" dt="2022-06-11T12:38:26.585" v="1065" actId="1076"/>
          <ac:spMkLst>
            <pc:docMk/>
            <pc:sldMk cId="2992135563" sldId="460"/>
            <ac:spMk id="4" creationId="{CC62E3C1-C6C0-EEF0-A501-765A6430401F}"/>
          </ac:spMkLst>
        </pc:spChg>
        <pc:picChg chg="add mod">
          <ac:chgData name="Sebastian Andres Ulloa Quezada" userId="e3cba82caada5b63" providerId="LiveId" clId="{20DC8391-C72B-4F47-82C5-B7A197CAD882}" dt="2022-06-11T12:38:24.663" v="1064" actId="1076"/>
          <ac:picMkLst>
            <pc:docMk/>
            <pc:sldMk cId="2992135563" sldId="460"/>
            <ac:picMk id="2050" creationId="{DF7F67A5-606C-7B9E-54FA-92C822AD034A}"/>
          </ac:picMkLst>
        </pc:picChg>
        <pc:picChg chg="add mod">
          <ac:chgData name="Sebastian Andres Ulloa Quezada" userId="e3cba82caada5b63" providerId="LiveId" clId="{20DC8391-C72B-4F47-82C5-B7A197CAD882}" dt="2022-06-11T12:38:28.668" v="1066" actId="1076"/>
          <ac:picMkLst>
            <pc:docMk/>
            <pc:sldMk cId="2992135563" sldId="460"/>
            <ac:picMk id="2052" creationId="{FB50E2A2-AD6F-EB1C-A1E3-11C8B1E2CC3A}"/>
          </ac:picMkLst>
        </pc:picChg>
      </pc:sldChg>
      <pc:sldChg chg="addSp modSp new mod">
        <pc:chgData name="Sebastian Andres Ulloa Quezada" userId="e3cba82caada5b63" providerId="LiveId" clId="{20DC8391-C72B-4F47-82C5-B7A197CAD882}" dt="2022-06-11T12:58:48.386" v="1128" actId="1076"/>
        <pc:sldMkLst>
          <pc:docMk/>
          <pc:sldMk cId="4129457297" sldId="461"/>
        </pc:sldMkLst>
        <pc:spChg chg="mod">
          <ac:chgData name="Sebastian Andres Ulloa Quezada" userId="e3cba82caada5b63" providerId="LiveId" clId="{20DC8391-C72B-4F47-82C5-B7A197CAD882}" dt="2022-06-11T12:58:33.429" v="1121" actId="108"/>
          <ac:spMkLst>
            <pc:docMk/>
            <pc:sldMk cId="4129457297" sldId="461"/>
            <ac:spMk id="2" creationId="{EF177BD1-589D-1483-D2D3-378C62E8EDAA}"/>
          </ac:spMkLst>
        </pc:spChg>
        <pc:spChg chg="mod">
          <ac:chgData name="Sebastian Andres Ulloa Quezada" userId="e3cba82caada5b63" providerId="LiveId" clId="{20DC8391-C72B-4F47-82C5-B7A197CAD882}" dt="2022-06-11T12:58:43.365" v="1126" actId="20577"/>
          <ac:spMkLst>
            <pc:docMk/>
            <pc:sldMk cId="4129457297" sldId="461"/>
            <ac:spMk id="3" creationId="{FA4D07EE-EB71-C985-DA06-95CDDBDC27DF}"/>
          </ac:spMkLst>
        </pc:spChg>
        <pc:picChg chg="add mod">
          <ac:chgData name="Sebastian Andres Ulloa Quezada" userId="e3cba82caada5b63" providerId="LiveId" clId="{20DC8391-C72B-4F47-82C5-B7A197CAD882}" dt="2022-06-11T12:58:47.227" v="1127" actId="1076"/>
          <ac:picMkLst>
            <pc:docMk/>
            <pc:sldMk cId="4129457297" sldId="461"/>
            <ac:picMk id="3074" creationId="{140A1A16-47EE-7D83-F9F5-EF99F1992C3E}"/>
          </ac:picMkLst>
        </pc:picChg>
        <pc:picChg chg="add mod">
          <ac:chgData name="Sebastian Andres Ulloa Quezada" userId="e3cba82caada5b63" providerId="LiveId" clId="{20DC8391-C72B-4F47-82C5-B7A197CAD882}" dt="2022-06-11T12:58:48.386" v="1128" actId="1076"/>
          <ac:picMkLst>
            <pc:docMk/>
            <pc:sldMk cId="4129457297" sldId="461"/>
            <ac:picMk id="3076" creationId="{E7201D70-7514-A75D-3A08-8DF589B946EA}"/>
          </ac:picMkLst>
        </pc:picChg>
      </pc:sldChg>
      <pc:sldChg chg="modSp new mod ord">
        <pc:chgData name="Sebastian Andres Ulloa Quezada" userId="e3cba82caada5b63" providerId="LiveId" clId="{20DC8391-C72B-4F47-82C5-B7A197CAD882}" dt="2022-06-11T12:58:59.906" v="1130" actId="2711"/>
        <pc:sldMkLst>
          <pc:docMk/>
          <pc:sldMk cId="2327183582" sldId="462"/>
        </pc:sldMkLst>
        <pc:spChg chg="mod">
          <ac:chgData name="Sebastian Andres Ulloa Quezada" userId="e3cba82caada5b63" providerId="LiveId" clId="{20DC8391-C72B-4F47-82C5-B7A197CAD882}" dt="2022-06-11T12:58:53.788" v="1129" actId="108"/>
          <ac:spMkLst>
            <pc:docMk/>
            <pc:sldMk cId="2327183582" sldId="462"/>
            <ac:spMk id="2" creationId="{AA86BC16-75FE-5E74-3779-2BE00B60A167}"/>
          </ac:spMkLst>
        </pc:spChg>
        <pc:spChg chg="mod">
          <ac:chgData name="Sebastian Andres Ulloa Quezada" userId="e3cba82caada5b63" providerId="LiveId" clId="{20DC8391-C72B-4F47-82C5-B7A197CAD882}" dt="2022-06-11T12:58:59.906" v="1130" actId="2711"/>
          <ac:spMkLst>
            <pc:docMk/>
            <pc:sldMk cId="2327183582" sldId="462"/>
            <ac:spMk id="3" creationId="{B709DF37-30A8-3B11-9166-F244188AFDF6}"/>
          </ac:spMkLst>
        </pc:spChg>
      </pc:sldChg>
      <pc:sldChg chg="addSp delSp modSp new mod">
        <pc:chgData name="Sebastian Andres Ulloa Quezada" userId="e3cba82caada5b63" providerId="LiveId" clId="{20DC8391-C72B-4F47-82C5-B7A197CAD882}" dt="2022-06-11T12:40:42.531" v="1113" actId="14100"/>
        <pc:sldMkLst>
          <pc:docMk/>
          <pc:sldMk cId="638055505" sldId="463"/>
        </pc:sldMkLst>
        <pc:spChg chg="del">
          <ac:chgData name="Sebastian Andres Ulloa Quezada" userId="e3cba82caada5b63" providerId="LiveId" clId="{20DC8391-C72B-4F47-82C5-B7A197CAD882}" dt="2022-06-11T12:40:36.990" v="1110" actId="478"/>
          <ac:spMkLst>
            <pc:docMk/>
            <pc:sldMk cId="638055505" sldId="463"/>
            <ac:spMk id="2" creationId="{5047FE32-61F7-6AF8-DB63-A91125CC4236}"/>
          </ac:spMkLst>
        </pc:spChg>
        <pc:spChg chg="del">
          <ac:chgData name="Sebastian Andres Ulloa Quezada" userId="e3cba82caada5b63" providerId="LiveId" clId="{20DC8391-C72B-4F47-82C5-B7A197CAD882}" dt="2022-06-11T12:40:35.520" v="1109" actId="478"/>
          <ac:spMkLst>
            <pc:docMk/>
            <pc:sldMk cId="638055505" sldId="463"/>
            <ac:spMk id="3" creationId="{818F4225-C39F-C113-014A-5CFF69779728}"/>
          </ac:spMkLst>
        </pc:spChg>
        <pc:picChg chg="add mod">
          <ac:chgData name="Sebastian Andres Ulloa Quezada" userId="e3cba82caada5b63" providerId="LiveId" clId="{20DC8391-C72B-4F47-82C5-B7A197CAD882}" dt="2022-06-11T12:40:42.531" v="1113" actId="14100"/>
          <ac:picMkLst>
            <pc:docMk/>
            <pc:sldMk cId="638055505" sldId="463"/>
            <ac:picMk id="4098" creationId="{EC37B368-5EE0-7D30-FE5D-4AE0934DD8B3}"/>
          </ac:picMkLst>
        </pc:picChg>
      </pc:sldChg>
      <pc:sldChg chg="delSp modSp new mod">
        <pc:chgData name="Sebastian Andres Ulloa Quezada" userId="e3cba82caada5b63" providerId="LiveId" clId="{20DC8391-C72B-4F47-82C5-B7A197CAD882}" dt="2022-06-11T12:42:41.987" v="1118" actId="478"/>
        <pc:sldMkLst>
          <pc:docMk/>
          <pc:sldMk cId="936866508" sldId="464"/>
        </pc:sldMkLst>
        <pc:spChg chg="del">
          <ac:chgData name="Sebastian Andres Ulloa Quezada" userId="e3cba82caada5b63" providerId="LiveId" clId="{20DC8391-C72B-4F47-82C5-B7A197CAD882}" dt="2022-06-11T12:42:41.987" v="1118" actId="478"/>
          <ac:spMkLst>
            <pc:docMk/>
            <pc:sldMk cId="936866508" sldId="464"/>
            <ac:spMk id="2" creationId="{183DF03B-4ADA-E0F2-2F7E-1794D2DE3910}"/>
          </ac:spMkLst>
        </pc:spChg>
        <pc:spChg chg="mod">
          <ac:chgData name="Sebastian Andres Ulloa Quezada" userId="e3cba82caada5b63" providerId="LiveId" clId="{20DC8391-C72B-4F47-82C5-B7A197CAD882}" dt="2022-06-11T12:41:33.499" v="1117" actId="20577"/>
          <ac:spMkLst>
            <pc:docMk/>
            <pc:sldMk cId="936866508" sldId="464"/>
            <ac:spMk id="3" creationId="{F16C9254-5BB4-1C87-F3AB-13A418C2CEA0}"/>
          </ac:spMkLst>
        </pc:spChg>
      </pc:sldChg>
    </pc:docChg>
  </pc:docChgLst>
  <pc:docChgLst>
    <pc:chgData name="Sebastian Andres Ulloa Quezada" userId="e3cba82caada5b63" providerId="LiveId" clId="{DD4785FF-08A3-40D6-83B7-545D00462577}"/>
    <pc:docChg chg="undo custSel addSld delSld modSld sldOrd">
      <pc:chgData name="Sebastian Andres Ulloa Quezada" userId="e3cba82caada5b63" providerId="LiveId" clId="{DD4785FF-08A3-40D6-83B7-545D00462577}" dt="2022-06-10T04:01:42.354" v="1162" actId="27636"/>
      <pc:docMkLst>
        <pc:docMk/>
      </pc:docMkLst>
      <pc:sldChg chg="modSp">
        <pc:chgData name="Sebastian Andres Ulloa Quezada" userId="e3cba82caada5b63" providerId="LiveId" clId="{DD4785FF-08A3-40D6-83B7-545D00462577}" dt="2022-06-10T03:48:53.651" v="1134" actId="20577"/>
        <pc:sldMkLst>
          <pc:docMk/>
          <pc:sldMk cId="488143113" sldId="257"/>
        </pc:sldMkLst>
        <pc:spChg chg="mod">
          <ac:chgData name="Sebastian Andres Ulloa Quezada" userId="e3cba82caada5b63" providerId="LiveId" clId="{DD4785FF-08A3-40D6-83B7-545D00462577}" dt="2022-06-10T03:48:53.651" v="1134" actId="20577"/>
          <ac:spMkLst>
            <pc:docMk/>
            <pc:sldMk cId="488143113" sldId="257"/>
            <ac:spMk id="4" creationId="{4827A918-39AC-44E7-8C06-EF719EF149C0}"/>
          </ac:spMkLst>
        </pc:spChg>
      </pc:sldChg>
      <pc:sldChg chg="delSp modSp add mod">
        <pc:chgData name="Sebastian Andres Ulloa Quezada" userId="e3cba82caada5b63" providerId="LiveId" clId="{DD4785FF-08A3-40D6-83B7-545D00462577}" dt="2022-06-10T01:39:28.632" v="939" actId="478"/>
        <pc:sldMkLst>
          <pc:docMk/>
          <pc:sldMk cId="4175873815" sldId="258"/>
        </pc:sldMkLst>
        <pc:spChg chg="mod">
          <ac:chgData name="Sebastian Andres Ulloa Quezada" userId="e3cba82caada5b63" providerId="LiveId" clId="{DD4785FF-08A3-40D6-83B7-545D00462577}" dt="2022-06-10T01:39:16.895" v="936" actId="108"/>
          <ac:spMkLst>
            <pc:docMk/>
            <pc:sldMk cId="4175873815" sldId="258"/>
            <ac:spMk id="2" creationId="{00000000-0000-0000-0000-000000000000}"/>
          </ac:spMkLst>
        </pc:spChg>
        <pc:spChg chg="del">
          <ac:chgData name="Sebastian Andres Ulloa Quezada" userId="e3cba82caada5b63" providerId="LiveId" clId="{DD4785FF-08A3-40D6-83B7-545D00462577}" dt="2022-06-10T01:39:26.448" v="938" actId="478"/>
          <ac:spMkLst>
            <pc:docMk/>
            <pc:sldMk cId="4175873815" sldId="258"/>
            <ac:spMk id="4" creationId="{AA33F977-BAE5-45CA-9F40-E9596F0B6698}"/>
          </ac:spMkLst>
        </pc:spChg>
        <pc:spChg chg="del">
          <ac:chgData name="Sebastian Andres Ulloa Quezada" userId="e3cba82caada5b63" providerId="LiveId" clId="{DD4785FF-08A3-40D6-83B7-545D00462577}" dt="2022-06-10T01:39:28.632" v="939" actId="478"/>
          <ac:spMkLst>
            <pc:docMk/>
            <pc:sldMk cId="4175873815" sldId="258"/>
            <ac:spMk id="5" creationId="{45E9CCF1-A23A-4D54-9639-6467301EF5A6}"/>
          </ac:spMkLst>
        </pc:spChg>
        <pc:graphicFrameChg chg="mod">
          <ac:chgData name="Sebastian Andres Ulloa Quezada" userId="e3cba82caada5b63" providerId="LiveId" clId="{DD4785FF-08A3-40D6-83B7-545D00462577}" dt="2022-06-10T01:39:23.366" v="937" actId="1076"/>
          <ac:graphicFrameMkLst>
            <pc:docMk/>
            <pc:sldMk cId="4175873815" sldId="258"/>
            <ac:graphicFrameMk id="8" creationId="{21988AEA-D56C-4336-ADAC-340FBF7C3D24}"/>
          </ac:graphicFrameMkLst>
        </pc:graphicFrameChg>
      </pc:sldChg>
      <pc:sldChg chg="delSp modSp add mod ord">
        <pc:chgData name="Sebastian Andres Ulloa Quezada" userId="e3cba82caada5b63" providerId="LiveId" clId="{DD4785FF-08A3-40D6-83B7-545D00462577}" dt="2022-06-10T01:46:44.705" v="1019"/>
        <pc:sldMkLst>
          <pc:docMk/>
          <pc:sldMk cId="3964055122" sldId="260"/>
        </pc:sldMkLst>
        <pc:spChg chg="mod">
          <ac:chgData name="Sebastian Andres Ulloa Quezada" userId="e3cba82caada5b63" providerId="LiveId" clId="{DD4785FF-08A3-40D6-83B7-545D00462577}" dt="2022-06-10T01:46:27.681" v="1012"/>
          <ac:spMkLst>
            <pc:docMk/>
            <pc:sldMk cId="3964055122" sldId="260"/>
            <ac:spMk id="2" creationId="{00000000-0000-0000-0000-000000000000}"/>
          </ac:spMkLst>
        </pc:spChg>
        <pc:spChg chg="mod">
          <ac:chgData name="Sebastian Andres Ulloa Quezada" userId="e3cba82caada5b63" providerId="LiveId" clId="{DD4785FF-08A3-40D6-83B7-545D00462577}" dt="2022-06-10T01:46:36.496" v="1016" actId="1076"/>
          <ac:spMkLst>
            <pc:docMk/>
            <pc:sldMk cId="3964055122" sldId="260"/>
            <ac:spMk id="3" creationId="{00000000-0000-0000-0000-000000000000}"/>
          </ac:spMkLst>
        </pc:spChg>
        <pc:spChg chg="del">
          <ac:chgData name="Sebastian Andres Ulloa Quezada" userId="e3cba82caada5b63" providerId="LiveId" clId="{DD4785FF-08A3-40D6-83B7-545D00462577}" dt="2022-06-10T01:46:31.727" v="1014" actId="478"/>
          <ac:spMkLst>
            <pc:docMk/>
            <pc:sldMk cId="3964055122" sldId="260"/>
            <ac:spMk id="6" creationId="{E2E8FF91-4EA5-417A-87B0-21B8232DE5C5}"/>
          </ac:spMkLst>
        </pc:spChg>
        <pc:spChg chg="del">
          <ac:chgData name="Sebastian Andres Ulloa Quezada" userId="e3cba82caada5b63" providerId="LiveId" clId="{DD4785FF-08A3-40D6-83B7-545D00462577}" dt="2022-06-10T01:46:32.550" v="1015" actId="478"/>
          <ac:spMkLst>
            <pc:docMk/>
            <pc:sldMk cId="3964055122" sldId="260"/>
            <ac:spMk id="7" creationId="{32D203D3-7693-4ADE-8DF6-FC5671B96300}"/>
          </ac:spMkLst>
        </pc:spChg>
        <pc:picChg chg="mod">
          <ac:chgData name="Sebastian Andres Ulloa Quezada" userId="e3cba82caada5b63" providerId="LiveId" clId="{DD4785FF-08A3-40D6-83B7-545D00462577}" dt="2022-06-10T01:46:39.335" v="1017" actId="1076"/>
          <ac:picMkLst>
            <pc:docMk/>
            <pc:sldMk cId="3964055122" sldId="260"/>
            <ac:picMk id="4098" creationId="{00000000-0000-0000-0000-000000000000}"/>
          </ac:picMkLst>
        </pc:picChg>
      </pc:sldChg>
      <pc:sldChg chg="addSp delSp modSp add del mod ord setBg modAnim">
        <pc:chgData name="Sebastian Andres Ulloa Quezada" userId="e3cba82caada5b63" providerId="LiveId" clId="{DD4785FF-08A3-40D6-83B7-545D00462577}" dt="2022-06-10T03:55:20.635" v="1149"/>
        <pc:sldMkLst>
          <pc:docMk/>
          <pc:sldMk cId="1935118462" sldId="271"/>
        </pc:sldMkLst>
        <pc:spChg chg="del mod">
          <ac:chgData name="Sebastian Andres Ulloa Quezada" userId="e3cba82caada5b63" providerId="LiveId" clId="{DD4785FF-08A3-40D6-83B7-545D00462577}" dt="2022-06-10T00:18:58.564" v="73" actId="478"/>
          <ac:spMkLst>
            <pc:docMk/>
            <pc:sldMk cId="1935118462" sldId="271"/>
            <ac:spMk id="2" creationId="{00000000-0000-0000-0000-000000000000}"/>
          </ac:spMkLst>
        </pc:spChg>
        <pc:spChg chg="add mod">
          <ac:chgData name="Sebastian Andres Ulloa Quezada" userId="e3cba82caada5b63" providerId="LiveId" clId="{DD4785FF-08A3-40D6-83B7-545D00462577}" dt="2022-06-10T03:55:11.525" v="1147" actId="20577"/>
          <ac:spMkLst>
            <pc:docMk/>
            <pc:sldMk cId="1935118462" sldId="271"/>
            <ac:spMk id="5" creationId="{D7F06905-C2E4-1AFE-5641-6C89B1B656E7}"/>
          </ac:spMkLst>
        </pc:spChg>
        <pc:spChg chg="mod">
          <ac:chgData name="Sebastian Andres Ulloa Quezada" userId="e3cba82caada5b63" providerId="LiveId" clId="{DD4785FF-08A3-40D6-83B7-545D00462577}" dt="2022-06-10T01:47:40.450" v="1027" actId="207"/>
          <ac:spMkLst>
            <pc:docMk/>
            <pc:sldMk cId="1935118462" sldId="271"/>
            <ac:spMk id="8" creationId="{6A32564F-524C-4DF6-95AE-15F41A243012}"/>
          </ac:spMkLst>
        </pc:spChg>
        <pc:spChg chg="add">
          <ac:chgData name="Sebastian Andres Ulloa Quezada" userId="e3cba82caada5b63" providerId="LiveId" clId="{DD4785FF-08A3-40D6-83B7-545D00462577}" dt="2022-06-10T00:49:56.472" v="415" actId="26606"/>
          <ac:spMkLst>
            <pc:docMk/>
            <pc:sldMk cId="1935118462" sldId="271"/>
            <ac:spMk id="2055" creationId="{D009D6D5-DAC2-4A8B-A17A-E206B9012D09}"/>
          </ac:spMkLst>
        </pc:spChg>
        <pc:picChg chg="del mod">
          <ac:chgData name="Sebastian Andres Ulloa Quezada" userId="e3cba82caada5b63" providerId="LiveId" clId="{DD4785FF-08A3-40D6-83B7-545D00462577}" dt="2022-06-10T00:17:05.281" v="64" actId="478"/>
          <ac:picMkLst>
            <pc:docMk/>
            <pc:sldMk cId="1935118462" sldId="271"/>
            <ac:picMk id="1032" creationId="{00000000-0000-0000-0000-000000000000}"/>
          </ac:picMkLst>
        </pc:picChg>
        <pc:picChg chg="add mod">
          <ac:chgData name="Sebastian Andres Ulloa Quezada" userId="e3cba82caada5b63" providerId="LiveId" clId="{DD4785FF-08A3-40D6-83B7-545D00462577}" dt="2022-06-10T00:51:00.186" v="446" actId="167"/>
          <ac:picMkLst>
            <pc:docMk/>
            <pc:sldMk cId="1935118462" sldId="271"/>
            <ac:picMk id="2050" creationId="{CC764CD8-49D5-38B8-F88E-DAE54F244225}"/>
          </ac:picMkLst>
        </pc:picChg>
      </pc:sldChg>
      <pc:sldChg chg="del">
        <pc:chgData name="Sebastian Andres Ulloa Quezada" userId="e3cba82caada5b63" providerId="LiveId" clId="{DD4785FF-08A3-40D6-83B7-545D00462577}" dt="2022-06-10T00:21:21.602" v="142" actId="47"/>
        <pc:sldMkLst>
          <pc:docMk/>
          <pc:sldMk cId="4113828810" sldId="275"/>
        </pc:sldMkLst>
      </pc:sldChg>
      <pc:sldChg chg="del">
        <pc:chgData name="Sebastian Andres Ulloa Quezada" userId="e3cba82caada5b63" providerId="LiveId" clId="{DD4785FF-08A3-40D6-83B7-545D00462577}" dt="2022-06-10T00:21:21.602" v="142" actId="47"/>
        <pc:sldMkLst>
          <pc:docMk/>
          <pc:sldMk cId="2961604696" sldId="277"/>
        </pc:sldMkLst>
      </pc:sldChg>
      <pc:sldChg chg="del">
        <pc:chgData name="Sebastian Andres Ulloa Quezada" userId="e3cba82caada5b63" providerId="LiveId" clId="{DD4785FF-08A3-40D6-83B7-545D00462577}" dt="2022-06-10T00:21:21.602" v="142" actId="47"/>
        <pc:sldMkLst>
          <pc:docMk/>
          <pc:sldMk cId="207946076" sldId="278"/>
        </pc:sldMkLst>
      </pc:sldChg>
      <pc:sldChg chg="del">
        <pc:chgData name="Sebastian Andres Ulloa Quezada" userId="e3cba82caada5b63" providerId="LiveId" clId="{DD4785FF-08A3-40D6-83B7-545D00462577}" dt="2022-06-10T00:21:21.602" v="142" actId="47"/>
        <pc:sldMkLst>
          <pc:docMk/>
          <pc:sldMk cId="1747734135" sldId="279"/>
        </pc:sldMkLst>
      </pc:sldChg>
      <pc:sldChg chg="del">
        <pc:chgData name="Sebastian Andres Ulloa Quezada" userId="e3cba82caada5b63" providerId="LiveId" clId="{DD4785FF-08A3-40D6-83B7-545D00462577}" dt="2022-06-10T00:21:21.602" v="142" actId="47"/>
        <pc:sldMkLst>
          <pc:docMk/>
          <pc:sldMk cId="2051621327" sldId="280"/>
        </pc:sldMkLst>
      </pc:sldChg>
      <pc:sldChg chg="del">
        <pc:chgData name="Sebastian Andres Ulloa Quezada" userId="e3cba82caada5b63" providerId="LiveId" clId="{DD4785FF-08A3-40D6-83B7-545D00462577}" dt="2022-06-10T00:21:21.602" v="142" actId="47"/>
        <pc:sldMkLst>
          <pc:docMk/>
          <pc:sldMk cId="1078826384" sldId="281"/>
        </pc:sldMkLst>
      </pc:sldChg>
      <pc:sldChg chg="addSp delSp modSp new mod">
        <pc:chgData name="Sebastian Andres Ulloa Quezada" userId="e3cba82caada5b63" providerId="LiveId" clId="{DD4785FF-08A3-40D6-83B7-545D00462577}" dt="2022-06-10T01:34:15.486" v="880"/>
        <pc:sldMkLst>
          <pc:docMk/>
          <pc:sldMk cId="200280895" sldId="282"/>
        </pc:sldMkLst>
        <pc:spChg chg="del">
          <ac:chgData name="Sebastian Andres Ulloa Quezada" userId="e3cba82caada5b63" providerId="LiveId" clId="{DD4785FF-08A3-40D6-83B7-545D00462577}" dt="2022-06-10T00:18:10.684" v="67" actId="478"/>
          <ac:spMkLst>
            <pc:docMk/>
            <pc:sldMk cId="200280895" sldId="282"/>
            <ac:spMk id="2" creationId="{7BC38127-84A2-CFB6-765F-BFFE5F39314B}"/>
          </ac:spMkLst>
        </pc:spChg>
        <pc:spChg chg="del">
          <ac:chgData name="Sebastian Andres Ulloa Quezada" userId="e3cba82caada5b63" providerId="LiveId" clId="{DD4785FF-08A3-40D6-83B7-545D00462577}" dt="2022-06-10T00:18:09.791" v="66" actId="478"/>
          <ac:spMkLst>
            <pc:docMk/>
            <pc:sldMk cId="200280895" sldId="282"/>
            <ac:spMk id="3" creationId="{5A8AEF18-B273-B75F-2167-221F3A557AAF}"/>
          </ac:spMkLst>
        </pc:spChg>
        <pc:spChg chg="add mod">
          <ac:chgData name="Sebastian Andres Ulloa Quezada" userId="e3cba82caada5b63" providerId="LiveId" clId="{DD4785FF-08A3-40D6-83B7-545D00462577}" dt="2022-06-10T01:34:15.486" v="880"/>
          <ac:spMkLst>
            <pc:docMk/>
            <pc:sldMk cId="200280895" sldId="282"/>
            <ac:spMk id="5" creationId="{EB9D25BF-1977-E97E-36D5-635CBC33073B}"/>
          </ac:spMkLst>
        </pc:spChg>
        <pc:picChg chg="add mod">
          <ac:chgData name="Sebastian Andres Ulloa Quezada" userId="e3cba82caada5b63" providerId="LiveId" clId="{DD4785FF-08A3-40D6-83B7-545D00462577}" dt="2022-06-10T00:18:16.820" v="72" actId="1076"/>
          <ac:picMkLst>
            <pc:docMk/>
            <pc:sldMk cId="200280895" sldId="282"/>
            <ac:picMk id="1026" creationId="{85AA4DEF-9F66-6187-EF6A-485CB7DE6ADC}"/>
          </ac:picMkLst>
        </pc:picChg>
      </pc:sldChg>
      <pc:sldChg chg="addSp delSp modSp new del mod">
        <pc:chgData name="Sebastian Andres Ulloa Quezada" userId="e3cba82caada5b63" providerId="LiveId" clId="{DD4785FF-08A3-40D6-83B7-545D00462577}" dt="2022-06-10T00:55:50.696" v="525" actId="47"/>
        <pc:sldMkLst>
          <pc:docMk/>
          <pc:sldMk cId="1845804931" sldId="283"/>
        </pc:sldMkLst>
        <pc:spChg chg="del">
          <ac:chgData name="Sebastian Andres Ulloa Quezada" userId="e3cba82caada5b63" providerId="LiveId" clId="{DD4785FF-08A3-40D6-83B7-545D00462577}" dt="2022-06-10T00:19:07.049" v="76" actId="478"/>
          <ac:spMkLst>
            <pc:docMk/>
            <pc:sldMk cId="1845804931" sldId="283"/>
            <ac:spMk id="2" creationId="{D973B97E-FA26-6AA6-B678-59A091DB204F}"/>
          </ac:spMkLst>
        </pc:spChg>
        <pc:spChg chg="del">
          <ac:chgData name="Sebastian Andres Ulloa Quezada" userId="e3cba82caada5b63" providerId="LiveId" clId="{DD4785FF-08A3-40D6-83B7-545D00462577}" dt="2022-06-10T00:19:02.557" v="75"/>
          <ac:spMkLst>
            <pc:docMk/>
            <pc:sldMk cId="1845804931" sldId="283"/>
            <ac:spMk id="3" creationId="{E7AC0455-639A-46D6-BFB1-DB7F97F7B39D}"/>
          </ac:spMkLst>
        </pc:spChg>
        <pc:spChg chg="add mod">
          <ac:chgData name="Sebastian Andres Ulloa Quezada" userId="e3cba82caada5b63" providerId="LiveId" clId="{DD4785FF-08A3-40D6-83B7-545D00462577}" dt="2022-06-10T00:55:48.516" v="524" actId="1076"/>
          <ac:spMkLst>
            <pc:docMk/>
            <pc:sldMk cId="1845804931" sldId="283"/>
            <ac:spMk id="4" creationId="{11EC123E-AC93-5447-6D97-94486F8720DC}"/>
          </ac:spMkLst>
        </pc:spChg>
        <pc:spChg chg="add mod">
          <ac:chgData name="Sebastian Andres Ulloa Quezada" userId="e3cba82caada5b63" providerId="LiveId" clId="{DD4785FF-08A3-40D6-83B7-545D00462577}" dt="2022-06-10T00:55:46.702" v="523" actId="1076"/>
          <ac:spMkLst>
            <pc:docMk/>
            <pc:sldMk cId="1845804931" sldId="283"/>
            <ac:spMk id="5" creationId="{F30D5090-4021-7A41-651F-222CBF064467}"/>
          </ac:spMkLst>
        </pc:spChg>
      </pc:sldChg>
      <pc:sldChg chg="addSp delSp modSp new mod">
        <pc:chgData name="Sebastian Andres Ulloa Quezada" userId="e3cba82caada5b63" providerId="LiveId" clId="{DD4785FF-08A3-40D6-83B7-545D00462577}" dt="2022-06-10T01:29:54.113" v="872" actId="123"/>
        <pc:sldMkLst>
          <pc:docMk/>
          <pc:sldMk cId="3948713529" sldId="284"/>
        </pc:sldMkLst>
        <pc:spChg chg="del">
          <ac:chgData name="Sebastian Andres Ulloa Quezada" userId="e3cba82caada5b63" providerId="LiveId" clId="{DD4785FF-08A3-40D6-83B7-545D00462577}" dt="2022-06-10T00:19:34.702" v="82" actId="478"/>
          <ac:spMkLst>
            <pc:docMk/>
            <pc:sldMk cId="3948713529" sldId="284"/>
            <ac:spMk id="2" creationId="{56C8A573-A89B-B551-7CF3-6A58F54F0D8B}"/>
          </ac:spMkLst>
        </pc:spChg>
        <pc:spChg chg="add del mod">
          <ac:chgData name="Sebastian Andres Ulloa Quezada" userId="e3cba82caada5b63" providerId="LiveId" clId="{DD4785FF-08A3-40D6-83B7-545D00462577}" dt="2022-06-10T01:29:54.113" v="872" actId="123"/>
          <ac:spMkLst>
            <pc:docMk/>
            <pc:sldMk cId="3948713529" sldId="284"/>
            <ac:spMk id="3" creationId="{AF22713B-1D0C-2FB9-9897-0FB38BE6627E}"/>
          </ac:spMkLst>
        </pc:spChg>
        <pc:spChg chg="add mod">
          <ac:chgData name="Sebastian Andres Ulloa Quezada" userId="e3cba82caada5b63" providerId="LiveId" clId="{DD4785FF-08A3-40D6-83B7-545D00462577}" dt="2022-06-10T00:56:28.043" v="538" actId="1076"/>
          <ac:spMkLst>
            <pc:docMk/>
            <pc:sldMk cId="3948713529" sldId="284"/>
            <ac:spMk id="4" creationId="{9C11F1B8-A2A9-F817-3D51-A8DA6150B95E}"/>
          </ac:spMkLst>
        </pc:spChg>
      </pc:sldChg>
      <pc:sldChg chg="addSp delSp modSp new mod">
        <pc:chgData name="Sebastian Andres Ulloa Quezada" userId="e3cba82caada5b63" providerId="LiveId" clId="{DD4785FF-08A3-40D6-83B7-545D00462577}" dt="2022-06-10T00:56:57.870" v="548" actId="1076"/>
        <pc:sldMkLst>
          <pc:docMk/>
          <pc:sldMk cId="871214750" sldId="285"/>
        </pc:sldMkLst>
        <pc:spChg chg="del">
          <ac:chgData name="Sebastian Andres Ulloa Quezada" userId="e3cba82caada5b63" providerId="LiveId" clId="{DD4785FF-08A3-40D6-83B7-545D00462577}" dt="2022-06-10T00:20:13.093" v="93" actId="478"/>
          <ac:spMkLst>
            <pc:docMk/>
            <pc:sldMk cId="871214750" sldId="285"/>
            <ac:spMk id="2" creationId="{DB6647D2-7217-EBC7-6E93-D21492E6A277}"/>
          </ac:spMkLst>
        </pc:spChg>
        <pc:spChg chg="del">
          <ac:chgData name="Sebastian Andres Ulloa Quezada" userId="e3cba82caada5b63" providerId="LiveId" clId="{DD4785FF-08A3-40D6-83B7-545D00462577}" dt="2022-06-10T00:20:02.150" v="88" actId="478"/>
          <ac:spMkLst>
            <pc:docMk/>
            <pc:sldMk cId="871214750" sldId="285"/>
            <ac:spMk id="3" creationId="{2BE1C658-9973-D6F9-DE15-1759D8B76B0C}"/>
          </ac:spMkLst>
        </pc:spChg>
        <pc:spChg chg="add mod">
          <ac:chgData name="Sebastian Andres Ulloa Quezada" userId="e3cba82caada5b63" providerId="LiveId" clId="{DD4785FF-08A3-40D6-83B7-545D00462577}" dt="2022-06-10T00:56:51.524" v="546" actId="20577"/>
          <ac:spMkLst>
            <pc:docMk/>
            <pc:sldMk cId="871214750" sldId="285"/>
            <ac:spMk id="5" creationId="{2443A079-4437-BB71-D99B-B169858855E7}"/>
          </ac:spMkLst>
        </pc:spChg>
        <pc:spChg chg="add mod">
          <ac:chgData name="Sebastian Andres Ulloa Quezada" userId="e3cba82caada5b63" providerId="LiveId" clId="{DD4785FF-08A3-40D6-83B7-545D00462577}" dt="2022-06-10T00:56:57.870" v="548" actId="1076"/>
          <ac:spMkLst>
            <pc:docMk/>
            <pc:sldMk cId="871214750" sldId="285"/>
            <ac:spMk id="6" creationId="{C1DFD827-6879-DF62-7272-842FED6D119E}"/>
          </ac:spMkLst>
        </pc:spChg>
        <pc:picChg chg="add mod">
          <ac:chgData name="Sebastian Andres Ulloa Quezada" userId="e3cba82caada5b63" providerId="LiveId" clId="{DD4785FF-08A3-40D6-83B7-545D00462577}" dt="2022-06-10T00:20:06.444" v="91" actId="1076"/>
          <ac:picMkLst>
            <pc:docMk/>
            <pc:sldMk cId="871214750" sldId="285"/>
            <ac:picMk id="4" creationId="{3C7245FB-E004-D9BC-1CEC-5FC5B128BBC0}"/>
          </ac:picMkLst>
        </pc:picChg>
      </pc:sldChg>
      <pc:sldChg chg="delSp modSp add mod">
        <pc:chgData name="Sebastian Andres Ulloa Quezada" userId="e3cba82caada5b63" providerId="LiveId" clId="{DD4785FF-08A3-40D6-83B7-545D00462577}" dt="2022-06-10T00:57:26.792" v="558" actId="2711"/>
        <pc:sldMkLst>
          <pc:docMk/>
          <pc:sldMk cId="3964164581" sldId="286"/>
        </pc:sldMkLst>
        <pc:spChg chg="mod">
          <ac:chgData name="Sebastian Andres Ulloa Quezada" userId="e3cba82caada5b63" providerId="LiveId" clId="{DD4785FF-08A3-40D6-83B7-545D00462577}" dt="2022-06-10T00:57:26.792" v="558" actId="2711"/>
          <ac:spMkLst>
            <pc:docMk/>
            <pc:sldMk cId="3964164581" sldId="286"/>
            <ac:spMk id="5" creationId="{2443A079-4437-BB71-D99B-B169858855E7}"/>
          </ac:spMkLst>
        </pc:spChg>
        <pc:spChg chg="mod">
          <ac:chgData name="Sebastian Andres Ulloa Quezada" userId="e3cba82caada5b63" providerId="LiveId" clId="{DD4785FF-08A3-40D6-83B7-545D00462577}" dt="2022-06-10T00:57:17.333" v="554" actId="120"/>
          <ac:spMkLst>
            <pc:docMk/>
            <pc:sldMk cId="3964164581" sldId="286"/>
            <ac:spMk id="6" creationId="{C1DFD827-6879-DF62-7272-842FED6D119E}"/>
          </ac:spMkLst>
        </pc:spChg>
        <pc:picChg chg="del">
          <ac:chgData name="Sebastian Andres Ulloa Quezada" userId="e3cba82caada5b63" providerId="LiveId" clId="{DD4785FF-08A3-40D6-83B7-545D00462577}" dt="2022-06-10T00:21:01.300" v="140" actId="478"/>
          <ac:picMkLst>
            <pc:docMk/>
            <pc:sldMk cId="3964164581" sldId="286"/>
            <ac:picMk id="4" creationId="{3C7245FB-E004-D9BC-1CEC-5FC5B128BBC0}"/>
          </ac:picMkLst>
        </pc:picChg>
      </pc:sldChg>
      <pc:sldChg chg="addSp delSp modSp new del mod">
        <pc:chgData name="Sebastian Andres Ulloa Quezada" userId="e3cba82caada5b63" providerId="LiveId" clId="{DD4785FF-08A3-40D6-83B7-545D00462577}" dt="2022-06-10T01:34:17.524" v="881" actId="47"/>
        <pc:sldMkLst>
          <pc:docMk/>
          <pc:sldMk cId="2996512681" sldId="287"/>
        </pc:sldMkLst>
        <pc:spChg chg="del">
          <ac:chgData name="Sebastian Andres Ulloa Quezada" userId="e3cba82caada5b63" providerId="LiveId" clId="{DD4785FF-08A3-40D6-83B7-545D00462577}" dt="2022-06-10T00:21:33.463" v="145"/>
          <ac:spMkLst>
            <pc:docMk/>
            <pc:sldMk cId="2996512681" sldId="287"/>
            <ac:spMk id="2" creationId="{C2DC77DE-BAB4-EE58-1FCF-3F8F2552175F}"/>
          </ac:spMkLst>
        </pc:spChg>
        <pc:spChg chg="del">
          <ac:chgData name="Sebastian Andres Ulloa Quezada" userId="e3cba82caada5b63" providerId="LiveId" clId="{DD4785FF-08A3-40D6-83B7-545D00462577}" dt="2022-06-10T00:21:49.960" v="156" actId="478"/>
          <ac:spMkLst>
            <pc:docMk/>
            <pc:sldMk cId="2996512681" sldId="287"/>
            <ac:spMk id="3" creationId="{793E3B85-E3B6-65B5-25E1-B9835EF029D6}"/>
          </ac:spMkLst>
        </pc:spChg>
        <pc:spChg chg="add del mod">
          <ac:chgData name="Sebastian Andres Ulloa Quezada" userId="e3cba82caada5b63" providerId="LiveId" clId="{DD4785FF-08A3-40D6-83B7-545D00462577}" dt="2022-06-10T00:58:40.809" v="582" actId="478"/>
          <ac:spMkLst>
            <pc:docMk/>
            <pc:sldMk cId="2996512681" sldId="287"/>
            <ac:spMk id="5" creationId="{3CCDBED6-0970-48E6-8F88-54BF3FCC935A}"/>
          </ac:spMkLst>
        </pc:spChg>
        <pc:spChg chg="add del mod">
          <ac:chgData name="Sebastian Andres Ulloa Quezada" userId="e3cba82caada5b63" providerId="LiveId" clId="{DD4785FF-08A3-40D6-83B7-545D00462577}" dt="2022-06-10T01:34:13.905" v="879" actId="21"/>
          <ac:spMkLst>
            <pc:docMk/>
            <pc:sldMk cId="2996512681" sldId="287"/>
            <ac:spMk id="6" creationId="{FC2154FD-45F8-C25F-2269-AA50546B640A}"/>
          </ac:spMkLst>
        </pc:spChg>
        <pc:spChg chg="add del mod">
          <ac:chgData name="Sebastian Andres Ulloa Quezada" userId="e3cba82caada5b63" providerId="LiveId" clId="{DD4785FF-08A3-40D6-83B7-545D00462577}" dt="2022-06-10T00:58:32.015" v="577"/>
          <ac:spMkLst>
            <pc:docMk/>
            <pc:sldMk cId="2996512681" sldId="287"/>
            <ac:spMk id="7" creationId="{46138D1D-9068-83CC-9DC1-0D44C02520C5}"/>
          </ac:spMkLst>
        </pc:spChg>
        <pc:spChg chg="add mod">
          <ac:chgData name="Sebastian Andres Ulloa Quezada" userId="e3cba82caada5b63" providerId="LiveId" clId="{DD4785FF-08A3-40D6-83B7-545D00462577}" dt="2022-06-10T01:34:13.905" v="879" actId="21"/>
          <ac:spMkLst>
            <pc:docMk/>
            <pc:sldMk cId="2996512681" sldId="287"/>
            <ac:spMk id="9" creationId="{347F1A51-0588-94A3-5EDD-2D17B0BD298D}"/>
          </ac:spMkLst>
        </pc:spChg>
        <pc:picChg chg="add mod">
          <ac:chgData name="Sebastian Andres Ulloa Quezada" userId="e3cba82caada5b63" providerId="LiveId" clId="{DD4785FF-08A3-40D6-83B7-545D00462577}" dt="2022-06-10T00:58:43.715" v="583" actId="14100"/>
          <ac:picMkLst>
            <pc:docMk/>
            <pc:sldMk cId="2996512681" sldId="287"/>
            <ac:picMk id="4" creationId="{4DDB7BAF-ABC7-0567-DCC0-4E5BF5B79E69}"/>
          </ac:picMkLst>
        </pc:picChg>
      </pc:sldChg>
      <pc:sldChg chg="addSp delSp modSp new del mod">
        <pc:chgData name="Sebastian Andres Ulloa Quezada" userId="e3cba82caada5b63" providerId="LiveId" clId="{DD4785FF-08A3-40D6-83B7-545D00462577}" dt="2022-06-10T00:58:54.782" v="586" actId="47"/>
        <pc:sldMkLst>
          <pc:docMk/>
          <pc:sldMk cId="1851639940" sldId="288"/>
        </pc:sldMkLst>
        <pc:spChg chg="mod">
          <ac:chgData name="Sebastian Andres Ulloa Quezada" userId="e3cba82caada5b63" providerId="LiveId" clId="{DD4785FF-08A3-40D6-83B7-545D00462577}" dt="2022-06-10T00:22:07.255" v="158"/>
          <ac:spMkLst>
            <pc:docMk/>
            <pc:sldMk cId="1851639940" sldId="288"/>
            <ac:spMk id="2" creationId="{0650A21A-16B7-25D7-B70E-F19D4E52C31A}"/>
          </ac:spMkLst>
        </pc:spChg>
        <pc:spChg chg="del">
          <ac:chgData name="Sebastian Andres Ulloa Quezada" userId="e3cba82caada5b63" providerId="LiveId" clId="{DD4785FF-08A3-40D6-83B7-545D00462577}" dt="2022-06-10T00:22:09.492" v="159" actId="478"/>
          <ac:spMkLst>
            <pc:docMk/>
            <pc:sldMk cId="1851639940" sldId="288"/>
            <ac:spMk id="3" creationId="{C3E65AEF-9FF2-40BB-904E-8E65358D18F4}"/>
          </ac:spMkLst>
        </pc:spChg>
        <pc:spChg chg="add del mod">
          <ac:chgData name="Sebastian Andres Ulloa Quezada" userId="e3cba82caada5b63" providerId="LiveId" clId="{DD4785FF-08A3-40D6-83B7-545D00462577}" dt="2022-06-10T00:58:53.661" v="585" actId="478"/>
          <ac:spMkLst>
            <pc:docMk/>
            <pc:sldMk cId="1851639940" sldId="288"/>
            <ac:spMk id="5" creationId="{E26B71C3-31D7-E7F8-6E82-706F6F587FDD}"/>
          </ac:spMkLst>
        </pc:spChg>
      </pc:sldChg>
      <pc:sldChg chg="addSp delSp modSp new mod">
        <pc:chgData name="Sebastian Andres Ulloa Quezada" userId="e3cba82caada5b63" providerId="LiveId" clId="{DD4785FF-08A3-40D6-83B7-545D00462577}" dt="2022-06-10T03:59:49.991" v="1155" actId="1076"/>
        <pc:sldMkLst>
          <pc:docMk/>
          <pc:sldMk cId="1734094738" sldId="289"/>
        </pc:sldMkLst>
        <pc:spChg chg="del">
          <ac:chgData name="Sebastian Andres Ulloa Quezada" userId="e3cba82caada5b63" providerId="LiveId" clId="{DD4785FF-08A3-40D6-83B7-545D00462577}" dt="2022-06-10T00:22:31.164" v="163" actId="478"/>
          <ac:spMkLst>
            <pc:docMk/>
            <pc:sldMk cId="1734094738" sldId="289"/>
            <ac:spMk id="2" creationId="{12FDD650-DA97-AEE7-A5DE-4C54FBABB068}"/>
          </ac:spMkLst>
        </pc:spChg>
        <pc:spChg chg="del">
          <ac:chgData name="Sebastian Andres Ulloa Quezada" userId="e3cba82caada5b63" providerId="LiveId" clId="{DD4785FF-08A3-40D6-83B7-545D00462577}" dt="2022-06-10T00:22:30.258" v="162" actId="478"/>
          <ac:spMkLst>
            <pc:docMk/>
            <pc:sldMk cId="1734094738" sldId="289"/>
            <ac:spMk id="3" creationId="{496C3748-7AD8-41BF-1A61-7D7C007010A7}"/>
          </ac:spMkLst>
        </pc:spChg>
        <pc:picChg chg="add mod">
          <ac:chgData name="Sebastian Andres Ulloa Quezada" userId="e3cba82caada5b63" providerId="LiveId" clId="{DD4785FF-08A3-40D6-83B7-545D00462577}" dt="2022-06-10T03:59:49.991" v="1155" actId="1076"/>
          <ac:picMkLst>
            <pc:docMk/>
            <pc:sldMk cId="1734094738" sldId="289"/>
            <ac:picMk id="5" creationId="{EEE45E23-8A78-8789-4FE9-341543A7CA04}"/>
          </ac:picMkLst>
        </pc:picChg>
      </pc:sldChg>
      <pc:sldChg chg="modSp new mod ord">
        <pc:chgData name="Sebastian Andres Ulloa Quezada" userId="e3cba82caada5b63" providerId="LiveId" clId="{DD4785FF-08A3-40D6-83B7-545D00462577}" dt="2022-06-10T04:00:27.905" v="1157"/>
        <pc:sldMkLst>
          <pc:docMk/>
          <pc:sldMk cId="3797803775" sldId="290"/>
        </pc:sldMkLst>
        <pc:spChg chg="mod">
          <ac:chgData name="Sebastian Andres Ulloa Quezada" userId="e3cba82caada5b63" providerId="LiveId" clId="{DD4785FF-08A3-40D6-83B7-545D00462577}" dt="2022-06-10T00:23:11.595" v="242" actId="20577"/>
          <ac:spMkLst>
            <pc:docMk/>
            <pc:sldMk cId="3797803775" sldId="290"/>
            <ac:spMk id="2" creationId="{FCC85A66-3878-47B7-D473-F23F5BBABDDF}"/>
          </ac:spMkLst>
        </pc:spChg>
        <pc:spChg chg="mod">
          <ac:chgData name="Sebastian Andres Ulloa Quezada" userId="e3cba82caada5b63" providerId="LiveId" clId="{DD4785FF-08A3-40D6-83B7-545D00462577}" dt="2022-06-10T00:59:34.671" v="591" actId="2711"/>
          <ac:spMkLst>
            <pc:docMk/>
            <pc:sldMk cId="3797803775" sldId="290"/>
            <ac:spMk id="3" creationId="{D0300CE2-6501-5C76-3ABC-70C5BE96F926}"/>
          </ac:spMkLst>
        </pc:spChg>
      </pc:sldChg>
      <pc:sldChg chg="modSp new mod">
        <pc:chgData name="Sebastian Andres Ulloa Quezada" userId="e3cba82caada5b63" providerId="LiveId" clId="{DD4785FF-08A3-40D6-83B7-545D00462577}" dt="2022-06-10T01:35:35.381" v="905" actId="27636"/>
        <pc:sldMkLst>
          <pc:docMk/>
          <pc:sldMk cId="875865097" sldId="291"/>
        </pc:sldMkLst>
        <pc:spChg chg="mod">
          <ac:chgData name="Sebastian Andres Ulloa Quezada" userId="e3cba82caada5b63" providerId="LiveId" clId="{DD4785FF-08A3-40D6-83B7-545D00462577}" dt="2022-06-10T00:24:24.990" v="288" actId="20577"/>
          <ac:spMkLst>
            <pc:docMk/>
            <pc:sldMk cId="875865097" sldId="291"/>
            <ac:spMk id="2" creationId="{863BBD31-CC0A-E750-8CA1-B56983438A39}"/>
          </ac:spMkLst>
        </pc:spChg>
        <pc:spChg chg="mod">
          <ac:chgData name="Sebastian Andres Ulloa Quezada" userId="e3cba82caada5b63" providerId="LiveId" clId="{DD4785FF-08A3-40D6-83B7-545D00462577}" dt="2022-06-10T01:35:35.381" v="905" actId="27636"/>
          <ac:spMkLst>
            <pc:docMk/>
            <pc:sldMk cId="875865097" sldId="291"/>
            <ac:spMk id="3" creationId="{434EA580-9603-E641-86BF-A29287274A2B}"/>
          </ac:spMkLst>
        </pc:spChg>
      </pc:sldChg>
      <pc:sldChg chg="addSp delSp modSp new del mod">
        <pc:chgData name="Sebastian Andres Ulloa Quezada" userId="e3cba82caada5b63" providerId="LiveId" clId="{DD4785FF-08A3-40D6-83B7-545D00462577}" dt="2022-06-10T00:38:51.232" v="386" actId="47"/>
        <pc:sldMkLst>
          <pc:docMk/>
          <pc:sldMk cId="3334083345" sldId="292"/>
        </pc:sldMkLst>
        <pc:spChg chg="mod">
          <ac:chgData name="Sebastian Andres Ulloa Quezada" userId="e3cba82caada5b63" providerId="LiveId" clId="{DD4785FF-08A3-40D6-83B7-545D00462577}" dt="2022-06-10T00:26:59.789" v="307" actId="20577"/>
          <ac:spMkLst>
            <pc:docMk/>
            <pc:sldMk cId="3334083345" sldId="292"/>
            <ac:spMk id="2" creationId="{0BAAADD7-50AF-62DF-3131-5E96711F6307}"/>
          </ac:spMkLst>
        </pc:spChg>
        <pc:spChg chg="del mod">
          <ac:chgData name="Sebastian Andres Ulloa Quezada" userId="e3cba82caada5b63" providerId="LiveId" clId="{DD4785FF-08A3-40D6-83B7-545D00462577}" dt="2022-06-10T00:27:16.102" v="312"/>
          <ac:spMkLst>
            <pc:docMk/>
            <pc:sldMk cId="3334083345" sldId="292"/>
            <ac:spMk id="3" creationId="{27B0C7E1-504D-3753-D9EF-B0080B4C8875}"/>
          </ac:spMkLst>
        </pc:spChg>
        <pc:spChg chg="add mod">
          <ac:chgData name="Sebastian Andres Ulloa Quezada" userId="e3cba82caada5b63" providerId="LiveId" clId="{DD4785FF-08A3-40D6-83B7-545D00462577}" dt="2022-06-10T00:27:16.284" v="313" actId="27636"/>
          <ac:spMkLst>
            <pc:docMk/>
            <pc:sldMk cId="3334083345" sldId="292"/>
            <ac:spMk id="5" creationId="{DE888E69-EA9C-7F87-F64C-FE7FEAD4CB7A}"/>
          </ac:spMkLst>
        </pc:spChg>
        <pc:picChg chg="add mod">
          <ac:chgData name="Sebastian Andres Ulloa Quezada" userId="e3cba82caada5b63" providerId="LiveId" clId="{DD4785FF-08A3-40D6-83B7-545D00462577}" dt="2022-06-10T00:27:07.964" v="311" actId="14100"/>
          <ac:picMkLst>
            <pc:docMk/>
            <pc:sldMk cId="3334083345" sldId="292"/>
            <ac:picMk id="4" creationId="{C5E04BBF-17B4-6F5B-A6EF-70A51D45F952}"/>
          </ac:picMkLst>
        </pc:picChg>
      </pc:sldChg>
      <pc:sldChg chg="addSp delSp modSp new mod ord">
        <pc:chgData name="Sebastian Andres Ulloa Quezada" userId="e3cba82caada5b63" providerId="LiveId" clId="{DD4785FF-08A3-40D6-83B7-545D00462577}" dt="2022-06-10T01:46:55.103" v="1022" actId="14100"/>
        <pc:sldMkLst>
          <pc:docMk/>
          <pc:sldMk cId="3444234436" sldId="293"/>
        </pc:sldMkLst>
        <pc:spChg chg="mod">
          <ac:chgData name="Sebastian Andres Ulloa Quezada" userId="e3cba82caada5b63" providerId="LiveId" clId="{DD4785FF-08A3-40D6-83B7-545D00462577}" dt="2022-06-10T01:46:50.755" v="1020" actId="108"/>
          <ac:spMkLst>
            <pc:docMk/>
            <pc:sldMk cId="3444234436" sldId="293"/>
            <ac:spMk id="2" creationId="{5E48BC20-AA7E-D6EF-A75B-07E301FEB59C}"/>
          </ac:spMkLst>
        </pc:spChg>
        <pc:spChg chg="del">
          <ac:chgData name="Sebastian Andres Ulloa Quezada" userId="e3cba82caada5b63" providerId="LiveId" clId="{DD4785FF-08A3-40D6-83B7-545D00462577}" dt="2022-06-10T00:30:54.987" v="318" actId="478"/>
          <ac:spMkLst>
            <pc:docMk/>
            <pc:sldMk cId="3444234436" sldId="293"/>
            <ac:spMk id="3" creationId="{89DFED0F-29F5-8A5D-3048-B5E05240FF16}"/>
          </ac:spMkLst>
        </pc:spChg>
        <pc:picChg chg="add mod">
          <ac:chgData name="Sebastian Andres Ulloa Quezada" userId="e3cba82caada5b63" providerId="LiveId" clId="{DD4785FF-08A3-40D6-83B7-545D00462577}" dt="2022-06-10T01:46:55.103" v="1022" actId="14100"/>
          <ac:picMkLst>
            <pc:docMk/>
            <pc:sldMk cId="3444234436" sldId="293"/>
            <ac:picMk id="4" creationId="{CE64DFC5-C372-1659-66B3-D938C2B8719C}"/>
          </ac:picMkLst>
        </pc:picChg>
      </pc:sldChg>
      <pc:sldChg chg="addSp delSp modSp new del mod">
        <pc:chgData name="Sebastian Andres Ulloa Quezada" userId="e3cba82caada5b63" providerId="LiveId" clId="{DD4785FF-08A3-40D6-83B7-545D00462577}" dt="2022-06-10T01:46:59.428" v="1023" actId="47"/>
        <pc:sldMkLst>
          <pc:docMk/>
          <pc:sldMk cId="3664930790" sldId="294"/>
        </pc:sldMkLst>
        <pc:spChg chg="add del">
          <ac:chgData name="Sebastian Andres Ulloa Quezada" userId="e3cba82caada5b63" providerId="LiveId" clId="{DD4785FF-08A3-40D6-83B7-545D00462577}" dt="2022-06-10T00:32:14.435" v="328" actId="478"/>
          <ac:spMkLst>
            <pc:docMk/>
            <pc:sldMk cId="3664930790" sldId="294"/>
            <ac:spMk id="3" creationId="{58C27F6C-5488-16AC-C61A-75DA26F456B2}"/>
          </ac:spMkLst>
        </pc:spChg>
        <pc:spChg chg="add del mod">
          <ac:chgData name="Sebastian Andres Ulloa Quezada" userId="e3cba82caada5b63" providerId="LiveId" clId="{DD4785FF-08A3-40D6-83B7-545D00462577}" dt="2022-06-10T00:32:12.460" v="327"/>
          <ac:spMkLst>
            <pc:docMk/>
            <pc:sldMk cId="3664930790" sldId="294"/>
            <ac:spMk id="4" creationId="{B334376D-0B55-A10F-2680-CF10F187C81B}"/>
          </ac:spMkLst>
        </pc:spChg>
        <pc:spChg chg="add mod">
          <ac:chgData name="Sebastian Andres Ulloa Quezada" userId="e3cba82caada5b63" providerId="LiveId" clId="{DD4785FF-08A3-40D6-83B7-545D00462577}" dt="2022-06-10T00:32:20.675" v="330" actId="207"/>
          <ac:spMkLst>
            <pc:docMk/>
            <pc:sldMk cId="3664930790" sldId="294"/>
            <ac:spMk id="5" creationId="{759EA415-31DF-0629-F92D-7E11D80CBEC3}"/>
          </ac:spMkLst>
        </pc:spChg>
        <pc:picChg chg="add mod">
          <ac:chgData name="Sebastian Andres Ulloa Quezada" userId="e3cba82caada5b63" providerId="LiveId" clId="{DD4785FF-08A3-40D6-83B7-545D00462577}" dt="2022-06-10T00:32:36.444" v="331"/>
          <ac:picMkLst>
            <pc:docMk/>
            <pc:sldMk cId="3664930790" sldId="294"/>
            <ac:picMk id="6" creationId="{FB3D9C29-5EE9-008A-992D-48B7956D9677}"/>
          </ac:picMkLst>
        </pc:picChg>
        <pc:picChg chg="add mod">
          <ac:chgData name="Sebastian Andres Ulloa Quezada" userId="e3cba82caada5b63" providerId="LiveId" clId="{DD4785FF-08A3-40D6-83B7-545D00462577}" dt="2022-06-10T00:32:36.444" v="331"/>
          <ac:picMkLst>
            <pc:docMk/>
            <pc:sldMk cId="3664930790" sldId="294"/>
            <ac:picMk id="7" creationId="{72BE4F38-86CB-61D8-DC9C-A5D2D225966A}"/>
          </ac:picMkLst>
        </pc:picChg>
      </pc:sldChg>
      <pc:sldChg chg="addSp delSp modSp new del mod">
        <pc:chgData name="Sebastian Andres Ulloa Quezada" userId="e3cba82caada5b63" providerId="LiveId" clId="{DD4785FF-08A3-40D6-83B7-545D00462577}" dt="2022-06-10T01:46:59.428" v="1023" actId="47"/>
        <pc:sldMkLst>
          <pc:docMk/>
          <pc:sldMk cId="2486955422" sldId="295"/>
        </pc:sldMkLst>
        <pc:spChg chg="del">
          <ac:chgData name="Sebastian Andres Ulloa Quezada" userId="e3cba82caada5b63" providerId="LiveId" clId="{DD4785FF-08A3-40D6-83B7-545D00462577}" dt="2022-06-10T00:32:56.897" v="334" actId="478"/>
          <ac:spMkLst>
            <pc:docMk/>
            <pc:sldMk cId="2486955422" sldId="295"/>
            <ac:spMk id="2" creationId="{B97B3D98-C372-04D6-3077-32EA81D518EF}"/>
          </ac:spMkLst>
        </pc:spChg>
        <pc:spChg chg="del">
          <ac:chgData name="Sebastian Andres Ulloa Quezada" userId="e3cba82caada5b63" providerId="LiveId" clId="{DD4785FF-08A3-40D6-83B7-545D00462577}" dt="2022-06-10T00:32:54.685" v="333" actId="478"/>
          <ac:spMkLst>
            <pc:docMk/>
            <pc:sldMk cId="2486955422" sldId="295"/>
            <ac:spMk id="3" creationId="{3AF8EE36-E244-26A2-5709-CB525BCC4748}"/>
          </ac:spMkLst>
        </pc:spChg>
        <pc:spChg chg="add mod">
          <ac:chgData name="Sebastian Andres Ulloa Quezada" userId="e3cba82caada5b63" providerId="LiveId" clId="{DD4785FF-08A3-40D6-83B7-545D00462577}" dt="2022-06-10T00:32:57.162" v="335"/>
          <ac:spMkLst>
            <pc:docMk/>
            <pc:sldMk cId="2486955422" sldId="295"/>
            <ac:spMk id="4" creationId="{8F48C735-FFE5-A755-9965-E4EB21B5C364}"/>
          </ac:spMkLst>
        </pc:spChg>
        <pc:graphicFrameChg chg="add mod">
          <ac:chgData name="Sebastian Andres Ulloa Quezada" userId="e3cba82caada5b63" providerId="LiveId" clId="{DD4785FF-08A3-40D6-83B7-545D00462577}" dt="2022-06-10T00:32:57.162" v="335"/>
          <ac:graphicFrameMkLst>
            <pc:docMk/>
            <pc:sldMk cId="2486955422" sldId="295"/>
            <ac:graphicFrameMk id="5" creationId="{C364BE11-CD22-09DC-7BB3-E4ACDC606601}"/>
          </ac:graphicFrameMkLst>
        </pc:graphicFrameChg>
      </pc:sldChg>
      <pc:sldChg chg="addSp delSp modSp new del mod">
        <pc:chgData name="Sebastian Andres Ulloa Quezada" userId="e3cba82caada5b63" providerId="LiveId" clId="{DD4785FF-08A3-40D6-83B7-545D00462577}" dt="2022-06-10T01:46:59.428" v="1023" actId="47"/>
        <pc:sldMkLst>
          <pc:docMk/>
          <pc:sldMk cId="1439392888" sldId="296"/>
        </pc:sldMkLst>
        <pc:spChg chg="del">
          <ac:chgData name="Sebastian Andres Ulloa Quezada" userId="e3cba82caada5b63" providerId="LiveId" clId="{DD4785FF-08A3-40D6-83B7-545D00462577}" dt="2022-06-10T00:33:15.824" v="338" actId="478"/>
          <ac:spMkLst>
            <pc:docMk/>
            <pc:sldMk cId="1439392888" sldId="296"/>
            <ac:spMk id="2" creationId="{95F7DA22-746F-5563-3FC3-9EB0CAFC8C34}"/>
          </ac:spMkLst>
        </pc:spChg>
        <pc:spChg chg="del">
          <ac:chgData name="Sebastian Andres Ulloa Quezada" userId="e3cba82caada5b63" providerId="LiveId" clId="{DD4785FF-08A3-40D6-83B7-545D00462577}" dt="2022-06-10T00:33:14.120" v="337" actId="478"/>
          <ac:spMkLst>
            <pc:docMk/>
            <pc:sldMk cId="1439392888" sldId="296"/>
            <ac:spMk id="3" creationId="{A10EAA97-881F-E3B4-66E1-EF9BA4849645}"/>
          </ac:spMkLst>
        </pc:spChg>
        <pc:spChg chg="add mod">
          <ac:chgData name="Sebastian Andres Ulloa Quezada" userId="e3cba82caada5b63" providerId="LiveId" clId="{DD4785FF-08A3-40D6-83B7-545D00462577}" dt="2022-06-10T00:33:16.121" v="340" actId="27636"/>
          <ac:spMkLst>
            <pc:docMk/>
            <pc:sldMk cId="1439392888" sldId="296"/>
            <ac:spMk id="4" creationId="{E0307FD6-E479-3637-DA08-4F64F014C50C}"/>
          </ac:spMkLst>
        </pc:spChg>
      </pc:sldChg>
      <pc:sldChg chg="addSp delSp modSp new del mod">
        <pc:chgData name="Sebastian Andres Ulloa Quezada" userId="e3cba82caada5b63" providerId="LiveId" clId="{DD4785FF-08A3-40D6-83B7-545D00462577}" dt="2022-06-10T01:46:59.428" v="1023" actId="47"/>
        <pc:sldMkLst>
          <pc:docMk/>
          <pc:sldMk cId="2987039281" sldId="297"/>
        </pc:sldMkLst>
        <pc:spChg chg="del">
          <ac:chgData name="Sebastian Andres Ulloa Quezada" userId="e3cba82caada5b63" providerId="LiveId" clId="{DD4785FF-08A3-40D6-83B7-545D00462577}" dt="2022-06-10T00:33:31.378" v="343" actId="478"/>
          <ac:spMkLst>
            <pc:docMk/>
            <pc:sldMk cId="2987039281" sldId="297"/>
            <ac:spMk id="2" creationId="{F0676E88-B795-8C0D-5C3E-48CBEB0E0070}"/>
          </ac:spMkLst>
        </pc:spChg>
        <pc:spChg chg="del">
          <ac:chgData name="Sebastian Andres Ulloa Quezada" userId="e3cba82caada5b63" providerId="LiveId" clId="{DD4785FF-08A3-40D6-83B7-545D00462577}" dt="2022-06-10T00:33:29.234" v="342" actId="478"/>
          <ac:spMkLst>
            <pc:docMk/>
            <pc:sldMk cId="2987039281" sldId="297"/>
            <ac:spMk id="3" creationId="{C8480896-701E-D830-0732-CE838AA57183}"/>
          </ac:spMkLst>
        </pc:spChg>
        <pc:spChg chg="add mod">
          <ac:chgData name="Sebastian Andres Ulloa Quezada" userId="e3cba82caada5b63" providerId="LiveId" clId="{DD4785FF-08A3-40D6-83B7-545D00462577}" dt="2022-06-10T00:33:31.695" v="344"/>
          <ac:spMkLst>
            <pc:docMk/>
            <pc:sldMk cId="2987039281" sldId="297"/>
            <ac:spMk id="4" creationId="{5DE9FBD0-A14F-66A0-90D2-0374C8FF3890}"/>
          </ac:spMkLst>
        </pc:spChg>
      </pc:sldChg>
      <pc:sldChg chg="addSp delSp modSp new del mod">
        <pc:chgData name="Sebastian Andres Ulloa Quezada" userId="e3cba82caada5b63" providerId="LiveId" clId="{DD4785FF-08A3-40D6-83B7-545D00462577}" dt="2022-06-10T01:46:59.428" v="1023" actId="47"/>
        <pc:sldMkLst>
          <pc:docMk/>
          <pc:sldMk cId="3079785218" sldId="298"/>
        </pc:sldMkLst>
        <pc:spChg chg="del">
          <ac:chgData name="Sebastian Andres Ulloa Quezada" userId="e3cba82caada5b63" providerId="LiveId" clId="{DD4785FF-08A3-40D6-83B7-545D00462577}" dt="2022-06-10T00:33:46.102" v="347" actId="478"/>
          <ac:spMkLst>
            <pc:docMk/>
            <pc:sldMk cId="3079785218" sldId="298"/>
            <ac:spMk id="2" creationId="{F8718A05-CBED-28B7-D0EB-44809AAE7BEF}"/>
          </ac:spMkLst>
        </pc:spChg>
        <pc:spChg chg="del">
          <ac:chgData name="Sebastian Andres Ulloa Quezada" userId="e3cba82caada5b63" providerId="LiveId" clId="{DD4785FF-08A3-40D6-83B7-545D00462577}" dt="2022-06-10T00:33:44.012" v="346" actId="478"/>
          <ac:spMkLst>
            <pc:docMk/>
            <pc:sldMk cId="3079785218" sldId="298"/>
            <ac:spMk id="3" creationId="{2DC349C3-AF56-62B3-B8A3-17A0339DBD53}"/>
          </ac:spMkLst>
        </pc:spChg>
        <pc:spChg chg="add mod">
          <ac:chgData name="Sebastian Andres Ulloa Quezada" userId="e3cba82caada5b63" providerId="LiveId" clId="{DD4785FF-08A3-40D6-83B7-545D00462577}" dt="2022-06-10T00:33:46.466" v="348"/>
          <ac:spMkLst>
            <pc:docMk/>
            <pc:sldMk cId="3079785218" sldId="298"/>
            <ac:spMk id="4" creationId="{EAB99028-33EB-04C2-E0A7-8AA33194B2E2}"/>
          </ac:spMkLst>
        </pc:spChg>
      </pc:sldChg>
      <pc:sldChg chg="addSp delSp modSp new del mod">
        <pc:chgData name="Sebastian Andres Ulloa Quezada" userId="e3cba82caada5b63" providerId="LiveId" clId="{DD4785FF-08A3-40D6-83B7-545D00462577}" dt="2022-06-10T01:46:59.428" v="1023" actId="47"/>
        <pc:sldMkLst>
          <pc:docMk/>
          <pc:sldMk cId="3983790977" sldId="299"/>
        </pc:sldMkLst>
        <pc:spChg chg="del">
          <ac:chgData name="Sebastian Andres Ulloa Quezada" userId="e3cba82caada5b63" providerId="LiveId" clId="{DD4785FF-08A3-40D6-83B7-545D00462577}" dt="2022-06-10T00:33:58.390" v="351" actId="478"/>
          <ac:spMkLst>
            <pc:docMk/>
            <pc:sldMk cId="3983790977" sldId="299"/>
            <ac:spMk id="2" creationId="{A34D36C0-C982-4034-8697-5FF282656647}"/>
          </ac:spMkLst>
        </pc:spChg>
        <pc:spChg chg="del">
          <ac:chgData name="Sebastian Andres Ulloa Quezada" userId="e3cba82caada5b63" providerId="LiveId" clId="{DD4785FF-08A3-40D6-83B7-545D00462577}" dt="2022-06-10T00:33:56.569" v="350" actId="478"/>
          <ac:spMkLst>
            <pc:docMk/>
            <pc:sldMk cId="3983790977" sldId="299"/>
            <ac:spMk id="3" creationId="{9185AE04-7BEF-0636-207C-683ADCACFD93}"/>
          </ac:spMkLst>
        </pc:spChg>
        <pc:spChg chg="add mod">
          <ac:chgData name="Sebastian Andres Ulloa Quezada" userId="e3cba82caada5b63" providerId="LiveId" clId="{DD4785FF-08A3-40D6-83B7-545D00462577}" dt="2022-06-10T00:33:58.606" v="352"/>
          <ac:spMkLst>
            <pc:docMk/>
            <pc:sldMk cId="3983790977" sldId="299"/>
            <ac:spMk id="4" creationId="{EF66C7FF-8E81-ACDB-1E41-CBC02AF0501B}"/>
          </ac:spMkLst>
        </pc:spChg>
      </pc:sldChg>
      <pc:sldChg chg="addSp delSp modSp new del mod">
        <pc:chgData name="Sebastian Andres Ulloa Quezada" userId="e3cba82caada5b63" providerId="LiveId" clId="{DD4785FF-08A3-40D6-83B7-545D00462577}" dt="2022-06-10T01:46:59.428" v="1023" actId="47"/>
        <pc:sldMkLst>
          <pc:docMk/>
          <pc:sldMk cId="433695425" sldId="300"/>
        </pc:sldMkLst>
        <pc:spChg chg="del">
          <ac:chgData name="Sebastian Andres Ulloa Quezada" userId="e3cba82caada5b63" providerId="LiveId" clId="{DD4785FF-08A3-40D6-83B7-545D00462577}" dt="2022-06-10T00:34:11.593" v="354" actId="478"/>
          <ac:spMkLst>
            <pc:docMk/>
            <pc:sldMk cId="433695425" sldId="300"/>
            <ac:spMk id="3" creationId="{FD2EE223-7074-4713-4BE3-8DA089FA75C4}"/>
          </ac:spMkLst>
        </pc:spChg>
        <pc:spChg chg="add mod">
          <ac:chgData name="Sebastian Andres Ulloa Quezada" userId="e3cba82caada5b63" providerId="LiveId" clId="{DD4785FF-08A3-40D6-83B7-545D00462577}" dt="2022-06-10T00:34:11.907" v="356" actId="27636"/>
          <ac:spMkLst>
            <pc:docMk/>
            <pc:sldMk cId="433695425" sldId="300"/>
            <ac:spMk id="4" creationId="{9DF3495D-B117-80C8-E727-9D1349D435EF}"/>
          </ac:spMkLst>
        </pc:spChg>
      </pc:sldChg>
      <pc:sldChg chg="addSp delSp modSp new del mod">
        <pc:chgData name="Sebastian Andres Ulloa Quezada" userId="e3cba82caada5b63" providerId="LiveId" clId="{DD4785FF-08A3-40D6-83B7-545D00462577}" dt="2022-06-10T01:46:59.428" v="1023" actId="47"/>
        <pc:sldMkLst>
          <pc:docMk/>
          <pc:sldMk cId="26987053" sldId="301"/>
        </pc:sldMkLst>
        <pc:spChg chg="mod">
          <ac:chgData name="Sebastian Andres Ulloa Quezada" userId="e3cba82caada5b63" providerId="LiveId" clId="{DD4785FF-08A3-40D6-83B7-545D00462577}" dt="2022-06-10T00:34:32.523" v="376" actId="20577"/>
          <ac:spMkLst>
            <pc:docMk/>
            <pc:sldMk cId="26987053" sldId="301"/>
            <ac:spMk id="2" creationId="{8088084F-19F0-B45E-D9E9-BB85921B737A}"/>
          </ac:spMkLst>
        </pc:spChg>
        <pc:spChg chg="del">
          <ac:chgData name="Sebastian Andres Ulloa Quezada" userId="e3cba82caada5b63" providerId="LiveId" clId="{DD4785FF-08A3-40D6-83B7-545D00462577}" dt="2022-06-10T00:34:27.926" v="358" actId="478"/>
          <ac:spMkLst>
            <pc:docMk/>
            <pc:sldMk cId="26987053" sldId="301"/>
            <ac:spMk id="3" creationId="{201D7E5C-BDAE-17AB-9154-BEF1B6A60B47}"/>
          </ac:spMkLst>
        </pc:spChg>
        <pc:spChg chg="add mod">
          <ac:chgData name="Sebastian Andres Ulloa Quezada" userId="e3cba82caada5b63" providerId="LiveId" clId="{DD4785FF-08A3-40D6-83B7-545D00462577}" dt="2022-06-10T00:34:28.210" v="359"/>
          <ac:spMkLst>
            <pc:docMk/>
            <pc:sldMk cId="26987053" sldId="301"/>
            <ac:spMk id="4" creationId="{BAD2310C-4281-9B90-1AD1-16A39C0CCA26}"/>
          </ac:spMkLst>
        </pc:spChg>
      </pc:sldChg>
      <pc:sldChg chg="new del">
        <pc:chgData name="Sebastian Andres Ulloa Quezada" userId="e3cba82caada5b63" providerId="LiveId" clId="{DD4785FF-08A3-40D6-83B7-545D00462577}" dt="2022-06-10T01:46:59.428" v="1023" actId="47"/>
        <pc:sldMkLst>
          <pc:docMk/>
          <pc:sldMk cId="4259649264" sldId="302"/>
        </pc:sldMkLst>
      </pc:sldChg>
      <pc:sldChg chg="addSp delSp modSp new mod ord">
        <pc:chgData name="Sebastian Andres Ulloa Quezada" userId="e3cba82caada5b63" providerId="LiveId" clId="{DD4785FF-08A3-40D6-83B7-545D00462577}" dt="2022-06-10T03:56:57.846" v="1153"/>
        <pc:sldMkLst>
          <pc:docMk/>
          <pc:sldMk cId="2393057195" sldId="303"/>
        </pc:sldMkLst>
        <pc:spChg chg="del">
          <ac:chgData name="Sebastian Andres Ulloa Quezada" userId="e3cba82caada5b63" providerId="LiveId" clId="{DD4785FF-08A3-40D6-83B7-545D00462577}" dt="2022-06-10T00:37:17.851" v="380" actId="478"/>
          <ac:spMkLst>
            <pc:docMk/>
            <pc:sldMk cId="2393057195" sldId="303"/>
            <ac:spMk id="2" creationId="{10883B89-7839-FF49-2BF2-409B9E31826E}"/>
          </ac:spMkLst>
        </pc:spChg>
        <pc:spChg chg="del">
          <ac:chgData name="Sebastian Andres Ulloa Quezada" userId="e3cba82caada5b63" providerId="LiveId" clId="{DD4785FF-08A3-40D6-83B7-545D00462577}" dt="2022-06-10T00:37:15.946" v="379" actId="478"/>
          <ac:spMkLst>
            <pc:docMk/>
            <pc:sldMk cId="2393057195" sldId="303"/>
            <ac:spMk id="3" creationId="{6B65F5FA-7FEE-1CC7-52D9-FE37B01866A4}"/>
          </ac:spMkLst>
        </pc:spChg>
        <pc:picChg chg="add mod">
          <ac:chgData name="Sebastian Andres Ulloa Quezada" userId="e3cba82caada5b63" providerId="LiveId" clId="{DD4785FF-08A3-40D6-83B7-545D00462577}" dt="2022-06-10T00:57:33.621" v="560" actId="14100"/>
          <ac:picMkLst>
            <pc:docMk/>
            <pc:sldMk cId="2393057195" sldId="303"/>
            <ac:picMk id="4" creationId="{969E0B52-2D18-7971-944A-D21FD8FC53B8}"/>
          </ac:picMkLst>
        </pc:picChg>
        <pc:picChg chg="add mod">
          <ac:chgData name="Sebastian Andres Ulloa Quezada" userId="e3cba82caada5b63" providerId="LiveId" clId="{DD4785FF-08A3-40D6-83B7-545D00462577}" dt="2022-06-10T00:57:42.975" v="563" actId="14100"/>
          <ac:picMkLst>
            <pc:docMk/>
            <pc:sldMk cId="2393057195" sldId="303"/>
            <ac:picMk id="5" creationId="{B520F3E0-7AE0-53AE-437E-DFC9AE838F30}"/>
          </ac:picMkLst>
        </pc:picChg>
      </pc:sldChg>
      <pc:sldChg chg="delSp modSp add mod">
        <pc:chgData name="Sebastian Andres Ulloa Quezada" userId="e3cba82caada5b63" providerId="LiveId" clId="{DD4785FF-08A3-40D6-83B7-545D00462577}" dt="2022-06-10T01:38:16.645" v="921" actId="1076"/>
        <pc:sldMkLst>
          <pc:docMk/>
          <pc:sldMk cId="3679128967" sldId="309"/>
        </pc:sldMkLst>
        <pc:spChg chg="mod">
          <ac:chgData name="Sebastian Andres Ulloa Quezada" userId="e3cba82caada5b63" providerId="LiveId" clId="{DD4785FF-08A3-40D6-83B7-545D00462577}" dt="2022-06-10T01:38:06.540" v="917" actId="1076"/>
          <ac:spMkLst>
            <pc:docMk/>
            <pc:sldMk cId="3679128967" sldId="309"/>
            <ac:spMk id="2" creationId="{00000000-0000-0000-0000-000000000000}"/>
          </ac:spMkLst>
        </pc:spChg>
        <pc:spChg chg="del">
          <ac:chgData name="Sebastian Andres Ulloa Quezada" userId="e3cba82caada5b63" providerId="LiveId" clId="{DD4785FF-08A3-40D6-83B7-545D00462577}" dt="2022-06-10T01:38:11.200" v="918" actId="478"/>
          <ac:spMkLst>
            <pc:docMk/>
            <pc:sldMk cId="3679128967" sldId="309"/>
            <ac:spMk id="4" creationId="{1E66366F-85B3-4053-8A60-73989FBBCD1F}"/>
          </ac:spMkLst>
        </pc:spChg>
        <pc:spChg chg="del">
          <ac:chgData name="Sebastian Andres Ulloa Quezada" userId="e3cba82caada5b63" providerId="LiveId" clId="{DD4785FF-08A3-40D6-83B7-545D00462577}" dt="2022-06-10T01:38:12.395" v="919" actId="478"/>
          <ac:spMkLst>
            <pc:docMk/>
            <pc:sldMk cId="3679128967" sldId="309"/>
            <ac:spMk id="5" creationId="{F64E2BF9-88DD-4395-8AB4-7E7C37409D4C}"/>
          </ac:spMkLst>
        </pc:spChg>
        <pc:graphicFrameChg chg="mod">
          <ac:chgData name="Sebastian Andres Ulloa Quezada" userId="e3cba82caada5b63" providerId="LiveId" clId="{DD4785FF-08A3-40D6-83B7-545D00462577}" dt="2022-06-10T01:38:16.645" v="921" actId="1076"/>
          <ac:graphicFrameMkLst>
            <pc:docMk/>
            <pc:sldMk cId="3679128967" sldId="309"/>
            <ac:graphicFrameMk id="7" creationId="{F01AF03F-6FFF-44FC-BEA7-14699278CA1E}"/>
          </ac:graphicFrameMkLst>
        </pc:graphicFrameChg>
        <pc:picChg chg="mod">
          <ac:chgData name="Sebastian Andres Ulloa Quezada" userId="e3cba82caada5b63" providerId="LiveId" clId="{DD4785FF-08A3-40D6-83B7-545D00462577}" dt="2022-06-10T01:38:14.901" v="920" actId="1076"/>
          <ac:picMkLst>
            <pc:docMk/>
            <pc:sldMk cId="3679128967" sldId="309"/>
            <ac:picMk id="6" creationId="{95D51657-53E3-4015-8B98-9E2FE9E1F046}"/>
          </ac:picMkLst>
        </pc:picChg>
      </pc:sldChg>
      <pc:sldChg chg="delSp modSp add mod">
        <pc:chgData name="Sebastian Andres Ulloa Quezada" userId="e3cba82caada5b63" providerId="LiveId" clId="{DD4785FF-08A3-40D6-83B7-545D00462577}" dt="2022-06-10T01:40:04.666" v="946"/>
        <pc:sldMkLst>
          <pc:docMk/>
          <pc:sldMk cId="2090766893" sldId="319"/>
        </pc:sldMkLst>
        <pc:spChg chg="mod">
          <ac:chgData name="Sebastian Andres Ulloa Quezada" userId="e3cba82caada5b63" providerId="LiveId" clId="{DD4785FF-08A3-40D6-83B7-545D00462577}" dt="2022-06-10T01:40:04.666" v="946"/>
          <ac:spMkLst>
            <pc:docMk/>
            <pc:sldMk cId="2090766893" sldId="319"/>
            <ac:spMk id="2" creationId="{C5A787DC-F534-48B5-80BB-6CB96AB82E06}"/>
          </ac:spMkLst>
        </pc:spChg>
        <pc:spChg chg="mod">
          <ac:chgData name="Sebastian Andres Ulloa Quezada" userId="e3cba82caada5b63" providerId="LiveId" clId="{DD4785FF-08A3-40D6-83B7-545D00462577}" dt="2022-06-10T01:39:53.037" v="944" actId="2711"/>
          <ac:spMkLst>
            <pc:docMk/>
            <pc:sldMk cId="2090766893" sldId="319"/>
            <ac:spMk id="3" creationId="{F30ABC82-D657-434F-8821-A18CF7A0465A}"/>
          </ac:spMkLst>
        </pc:spChg>
        <pc:spChg chg="del">
          <ac:chgData name="Sebastian Andres Ulloa Quezada" userId="e3cba82caada5b63" providerId="LiveId" clId="{DD4785FF-08A3-40D6-83B7-545D00462577}" dt="2022-06-10T01:39:38.672" v="941" actId="478"/>
          <ac:spMkLst>
            <pc:docMk/>
            <pc:sldMk cId="2090766893" sldId="319"/>
            <ac:spMk id="7" creationId="{D127667B-8B51-48F0-B19E-C6000496478B}"/>
          </ac:spMkLst>
        </pc:spChg>
        <pc:spChg chg="del">
          <ac:chgData name="Sebastian Andres Ulloa Quezada" userId="e3cba82caada5b63" providerId="LiveId" clId="{DD4785FF-08A3-40D6-83B7-545D00462577}" dt="2022-06-10T01:39:39.968" v="942" actId="478"/>
          <ac:spMkLst>
            <pc:docMk/>
            <pc:sldMk cId="2090766893" sldId="319"/>
            <ac:spMk id="8" creationId="{D1CF6677-94FD-4470-BDB1-AA3CBA903446}"/>
          </ac:spMkLst>
        </pc:spChg>
        <pc:graphicFrameChg chg="mod">
          <ac:chgData name="Sebastian Andres Ulloa Quezada" userId="e3cba82caada5b63" providerId="LiveId" clId="{DD4785FF-08A3-40D6-83B7-545D00462577}" dt="2022-06-10T01:39:35.196" v="940" actId="1076"/>
          <ac:graphicFrameMkLst>
            <pc:docMk/>
            <pc:sldMk cId="2090766893" sldId="319"/>
            <ac:graphicFrameMk id="4" creationId="{0D201286-F626-4C8F-89FF-80E5EE946515}"/>
          </ac:graphicFrameMkLst>
        </pc:graphicFrameChg>
        <pc:picChg chg="mod">
          <ac:chgData name="Sebastian Andres Ulloa Quezada" userId="e3cba82caada5b63" providerId="LiveId" clId="{DD4785FF-08A3-40D6-83B7-545D00462577}" dt="2022-06-10T01:39:55.541" v="945" actId="1076"/>
          <ac:picMkLst>
            <pc:docMk/>
            <pc:sldMk cId="2090766893" sldId="319"/>
            <ac:picMk id="6" creationId="{5F2598CB-F577-4F4C-96F5-9B1770DD05A8}"/>
          </ac:picMkLst>
        </pc:picChg>
      </pc:sldChg>
      <pc:sldChg chg="delSp modSp add mod">
        <pc:chgData name="Sebastian Andres Ulloa Quezada" userId="e3cba82caada5b63" providerId="LiveId" clId="{DD4785FF-08A3-40D6-83B7-545D00462577}" dt="2022-06-10T01:40:37.261" v="960" actId="478"/>
        <pc:sldMkLst>
          <pc:docMk/>
          <pc:sldMk cId="3759849020" sldId="321"/>
        </pc:sldMkLst>
        <pc:spChg chg="mod">
          <ac:chgData name="Sebastian Andres Ulloa Quezada" userId="e3cba82caada5b63" providerId="LiveId" clId="{DD4785FF-08A3-40D6-83B7-545D00462577}" dt="2022-06-10T01:40:22.973" v="957" actId="27636"/>
          <ac:spMkLst>
            <pc:docMk/>
            <pc:sldMk cId="3759849020" sldId="321"/>
            <ac:spMk id="2" creationId="{582D1F52-DC6E-41A8-9680-B6C214FCDF5A}"/>
          </ac:spMkLst>
        </pc:spChg>
        <pc:spChg chg="mod">
          <ac:chgData name="Sebastian Andres Ulloa Quezada" userId="e3cba82caada5b63" providerId="LiveId" clId="{DD4785FF-08A3-40D6-83B7-545D00462577}" dt="2022-06-10T01:40:32.437" v="958" actId="2711"/>
          <ac:spMkLst>
            <pc:docMk/>
            <pc:sldMk cId="3759849020" sldId="321"/>
            <ac:spMk id="3" creationId="{94FC870D-8C32-4568-B1F8-45767DD84C5F}"/>
          </ac:spMkLst>
        </pc:spChg>
        <pc:spChg chg="del">
          <ac:chgData name="Sebastian Andres Ulloa Quezada" userId="e3cba82caada5b63" providerId="LiveId" clId="{DD4785FF-08A3-40D6-83B7-545D00462577}" dt="2022-06-10T01:40:36.162" v="959" actId="478"/>
          <ac:spMkLst>
            <pc:docMk/>
            <pc:sldMk cId="3759849020" sldId="321"/>
            <ac:spMk id="6" creationId="{40CE3D3B-701F-4D3C-ACB8-4C842A366C6F}"/>
          </ac:spMkLst>
        </pc:spChg>
        <pc:spChg chg="del">
          <ac:chgData name="Sebastian Andres Ulloa Quezada" userId="e3cba82caada5b63" providerId="LiveId" clId="{DD4785FF-08A3-40D6-83B7-545D00462577}" dt="2022-06-10T01:40:37.261" v="960" actId="478"/>
          <ac:spMkLst>
            <pc:docMk/>
            <pc:sldMk cId="3759849020" sldId="321"/>
            <ac:spMk id="7" creationId="{35821D3F-513F-4230-BA18-9C65FA0FB807}"/>
          </ac:spMkLst>
        </pc:spChg>
      </pc:sldChg>
      <pc:sldChg chg="delSp modSp add mod">
        <pc:chgData name="Sebastian Andres Ulloa Quezada" userId="e3cba82caada5b63" providerId="LiveId" clId="{DD4785FF-08A3-40D6-83B7-545D00462577}" dt="2022-06-10T04:01:42.354" v="1162" actId="27636"/>
        <pc:sldMkLst>
          <pc:docMk/>
          <pc:sldMk cId="161607462" sldId="418"/>
        </pc:sldMkLst>
        <pc:spChg chg="mod">
          <ac:chgData name="Sebastian Andres Ulloa Quezada" userId="e3cba82caada5b63" providerId="LiveId" clId="{DD4785FF-08A3-40D6-83B7-545D00462577}" dt="2022-06-10T01:38:49.985" v="929" actId="404"/>
          <ac:spMkLst>
            <pc:docMk/>
            <pc:sldMk cId="161607462" sldId="418"/>
            <ac:spMk id="2" creationId="{833CAD26-2ECF-422E-8619-C2CCCEB8573A}"/>
          </ac:spMkLst>
        </pc:spChg>
        <pc:spChg chg="mod">
          <ac:chgData name="Sebastian Andres Ulloa Quezada" userId="e3cba82caada5b63" providerId="LiveId" clId="{DD4785FF-08A3-40D6-83B7-545D00462577}" dt="2022-06-10T04:01:42.354" v="1162" actId="27636"/>
          <ac:spMkLst>
            <pc:docMk/>
            <pc:sldMk cId="161607462" sldId="418"/>
            <ac:spMk id="3" creationId="{40943D39-6327-4470-8B1A-49DB78B3A6DA}"/>
          </ac:spMkLst>
        </pc:spChg>
        <pc:spChg chg="del">
          <ac:chgData name="Sebastian Andres Ulloa Quezada" userId="e3cba82caada5b63" providerId="LiveId" clId="{DD4785FF-08A3-40D6-83B7-545D00462577}" dt="2022-06-10T01:38:57.399" v="930" actId="478"/>
          <ac:spMkLst>
            <pc:docMk/>
            <pc:sldMk cId="161607462" sldId="418"/>
            <ac:spMk id="5" creationId="{502D67E1-5168-4EF5-96F3-2A25E982A524}"/>
          </ac:spMkLst>
        </pc:spChg>
        <pc:spChg chg="del">
          <ac:chgData name="Sebastian Andres Ulloa Quezada" userId="e3cba82caada5b63" providerId="LiveId" clId="{DD4785FF-08A3-40D6-83B7-545D00462577}" dt="2022-06-10T01:38:59.125" v="931" actId="478"/>
          <ac:spMkLst>
            <pc:docMk/>
            <pc:sldMk cId="161607462" sldId="418"/>
            <ac:spMk id="6" creationId="{E89FB771-2A10-4F3B-AD7E-302D5526A8E0}"/>
          </ac:spMkLst>
        </pc:spChg>
      </pc:sldChg>
      <pc:sldChg chg="addSp delSp modSp add mod ord">
        <pc:chgData name="Sebastian Andres Ulloa Quezada" userId="e3cba82caada5b63" providerId="LiveId" clId="{DD4785FF-08A3-40D6-83B7-545D00462577}" dt="2022-06-10T01:46:27.742" v="1013" actId="27636"/>
        <pc:sldMkLst>
          <pc:docMk/>
          <pc:sldMk cId="705962207" sldId="425"/>
        </pc:sldMkLst>
        <pc:spChg chg="mod">
          <ac:chgData name="Sebastian Andres Ulloa Quezada" userId="e3cba82caada5b63" providerId="LiveId" clId="{DD4785FF-08A3-40D6-83B7-545D00462577}" dt="2022-06-10T01:46:27.742" v="1013" actId="27636"/>
          <ac:spMkLst>
            <pc:docMk/>
            <pc:sldMk cId="705962207" sldId="425"/>
            <ac:spMk id="3" creationId="{B2A11D9C-8457-47E4-AE5C-254C7A24B952}"/>
          </ac:spMkLst>
        </pc:spChg>
        <pc:spChg chg="del">
          <ac:chgData name="Sebastian Andres Ulloa Quezada" userId="e3cba82caada5b63" providerId="LiveId" clId="{DD4785FF-08A3-40D6-83B7-545D00462577}" dt="2022-06-10T01:41:52.442" v="983" actId="478"/>
          <ac:spMkLst>
            <pc:docMk/>
            <pc:sldMk cId="705962207" sldId="425"/>
            <ac:spMk id="4" creationId="{95627F6C-30D1-48CF-BF87-D9FEA35A104E}"/>
          </ac:spMkLst>
        </pc:spChg>
        <pc:spChg chg="del">
          <ac:chgData name="Sebastian Andres Ulloa Quezada" userId="e3cba82caada5b63" providerId="LiveId" clId="{DD4785FF-08A3-40D6-83B7-545D00462577}" dt="2022-06-10T01:41:53.435" v="984" actId="478"/>
          <ac:spMkLst>
            <pc:docMk/>
            <pc:sldMk cId="705962207" sldId="425"/>
            <ac:spMk id="5" creationId="{D8FFFAC3-C325-4D73-AA70-DD5AB9017963}"/>
          </ac:spMkLst>
        </pc:spChg>
        <pc:spChg chg="mod">
          <ac:chgData name="Sebastian Andres Ulloa Quezada" userId="e3cba82caada5b63" providerId="LiveId" clId="{DD4785FF-08A3-40D6-83B7-545D00462577}" dt="2022-06-10T01:46:20.585" v="1010" actId="313"/>
          <ac:spMkLst>
            <pc:docMk/>
            <pc:sldMk cId="705962207" sldId="425"/>
            <ac:spMk id="6" creationId="{53490731-9D40-4098-B1F5-8F6B1828A9F5}"/>
          </ac:spMkLst>
        </pc:spChg>
        <pc:spChg chg="del mod">
          <ac:chgData name="Sebastian Andres Ulloa Quezada" userId="e3cba82caada5b63" providerId="LiveId" clId="{DD4785FF-08A3-40D6-83B7-545D00462577}" dt="2022-06-10T01:42:23.672" v="987" actId="478"/>
          <ac:spMkLst>
            <pc:docMk/>
            <pc:sldMk cId="705962207" sldId="425"/>
            <ac:spMk id="7" creationId="{9DF97D64-2964-49A8-A31F-B67AA09132F0}"/>
          </ac:spMkLst>
        </pc:spChg>
        <pc:spChg chg="add del mod">
          <ac:chgData name="Sebastian Andres Ulloa Quezada" userId="e3cba82caada5b63" providerId="LiveId" clId="{DD4785FF-08A3-40D6-83B7-545D00462577}" dt="2022-06-10T01:43:37.792" v="988" actId="478"/>
          <ac:spMkLst>
            <pc:docMk/>
            <pc:sldMk cId="705962207" sldId="425"/>
            <ac:spMk id="9" creationId="{C2CF59D1-58A1-43A1-E6E2-6A7460EBBBE6}"/>
          </ac:spMkLst>
        </pc:spChg>
        <pc:picChg chg="mod modCrop">
          <ac:chgData name="Sebastian Andres Ulloa Quezada" userId="e3cba82caada5b63" providerId="LiveId" clId="{DD4785FF-08A3-40D6-83B7-545D00462577}" dt="2022-06-10T01:45:55.809" v="1008" actId="14100"/>
          <ac:picMkLst>
            <pc:docMk/>
            <pc:sldMk cId="705962207" sldId="425"/>
            <ac:picMk id="8" creationId="{06A8A7B8-0CF9-471C-BFEF-1646B4D20EE5}"/>
          </ac:picMkLst>
        </pc:picChg>
        <pc:picChg chg="add mod modCrop">
          <ac:chgData name="Sebastian Andres Ulloa Quezada" userId="e3cba82caada5b63" providerId="LiveId" clId="{DD4785FF-08A3-40D6-83B7-545D00462577}" dt="2022-06-10T01:46:05.680" v="1009" actId="1076"/>
          <ac:picMkLst>
            <pc:docMk/>
            <pc:sldMk cId="705962207" sldId="425"/>
            <ac:picMk id="10" creationId="{5B965C0F-A368-070E-8B31-5D82E72B1148}"/>
          </ac:picMkLst>
        </pc:picChg>
        <pc:picChg chg="add mod modCrop">
          <ac:chgData name="Sebastian Andres Ulloa Quezada" userId="e3cba82caada5b63" providerId="LiveId" clId="{DD4785FF-08A3-40D6-83B7-545D00462577}" dt="2022-06-10T01:45:52.103" v="1007" actId="1076"/>
          <ac:picMkLst>
            <pc:docMk/>
            <pc:sldMk cId="705962207" sldId="425"/>
            <ac:picMk id="11" creationId="{2A31DCCA-EC3A-EB7C-C95F-F4291029AD27}"/>
          </ac:picMkLst>
        </pc:picChg>
      </pc:sldChg>
      <pc:sldChg chg="delSp modSp add mod">
        <pc:chgData name="Sebastian Andres Ulloa Quezada" userId="e3cba82caada5b63" providerId="LiveId" clId="{DD4785FF-08A3-40D6-83B7-545D00462577}" dt="2022-06-10T01:41:24.648" v="975" actId="478"/>
        <pc:sldMkLst>
          <pc:docMk/>
          <pc:sldMk cId="840424024" sldId="426"/>
        </pc:sldMkLst>
        <pc:spChg chg="del">
          <ac:chgData name="Sebastian Andres Ulloa Quezada" userId="e3cba82caada5b63" providerId="LiveId" clId="{DD4785FF-08A3-40D6-83B7-545D00462577}" dt="2022-06-10T01:41:23.035" v="974" actId="478"/>
          <ac:spMkLst>
            <pc:docMk/>
            <pc:sldMk cId="840424024" sldId="426"/>
            <ac:spMk id="4" creationId="{301D7422-43CE-4911-B2C2-62667C7A5D92}"/>
          </ac:spMkLst>
        </pc:spChg>
        <pc:spChg chg="del">
          <ac:chgData name="Sebastian Andres Ulloa Quezada" userId="e3cba82caada5b63" providerId="LiveId" clId="{DD4785FF-08A3-40D6-83B7-545D00462577}" dt="2022-06-10T01:41:24.648" v="975" actId="478"/>
          <ac:spMkLst>
            <pc:docMk/>
            <pc:sldMk cId="840424024" sldId="426"/>
            <ac:spMk id="5" creationId="{2A90C406-36F8-4B59-B744-9B0125205139}"/>
          </ac:spMkLst>
        </pc:spChg>
        <pc:spChg chg="mod">
          <ac:chgData name="Sebastian Andres Ulloa Quezada" userId="e3cba82caada5b63" providerId="LiveId" clId="{DD4785FF-08A3-40D6-83B7-545D00462577}" dt="2022-06-10T01:41:11.567" v="972" actId="404"/>
          <ac:spMkLst>
            <pc:docMk/>
            <pc:sldMk cId="840424024" sldId="426"/>
            <ac:spMk id="6" creationId="{DB331443-3C74-4438-89D0-573268429E51}"/>
          </ac:spMkLst>
        </pc:spChg>
        <pc:spChg chg="mod">
          <ac:chgData name="Sebastian Andres Ulloa Quezada" userId="e3cba82caada5b63" providerId="LiveId" clId="{DD4785FF-08A3-40D6-83B7-545D00462577}" dt="2022-06-10T01:41:20.025" v="973" actId="2711"/>
          <ac:spMkLst>
            <pc:docMk/>
            <pc:sldMk cId="840424024" sldId="426"/>
            <ac:spMk id="7" creationId="{3118E280-039D-406D-9293-2C4D023C9411}"/>
          </ac:spMkLst>
        </pc:spChg>
      </pc:sldChg>
      <pc:sldChg chg="addSp delSp modSp new mod ord">
        <pc:chgData name="Sebastian Andres Ulloa Quezada" userId="e3cba82caada5b63" providerId="LiveId" clId="{DD4785FF-08A3-40D6-83B7-545D00462577}" dt="2022-06-10T01:33:57.282" v="878" actId="478"/>
        <pc:sldMkLst>
          <pc:docMk/>
          <pc:sldMk cId="1775330779" sldId="427"/>
        </pc:sldMkLst>
        <pc:spChg chg="del">
          <ac:chgData name="Sebastian Andres Ulloa Quezada" userId="e3cba82caada5b63" providerId="LiveId" clId="{DD4785FF-08A3-40D6-83B7-545D00462577}" dt="2022-06-10T00:43:08.107" v="392" actId="478"/>
          <ac:spMkLst>
            <pc:docMk/>
            <pc:sldMk cId="1775330779" sldId="427"/>
            <ac:spMk id="2" creationId="{2B73A330-E34A-2407-D2ED-36B7319231D1}"/>
          </ac:spMkLst>
        </pc:spChg>
        <pc:spChg chg="add del">
          <ac:chgData name="Sebastian Andres Ulloa Quezada" userId="e3cba82caada5b63" providerId="LiveId" clId="{DD4785FF-08A3-40D6-83B7-545D00462577}" dt="2022-06-10T00:59:01.422" v="587" actId="478"/>
          <ac:spMkLst>
            <pc:docMk/>
            <pc:sldMk cId="1775330779" sldId="427"/>
            <ac:spMk id="3" creationId="{02454E56-5369-661D-4046-E241B8539742}"/>
          </ac:spMkLst>
        </pc:spChg>
        <pc:spChg chg="add mod">
          <ac:chgData name="Sebastian Andres Ulloa Quezada" userId="e3cba82caada5b63" providerId="LiveId" clId="{DD4785FF-08A3-40D6-83B7-545D00462577}" dt="2022-06-10T00:59:06.818" v="589" actId="20577"/>
          <ac:spMkLst>
            <pc:docMk/>
            <pc:sldMk cId="1775330779" sldId="427"/>
            <ac:spMk id="4" creationId="{C80EC411-2EBD-3FFB-EC3E-BB806EFDB42B}"/>
          </ac:spMkLst>
        </pc:spChg>
        <pc:spChg chg="add mod">
          <ac:chgData name="Sebastian Andres Ulloa Quezada" userId="e3cba82caada5b63" providerId="LiveId" clId="{DD4785FF-08A3-40D6-83B7-545D00462577}" dt="2022-06-10T01:24:43.429" v="859" actId="14100"/>
          <ac:spMkLst>
            <pc:docMk/>
            <pc:sldMk cId="1775330779" sldId="427"/>
            <ac:spMk id="5" creationId="{DB2CB82A-AE5D-462F-F8CE-6BEFDFBDE5D4}"/>
          </ac:spMkLst>
        </pc:spChg>
        <pc:picChg chg="add del mod">
          <ac:chgData name="Sebastian Andres Ulloa Quezada" userId="e3cba82caada5b63" providerId="LiveId" clId="{DD4785FF-08A3-40D6-83B7-545D00462577}" dt="2022-06-10T01:33:57.282" v="878" actId="478"/>
          <ac:picMkLst>
            <pc:docMk/>
            <pc:sldMk cId="1775330779" sldId="427"/>
            <ac:picMk id="3074" creationId="{FC403286-86E5-0E0D-E8F6-A69BE19EC612}"/>
          </ac:picMkLst>
        </pc:picChg>
      </pc:sldChg>
      <pc:sldChg chg="addSp delSp modSp add mod setBg modAnim delDesignElem">
        <pc:chgData name="Sebastian Andres Ulloa Quezada" userId="e3cba82caada5b63" providerId="LiveId" clId="{DD4785FF-08A3-40D6-83B7-545D00462577}" dt="2022-06-10T03:54:50.515" v="1144"/>
        <pc:sldMkLst>
          <pc:docMk/>
          <pc:sldMk cId="855098616" sldId="428"/>
        </pc:sldMkLst>
        <pc:spChg chg="mod">
          <ac:chgData name="Sebastian Andres Ulloa Quezada" userId="e3cba82caada5b63" providerId="LiveId" clId="{DD4785FF-08A3-40D6-83B7-545D00462577}" dt="2022-06-10T00:54:59.250" v="513" actId="1076"/>
          <ac:spMkLst>
            <pc:docMk/>
            <pc:sldMk cId="855098616" sldId="428"/>
            <ac:spMk id="5" creationId="{D7F06905-C2E4-1AFE-5641-6C89B1B656E7}"/>
          </ac:spMkLst>
        </pc:spChg>
        <pc:spChg chg="mod">
          <ac:chgData name="Sebastian Andres Ulloa Quezada" userId="e3cba82caada5b63" providerId="LiveId" clId="{DD4785FF-08A3-40D6-83B7-545D00462577}" dt="2022-06-10T01:47:27.437" v="1024" actId="207"/>
          <ac:spMkLst>
            <pc:docMk/>
            <pc:sldMk cId="855098616" sldId="428"/>
            <ac:spMk id="8" creationId="{6A32564F-524C-4DF6-95AE-15F41A243012}"/>
          </ac:spMkLst>
        </pc:spChg>
        <pc:spChg chg="add del">
          <ac:chgData name="Sebastian Andres Ulloa Quezada" userId="e3cba82caada5b63" providerId="LiveId" clId="{DD4785FF-08A3-40D6-83B7-545D00462577}" dt="2022-06-10T00:54:56.850" v="512" actId="478"/>
          <ac:spMkLst>
            <pc:docMk/>
            <pc:sldMk cId="855098616" sldId="428"/>
            <ac:spMk id="9" creationId="{17CA9144-39B3-537D-6E31-CC02539E3194}"/>
          </ac:spMkLst>
        </pc:spChg>
        <pc:spChg chg="del">
          <ac:chgData name="Sebastian Andres Ulloa Quezada" userId="e3cba82caada5b63" providerId="LiveId" clId="{DD4785FF-08A3-40D6-83B7-545D00462577}" dt="2022-06-10T00:51:11.372" v="450"/>
          <ac:spMkLst>
            <pc:docMk/>
            <pc:sldMk cId="855098616" sldId="428"/>
            <ac:spMk id="2055" creationId="{D009D6D5-DAC2-4A8B-A17A-E206B9012D09}"/>
          </ac:spMkLst>
        </pc:spChg>
        <pc:picChg chg="add del">
          <ac:chgData name="Sebastian Andres Ulloa Quezada" userId="e3cba82caada5b63" providerId="LiveId" clId="{DD4785FF-08A3-40D6-83B7-545D00462577}" dt="2022-06-10T00:52:01.954" v="453" actId="478"/>
          <ac:picMkLst>
            <pc:docMk/>
            <pc:sldMk cId="855098616" sldId="428"/>
            <ac:picMk id="2050" creationId="{CC764CD8-49D5-38B8-F88E-DAE54F244225}"/>
          </ac:picMkLst>
        </pc:picChg>
        <pc:picChg chg="add mod">
          <ac:chgData name="Sebastian Andres Ulloa Quezada" userId="e3cba82caada5b63" providerId="LiveId" clId="{DD4785FF-08A3-40D6-83B7-545D00462577}" dt="2022-06-10T00:52:05.155" v="455" actId="1076"/>
          <ac:picMkLst>
            <pc:docMk/>
            <pc:sldMk cId="855098616" sldId="428"/>
            <ac:picMk id="20482" creationId="{854DA837-B861-45A4-53E9-3EBDB155E6B2}"/>
          </ac:picMkLst>
        </pc:picChg>
      </pc:sldChg>
      <pc:sldChg chg="addSp delSp modSp add mod modAnim">
        <pc:chgData name="Sebastian Andres Ulloa Quezada" userId="e3cba82caada5b63" providerId="LiveId" clId="{DD4785FF-08A3-40D6-83B7-545D00462577}" dt="2022-06-10T03:55:00.428" v="1146"/>
        <pc:sldMkLst>
          <pc:docMk/>
          <pc:sldMk cId="259158709" sldId="429"/>
        </pc:sldMkLst>
        <pc:spChg chg="add del mod">
          <ac:chgData name="Sebastian Andres Ulloa Quezada" userId="e3cba82caada5b63" providerId="LiveId" clId="{DD4785FF-08A3-40D6-83B7-545D00462577}" dt="2022-06-10T00:54:37.873" v="504" actId="478"/>
          <ac:spMkLst>
            <pc:docMk/>
            <pc:sldMk cId="259158709" sldId="429"/>
            <ac:spMk id="2" creationId="{3D55F4E2-751C-A955-DA65-F6F75A48DF4E}"/>
          </ac:spMkLst>
        </pc:spChg>
        <pc:spChg chg="del">
          <ac:chgData name="Sebastian Andres Ulloa Quezada" userId="e3cba82caada5b63" providerId="LiveId" clId="{DD4785FF-08A3-40D6-83B7-545D00462577}" dt="2022-06-10T00:54:35.738" v="503" actId="478"/>
          <ac:spMkLst>
            <pc:docMk/>
            <pc:sldMk cId="259158709" sldId="429"/>
            <ac:spMk id="5" creationId="{D7F06905-C2E4-1AFE-5641-6C89B1B656E7}"/>
          </ac:spMkLst>
        </pc:spChg>
        <pc:spChg chg="mod">
          <ac:chgData name="Sebastian Andres Ulloa Quezada" userId="e3cba82caada5b63" providerId="LiveId" clId="{DD4785FF-08A3-40D6-83B7-545D00462577}" dt="2022-06-10T01:47:33.083" v="1025" actId="207"/>
          <ac:spMkLst>
            <pc:docMk/>
            <pc:sldMk cId="259158709" sldId="429"/>
            <ac:spMk id="8" creationId="{6A32564F-524C-4DF6-95AE-15F41A243012}"/>
          </ac:spMkLst>
        </pc:spChg>
        <pc:spChg chg="mod">
          <ac:chgData name="Sebastian Andres Ulloa Quezada" userId="e3cba82caada5b63" providerId="LiveId" clId="{DD4785FF-08A3-40D6-83B7-545D00462577}" dt="2022-06-10T01:25:34.205" v="865" actId="14100"/>
          <ac:spMkLst>
            <pc:docMk/>
            <pc:sldMk cId="259158709" sldId="429"/>
            <ac:spMk id="9" creationId="{17CA9144-39B3-537D-6E31-CC02539E3194}"/>
          </ac:spMkLst>
        </pc:spChg>
        <pc:picChg chg="mod">
          <ac:chgData name="Sebastian Andres Ulloa Quezada" userId="e3cba82caada5b63" providerId="LiveId" clId="{DD4785FF-08A3-40D6-83B7-545D00462577}" dt="2022-06-10T01:25:37.741" v="866" actId="14100"/>
          <ac:picMkLst>
            <pc:docMk/>
            <pc:sldMk cId="259158709" sldId="429"/>
            <ac:picMk id="20482" creationId="{854DA837-B861-45A4-53E9-3EBDB155E6B2}"/>
          </ac:picMkLst>
        </pc:picChg>
      </pc:sldChg>
      <pc:sldChg chg="addSp delSp modSp new mod ord">
        <pc:chgData name="Sebastian Andres Ulloa Quezada" userId="e3cba82caada5b63" providerId="LiveId" clId="{DD4785FF-08A3-40D6-83B7-545D00462577}" dt="2022-06-10T02:05:21.967" v="1115" actId="1076"/>
        <pc:sldMkLst>
          <pc:docMk/>
          <pc:sldMk cId="4281779281" sldId="430"/>
        </pc:sldMkLst>
        <pc:spChg chg="del">
          <ac:chgData name="Sebastian Andres Ulloa Quezada" userId="e3cba82caada5b63" providerId="LiveId" clId="{DD4785FF-08A3-40D6-83B7-545D00462577}" dt="2022-06-10T01:00:24.957" v="597" actId="478"/>
          <ac:spMkLst>
            <pc:docMk/>
            <pc:sldMk cId="4281779281" sldId="430"/>
            <ac:spMk id="2" creationId="{E8E1D02F-C5DB-B704-52F6-3F90421CF42C}"/>
          </ac:spMkLst>
        </pc:spChg>
        <pc:spChg chg="mod">
          <ac:chgData name="Sebastian Andres Ulloa Quezada" userId="e3cba82caada5b63" providerId="LiveId" clId="{DD4785FF-08A3-40D6-83B7-545D00462577}" dt="2022-06-10T02:05:21.967" v="1115" actId="1076"/>
          <ac:spMkLst>
            <pc:docMk/>
            <pc:sldMk cId="4281779281" sldId="430"/>
            <ac:spMk id="3" creationId="{E9676DA5-1496-CABC-C030-26DA5F28F81F}"/>
          </ac:spMkLst>
        </pc:spChg>
        <pc:spChg chg="add mod">
          <ac:chgData name="Sebastian Andres Ulloa Quezada" userId="e3cba82caada5b63" providerId="LiveId" clId="{DD4785FF-08A3-40D6-83B7-545D00462577}" dt="2022-06-10T01:00:48.100" v="623" actId="20577"/>
          <ac:spMkLst>
            <pc:docMk/>
            <pc:sldMk cId="4281779281" sldId="430"/>
            <ac:spMk id="4" creationId="{868F9C42-9613-8FE5-BF9C-C89F7D080E43}"/>
          </ac:spMkLst>
        </pc:spChg>
        <pc:picChg chg="add mod">
          <ac:chgData name="Sebastian Andres Ulloa Quezada" userId="e3cba82caada5b63" providerId="LiveId" clId="{DD4785FF-08A3-40D6-83B7-545D00462577}" dt="2022-06-10T02:05:20.351" v="1114" actId="1076"/>
          <ac:picMkLst>
            <pc:docMk/>
            <pc:sldMk cId="4281779281" sldId="430"/>
            <ac:picMk id="3074" creationId="{3904B354-AEC7-044A-89F6-BD49BA80EE4D}"/>
          </ac:picMkLst>
        </pc:picChg>
      </pc:sldChg>
      <pc:sldChg chg="addSp delSp modSp new del mod">
        <pc:chgData name="Sebastian Andres Ulloa Quezada" userId="e3cba82caada5b63" providerId="LiveId" clId="{DD4785FF-08A3-40D6-83B7-545D00462577}" dt="2022-06-10T02:12:44.096" v="1116" actId="47"/>
        <pc:sldMkLst>
          <pc:docMk/>
          <pc:sldMk cId="463932582" sldId="431"/>
        </pc:sldMkLst>
        <pc:spChg chg="mod">
          <ac:chgData name="Sebastian Andres Ulloa Quezada" userId="e3cba82caada5b63" providerId="LiveId" clId="{DD4785FF-08A3-40D6-83B7-545D00462577}" dt="2022-06-10T01:57:21.298" v="1036" actId="1076"/>
          <ac:spMkLst>
            <pc:docMk/>
            <pc:sldMk cId="463932582" sldId="431"/>
            <ac:spMk id="2" creationId="{A9A6B02A-9F18-60A9-5263-E02253D3D455}"/>
          </ac:spMkLst>
        </pc:spChg>
        <pc:spChg chg="del mod">
          <ac:chgData name="Sebastian Andres Ulloa Quezada" userId="e3cba82caada5b63" providerId="LiveId" clId="{DD4785FF-08A3-40D6-83B7-545D00462577}" dt="2022-06-10T01:56:52.530" v="1030" actId="478"/>
          <ac:spMkLst>
            <pc:docMk/>
            <pc:sldMk cId="463932582" sldId="431"/>
            <ac:spMk id="3" creationId="{277A80C8-7ABC-C702-EF1A-39CCF0E2CD24}"/>
          </ac:spMkLst>
        </pc:spChg>
        <pc:spChg chg="add del mod">
          <ac:chgData name="Sebastian Andres Ulloa Quezada" userId="e3cba82caada5b63" providerId="LiveId" clId="{DD4785FF-08A3-40D6-83B7-545D00462577}" dt="2022-06-10T01:56:54.432" v="1031" actId="478"/>
          <ac:spMkLst>
            <pc:docMk/>
            <pc:sldMk cId="463932582" sldId="431"/>
            <ac:spMk id="5" creationId="{18DDA2ED-F0B8-865D-94E9-F4123DD22188}"/>
          </ac:spMkLst>
        </pc:spChg>
        <pc:picChg chg="add mod">
          <ac:chgData name="Sebastian Andres Ulloa Quezada" userId="e3cba82caada5b63" providerId="LiveId" clId="{DD4785FF-08A3-40D6-83B7-545D00462577}" dt="2022-06-10T01:57:11.211" v="1034" actId="167"/>
          <ac:picMkLst>
            <pc:docMk/>
            <pc:sldMk cId="463932582" sldId="431"/>
            <ac:picMk id="1026" creationId="{1545A9A3-2A79-906A-F97B-86CEF9DD0CBA}"/>
          </ac:picMkLst>
        </pc:picChg>
      </pc:sldChg>
      <pc:sldChg chg="addSp delSp modSp new del mod">
        <pc:chgData name="Sebastian Andres Ulloa Quezada" userId="e3cba82caada5b63" providerId="LiveId" clId="{DD4785FF-08A3-40D6-83B7-545D00462577}" dt="2022-06-10T01:07:49.559" v="671" actId="47"/>
        <pc:sldMkLst>
          <pc:docMk/>
          <pc:sldMk cId="2168061002" sldId="432"/>
        </pc:sldMkLst>
        <pc:spChg chg="mod">
          <ac:chgData name="Sebastian Andres Ulloa Quezada" userId="e3cba82caada5b63" providerId="LiveId" clId="{DD4785FF-08A3-40D6-83B7-545D00462577}" dt="2022-06-10T01:06:30.632" v="665" actId="20577"/>
          <ac:spMkLst>
            <pc:docMk/>
            <pc:sldMk cId="2168061002" sldId="432"/>
            <ac:spMk id="2" creationId="{66309C50-A082-2E94-9ED6-A022AADB4466}"/>
          </ac:spMkLst>
        </pc:spChg>
        <pc:spChg chg="del mod">
          <ac:chgData name="Sebastian Andres Ulloa Quezada" userId="e3cba82caada5b63" providerId="LiveId" clId="{DD4785FF-08A3-40D6-83B7-545D00462577}" dt="2022-06-10T01:06:59.606" v="670" actId="478"/>
          <ac:spMkLst>
            <pc:docMk/>
            <pc:sldMk cId="2168061002" sldId="432"/>
            <ac:spMk id="3" creationId="{40A0CC03-9BCF-7BA3-F46E-E8B06FB6D5B1}"/>
          </ac:spMkLst>
        </pc:spChg>
        <pc:spChg chg="add mod">
          <ac:chgData name="Sebastian Andres Ulloa Quezada" userId="e3cba82caada5b63" providerId="LiveId" clId="{DD4785FF-08A3-40D6-83B7-545D00462577}" dt="2022-06-10T01:06:59.606" v="670" actId="478"/>
          <ac:spMkLst>
            <pc:docMk/>
            <pc:sldMk cId="2168061002" sldId="432"/>
            <ac:spMk id="5" creationId="{943D4BA2-6BE0-F712-0155-EC96142B2531}"/>
          </ac:spMkLst>
        </pc:spChg>
      </pc:sldChg>
      <pc:sldChg chg="addSp delSp modSp new mod setBg">
        <pc:chgData name="Sebastian Andres Ulloa Quezada" userId="e3cba82caada5b63" providerId="LiveId" clId="{DD4785FF-08A3-40D6-83B7-545D00462577}" dt="2022-06-10T01:32:26.309" v="875" actId="108"/>
        <pc:sldMkLst>
          <pc:docMk/>
          <pc:sldMk cId="2703758514" sldId="432"/>
        </pc:sldMkLst>
        <pc:spChg chg="del">
          <ac:chgData name="Sebastian Andres Ulloa Quezada" userId="e3cba82caada5b63" providerId="LiveId" clId="{DD4785FF-08A3-40D6-83B7-545D00462577}" dt="2022-06-10T01:08:04.740" v="673" actId="478"/>
          <ac:spMkLst>
            <pc:docMk/>
            <pc:sldMk cId="2703758514" sldId="432"/>
            <ac:spMk id="2" creationId="{9D0ACF67-5CEB-25B9-501B-387A262D5F9E}"/>
          </ac:spMkLst>
        </pc:spChg>
        <pc:spChg chg="del">
          <ac:chgData name="Sebastian Andres Ulloa Quezada" userId="e3cba82caada5b63" providerId="LiveId" clId="{DD4785FF-08A3-40D6-83B7-545D00462577}" dt="2022-06-10T01:08:05.940" v="674" actId="478"/>
          <ac:spMkLst>
            <pc:docMk/>
            <pc:sldMk cId="2703758514" sldId="432"/>
            <ac:spMk id="3" creationId="{AE938DD6-B29C-25B4-6A0F-E36B87A97DCC}"/>
          </ac:spMkLst>
        </pc:spChg>
        <pc:spChg chg="add mod">
          <ac:chgData name="Sebastian Andres Ulloa Quezada" userId="e3cba82caada5b63" providerId="LiveId" clId="{DD4785FF-08A3-40D6-83B7-545D00462577}" dt="2022-06-10T01:32:26.309" v="875" actId="108"/>
          <ac:spMkLst>
            <pc:docMk/>
            <pc:sldMk cId="2703758514" sldId="432"/>
            <ac:spMk id="4" creationId="{8E95C631-7679-2105-620B-55A836EC8CCD}"/>
          </ac:spMkLst>
        </pc:spChg>
        <pc:spChg chg="add del mod">
          <ac:chgData name="Sebastian Andres Ulloa Quezada" userId="e3cba82caada5b63" providerId="LiveId" clId="{DD4785FF-08A3-40D6-83B7-545D00462577}" dt="2022-06-10T01:20:39.290" v="785" actId="11529"/>
          <ac:spMkLst>
            <pc:docMk/>
            <pc:sldMk cId="2703758514" sldId="432"/>
            <ac:spMk id="6" creationId="{3F2E3237-525E-B97D-B2E7-01BD0C99C4B9}"/>
          </ac:spMkLst>
        </pc:spChg>
        <pc:spChg chg="add mod">
          <ac:chgData name="Sebastian Andres Ulloa Quezada" userId="e3cba82caada5b63" providerId="LiveId" clId="{DD4785FF-08A3-40D6-83B7-545D00462577}" dt="2022-06-10T01:20:57.595" v="790" actId="123"/>
          <ac:spMkLst>
            <pc:docMk/>
            <pc:sldMk cId="2703758514" sldId="432"/>
            <ac:spMk id="7" creationId="{26E639C6-5249-FCE6-F30B-6C2C33243D20}"/>
          </ac:spMkLst>
        </pc:spChg>
        <pc:spChg chg="add">
          <ac:chgData name="Sebastian Andres Ulloa Quezada" userId="e3cba82caada5b63" providerId="LiveId" clId="{DD4785FF-08A3-40D6-83B7-545D00462577}" dt="2022-06-10T01:20:48.353" v="787" actId="26606"/>
          <ac:spMkLst>
            <pc:docMk/>
            <pc:sldMk cId="2703758514" sldId="432"/>
            <ac:spMk id="21511" creationId="{D009D6D5-DAC2-4A8B-A17A-E206B9012D09}"/>
          </ac:spMkLst>
        </pc:spChg>
        <pc:picChg chg="add del mod ord">
          <ac:chgData name="Sebastian Andres Ulloa Quezada" userId="e3cba82caada5b63" providerId="LiveId" clId="{DD4785FF-08A3-40D6-83B7-545D00462577}" dt="2022-06-10T01:20:48.353" v="787" actId="26606"/>
          <ac:picMkLst>
            <pc:docMk/>
            <pc:sldMk cId="2703758514" sldId="432"/>
            <ac:picMk id="21506" creationId="{EEA122B7-22C4-9156-9EB0-2B140CD7C31B}"/>
          </ac:picMkLst>
        </pc:picChg>
        <pc:cxnChg chg="add del">
          <ac:chgData name="Sebastian Andres Ulloa Quezada" userId="e3cba82caada5b63" providerId="LiveId" clId="{DD4785FF-08A3-40D6-83B7-545D00462577}" dt="2022-06-10T01:20:38.549" v="783" actId="11529"/>
          <ac:cxnSpMkLst>
            <pc:docMk/>
            <pc:sldMk cId="2703758514" sldId="432"/>
            <ac:cxnSpMk id="9" creationId="{AF0F03D2-89EC-8725-6EFE-C1E40A6D1A72}"/>
          </ac:cxnSpMkLst>
        </pc:cxnChg>
      </pc:sldChg>
      <pc:sldChg chg="addSp delSp modSp add mod">
        <pc:chgData name="Sebastian Andres Ulloa Quezada" userId="e3cba82caada5b63" providerId="LiveId" clId="{DD4785FF-08A3-40D6-83B7-545D00462577}" dt="2022-06-10T01:21:28.089" v="792" actId="313"/>
        <pc:sldMkLst>
          <pc:docMk/>
          <pc:sldMk cId="3425239714" sldId="433"/>
        </pc:sldMkLst>
        <pc:spChg chg="mod">
          <ac:chgData name="Sebastian Andres Ulloa Quezada" userId="e3cba82caada5b63" providerId="LiveId" clId="{DD4785FF-08A3-40D6-83B7-545D00462577}" dt="2022-06-10T01:21:28.089" v="792" actId="313"/>
          <ac:spMkLst>
            <pc:docMk/>
            <pc:sldMk cId="3425239714" sldId="433"/>
            <ac:spMk id="4" creationId="{8E95C631-7679-2105-620B-55A836EC8CCD}"/>
          </ac:spMkLst>
        </pc:spChg>
        <pc:spChg chg="del">
          <ac:chgData name="Sebastian Andres Ulloa Quezada" userId="e3cba82caada5b63" providerId="LiveId" clId="{DD4785FF-08A3-40D6-83B7-545D00462577}" dt="2022-06-10T01:09:19.777" v="692" actId="478"/>
          <ac:spMkLst>
            <pc:docMk/>
            <pc:sldMk cId="3425239714" sldId="433"/>
            <ac:spMk id="7" creationId="{26E639C6-5249-FCE6-F30B-6C2C33243D20}"/>
          </ac:spMkLst>
        </pc:spChg>
        <pc:picChg chg="del">
          <ac:chgData name="Sebastian Andres Ulloa Quezada" userId="e3cba82caada5b63" providerId="LiveId" clId="{DD4785FF-08A3-40D6-83B7-545D00462577}" dt="2022-06-10T01:09:12.416" v="689" actId="478"/>
          <ac:picMkLst>
            <pc:docMk/>
            <pc:sldMk cId="3425239714" sldId="433"/>
            <ac:picMk id="21506" creationId="{EEA122B7-22C4-9156-9EB0-2B140CD7C31B}"/>
          </ac:picMkLst>
        </pc:picChg>
        <pc:picChg chg="add mod">
          <ac:chgData name="Sebastian Andres Ulloa Quezada" userId="e3cba82caada5b63" providerId="LiveId" clId="{DD4785FF-08A3-40D6-83B7-545D00462577}" dt="2022-06-10T01:09:27.733" v="697" actId="1076"/>
          <ac:picMkLst>
            <pc:docMk/>
            <pc:sldMk cId="3425239714" sldId="433"/>
            <ac:picMk id="23554" creationId="{FC8838EA-B500-57DA-6872-DC09ADF362F4}"/>
          </ac:picMkLst>
        </pc:picChg>
      </pc:sldChg>
      <pc:sldChg chg="addSp delSp modSp new mod">
        <pc:chgData name="Sebastian Andres Ulloa Quezada" userId="e3cba82caada5b63" providerId="LiveId" clId="{DD4785FF-08A3-40D6-83B7-545D00462577}" dt="2022-06-10T01:10:20.484" v="711" actId="14100"/>
        <pc:sldMkLst>
          <pc:docMk/>
          <pc:sldMk cId="1609475621" sldId="434"/>
        </pc:sldMkLst>
        <pc:spChg chg="mod">
          <ac:chgData name="Sebastian Andres Ulloa Quezada" userId="e3cba82caada5b63" providerId="LiveId" clId="{DD4785FF-08A3-40D6-83B7-545D00462577}" dt="2022-06-10T01:10:07.010" v="707" actId="20577"/>
          <ac:spMkLst>
            <pc:docMk/>
            <pc:sldMk cId="1609475621" sldId="434"/>
            <ac:spMk id="2" creationId="{D56BB699-AD5D-83B7-3AB9-DE191B9E2664}"/>
          </ac:spMkLst>
        </pc:spChg>
        <pc:spChg chg="del">
          <ac:chgData name="Sebastian Andres Ulloa Quezada" userId="e3cba82caada5b63" providerId="LiveId" clId="{DD4785FF-08A3-40D6-83B7-545D00462577}" dt="2022-06-10T01:10:14.221" v="708" actId="478"/>
          <ac:spMkLst>
            <pc:docMk/>
            <pc:sldMk cId="1609475621" sldId="434"/>
            <ac:spMk id="3" creationId="{0EFF03F6-B644-4315-433A-A7DEF9D604CC}"/>
          </ac:spMkLst>
        </pc:spChg>
        <pc:picChg chg="add mod">
          <ac:chgData name="Sebastian Andres Ulloa Quezada" userId="e3cba82caada5b63" providerId="LiveId" clId="{DD4785FF-08A3-40D6-83B7-545D00462577}" dt="2022-06-10T01:10:20.484" v="711" actId="14100"/>
          <ac:picMkLst>
            <pc:docMk/>
            <pc:sldMk cId="1609475621" sldId="434"/>
            <ac:picMk id="24578" creationId="{6F4F0A7D-AFD2-5BF4-EFE0-0E1E3BEBAF69}"/>
          </ac:picMkLst>
        </pc:picChg>
      </pc:sldChg>
      <pc:sldChg chg="modSp new mod">
        <pc:chgData name="Sebastian Andres Ulloa Quezada" userId="e3cba82caada5b63" providerId="LiveId" clId="{DD4785FF-08A3-40D6-83B7-545D00462577}" dt="2022-06-10T02:16:12.960" v="1124" actId="108"/>
        <pc:sldMkLst>
          <pc:docMk/>
          <pc:sldMk cId="3713147507" sldId="435"/>
        </pc:sldMkLst>
        <pc:spChg chg="mod">
          <ac:chgData name="Sebastian Andres Ulloa Quezada" userId="e3cba82caada5b63" providerId="LiveId" clId="{DD4785FF-08A3-40D6-83B7-545D00462577}" dt="2022-06-10T02:16:12.960" v="1124" actId="108"/>
          <ac:spMkLst>
            <pc:docMk/>
            <pc:sldMk cId="3713147507" sldId="435"/>
            <ac:spMk id="2" creationId="{E3D71D6E-3E91-84FF-27FB-4DA9F2B7851A}"/>
          </ac:spMkLst>
        </pc:spChg>
        <pc:spChg chg="mod">
          <ac:chgData name="Sebastian Andres Ulloa Quezada" userId="e3cba82caada5b63" providerId="LiveId" clId="{DD4785FF-08A3-40D6-83B7-545D00462577}" dt="2022-06-10T01:21:43.816" v="794" actId="20577"/>
          <ac:spMkLst>
            <pc:docMk/>
            <pc:sldMk cId="3713147507" sldId="435"/>
            <ac:spMk id="3" creationId="{038B372E-5503-09F7-11AF-FFEF2200A927}"/>
          </ac:spMkLst>
        </pc:spChg>
      </pc:sldChg>
      <pc:sldChg chg="modSp new mod">
        <pc:chgData name="Sebastian Andres Ulloa Quezada" userId="e3cba82caada5b63" providerId="LiveId" clId="{DD4785FF-08A3-40D6-83B7-545D00462577}" dt="2022-06-10T01:22:07.030" v="797" actId="20577"/>
        <pc:sldMkLst>
          <pc:docMk/>
          <pc:sldMk cId="2165530032" sldId="436"/>
        </pc:sldMkLst>
        <pc:spChg chg="mod">
          <ac:chgData name="Sebastian Andres Ulloa Quezada" userId="e3cba82caada5b63" providerId="LiveId" clId="{DD4785FF-08A3-40D6-83B7-545D00462577}" dt="2022-06-10T01:10:59.193" v="725" actId="20577"/>
          <ac:spMkLst>
            <pc:docMk/>
            <pc:sldMk cId="2165530032" sldId="436"/>
            <ac:spMk id="2" creationId="{AF50B917-D9D2-D876-3ECB-CA763C78AC99}"/>
          </ac:spMkLst>
        </pc:spChg>
        <pc:spChg chg="mod">
          <ac:chgData name="Sebastian Andres Ulloa Quezada" userId="e3cba82caada5b63" providerId="LiveId" clId="{DD4785FF-08A3-40D6-83B7-545D00462577}" dt="2022-06-10T01:22:07.030" v="797" actId="20577"/>
          <ac:spMkLst>
            <pc:docMk/>
            <pc:sldMk cId="2165530032" sldId="436"/>
            <ac:spMk id="3" creationId="{2D79DFF5-755F-5011-B31F-60D383D84692}"/>
          </ac:spMkLst>
        </pc:spChg>
      </pc:sldChg>
      <pc:sldChg chg="addSp delSp modSp new mod">
        <pc:chgData name="Sebastian Andres Ulloa Quezada" userId="e3cba82caada5b63" providerId="LiveId" clId="{DD4785FF-08A3-40D6-83B7-545D00462577}" dt="2022-06-10T01:22:36.603" v="807" actId="108"/>
        <pc:sldMkLst>
          <pc:docMk/>
          <pc:sldMk cId="2813678965" sldId="437"/>
        </pc:sldMkLst>
        <pc:spChg chg="mod">
          <ac:chgData name="Sebastian Andres Ulloa Quezada" userId="e3cba82caada5b63" providerId="LiveId" clId="{DD4785FF-08A3-40D6-83B7-545D00462577}" dt="2022-06-10T01:22:36.603" v="807" actId="108"/>
          <ac:spMkLst>
            <pc:docMk/>
            <pc:sldMk cId="2813678965" sldId="437"/>
            <ac:spMk id="2" creationId="{8F53BD45-0D49-A708-1D79-DFF8CC326440}"/>
          </ac:spMkLst>
        </pc:spChg>
        <pc:spChg chg="del">
          <ac:chgData name="Sebastian Andres Ulloa Quezada" userId="e3cba82caada5b63" providerId="LiveId" clId="{DD4785FF-08A3-40D6-83B7-545D00462577}" dt="2022-06-10T01:17:45.118" v="744" actId="478"/>
          <ac:spMkLst>
            <pc:docMk/>
            <pc:sldMk cId="2813678965" sldId="437"/>
            <ac:spMk id="3" creationId="{518D8122-1FD9-E4BE-33D6-617D25246F3A}"/>
          </ac:spMkLst>
        </pc:spChg>
        <pc:spChg chg="add mod">
          <ac:chgData name="Sebastian Andres Ulloa Quezada" userId="e3cba82caada5b63" providerId="LiveId" clId="{DD4785FF-08A3-40D6-83B7-545D00462577}" dt="2022-06-10T01:22:26.654" v="805" actId="14100"/>
          <ac:spMkLst>
            <pc:docMk/>
            <pc:sldMk cId="2813678965" sldId="437"/>
            <ac:spMk id="6" creationId="{AB8642EA-9269-480D-0499-35C14E9380D4}"/>
          </ac:spMkLst>
        </pc:spChg>
        <pc:picChg chg="add mod">
          <ac:chgData name="Sebastian Andres Ulloa Quezada" userId="e3cba82caada5b63" providerId="LiveId" clId="{DD4785FF-08A3-40D6-83B7-545D00462577}" dt="2022-06-10T01:22:27.677" v="806" actId="1076"/>
          <ac:picMkLst>
            <pc:docMk/>
            <pc:sldMk cId="2813678965" sldId="437"/>
            <ac:picMk id="25602" creationId="{B53397FE-2C8D-35A7-261D-2111EC7A71EC}"/>
          </ac:picMkLst>
        </pc:picChg>
      </pc:sldChg>
      <pc:sldChg chg="addSp delSp modSp new mod">
        <pc:chgData name="Sebastian Andres Ulloa Quezada" userId="e3cba82caada5b63" providerId="LiveId" clId="{DD4785FF-08A3-40D6-83B7-545D00462577}" dt="2022-06-10T01:23:07.645" v="820" actId="1076"/>
        <pc:sldMkLst>
          <pc:docMk/>
          <pc:sldMk cId="3419112181" sldId="438"/>
        </pc:sldMkLst>
        <pc:spChg chg="mod">
          <ac:chgData name="Sebastian Andres Ulloa Quezada" userId="e3cba82caada5b63" providerId="LiveId" clId="{DD4785FF-08A3-40D6-83B7-545D00462577}" dt="2022-06-10T01:22:50.241" v="810" actId="20577"/>
          <ac:spMkLst>
            <pc:docMk/>
            <pc:sldMk cId="3419112181" sldId="438"/>
            <ac:spMk id="2" creationId="{33368792-24F1-49D7-3536-1F1F3473AFB3}"/>
          </ac:spMkLst>
        </pc:spChg>
        <pc:spChg chg="del">
          <ac:chgData name="Sebastian Andres Ulloa Quezada" userId="e3cba82caada5b63" providerId="LiveId" clId="{DD4785FF-08A3-40D6-83B7-545D00462577}" dt="2022-06-10T01:18:15.422" v="754" actId="478"/>
          <ac:spMkLst>
            <pc:docMk/>
            <pc:sldMk cId="3419112181" sldId="438"/>
            <ac:spMk id="3" creationId="{BE9CA73B-32AE-D14B-51CC-212F33D73E78}"/>
          </ac:spMkLst>
        </pc:spChg>
        <pc:spChg chg="add mod">
          <ac:chgData name="Sebastian Andres Ulloa Quezada" userId="e3cba82caada5b63" providerId="LiveId" clId="{DD4785FF-08A3-40D6-83B7-545D00462577}" dt="2022-06-10T01:23:07.645" v="820" actId="1076"/>
          <ac:spMkLst>
            <pc:docMk/>
            <pc:sldMk cId="3419112181" sldId="438"/>
            <ac:spMk id="6" creationId="{A2FC4138-385D-36A5-202D-9EF1949E6E45}"/>
          </ac:spMkLst>
        </pc:spChg>
        <pc:picChg chg="add mod">
          <ac:chgData name="Sebastian Andres Ulloa Quezada" userId="e3cba82caada5b63" providerId="LiveId" clId="{DD4785FF-08A3-40D6-83B7-545D00462577}" dt="2022-06-10T01:22:53.044" v="811" actId="1076"/>
          <ac:picMkLst>
            <pc:docMk/>
            <pc:sldMk cId="3419112181" sldId="438"/>
            <ac:picMk id="26626" creationId="{CA8A7D90-7A82-D577-233E-B2548AB03C1F}"/>
          </ac:picMkLst>
        </pc:picChg>
      </pc:sldChg>
      <pc:sldChg chg="addSp delSp modSp new mod">
        <pc:chgData name="Sebastian Andres Ulloa Quezada" userId="e3cba82caada5b63" providerId="LiveId" clId="{DD4785FF-08A3-40D6-83B7-545D00462577}" dt="2022-06-10T01:23:32.708" v="826" actId="1076"/>
        <pc:sldMkLst>
          <pc:docMk/>
          <pc:sldMk cId="1262621881" sldId="439"/>
        </pc:sldMkLst>
        <pc:spChg chg="mod">
          <ac:chgData name="Sebastian Andres Ulloa Quezada" userId="e3cba82caada5b63" providerId="LiveId" clId="{DD4785FF-08A3-40D6-83B7-545D00462577}" dt="2022-06-10T01:18:39.294" v="760" actId="20577"/>
          <ac:spMkLst>
            <pc:docMk/>
            <pc:sldMk cId="1262621881" sldId="439"/>
            <ac:spMk id="2" creationId="{79E5E2B0-F5CF-2644-3E13-3A5B5C0AB3D0}"/>
          </ac:spMkLst>
        </pc:spChg>
        <pc:spChg chg="del">
          <ac:chgData name="Sebastian Andres Ulloa Quezada" userId="e3cba82caada5b63" providerId="LiveId" clId="{DD4785FF-08A3-40D6-83B7-545D00462577}" dt="2022-06-10T01:18:44.256" v="761" actId="478"/>
          <ac:spMkLst>
            <pc:docMk/>
            <pc:sldMk cId="1262621881" sldId="439"/>
            <ac:spMk id="3" creationId="{71EC8A70-B93C-D845-14D5-EAE2E8996116}"/>
          </ac:spMkLst>
        </pc:spChg>
        <pc:spChg chg="add mod">
          <ac:chgData name="Sebastian Andres Ulloa Quezada" userId="e3cba82caada5b63" providerId="LiveId" clId="{DD4785FF-08A3-40D6-83B7-545D00462577}" dt="2022-06-10T01:23:30.829" v="825" actId="1076"/>
          <ac:spMkLst>
            <pc:docMk/>
            <pc:sldMk cId="1262621881" sldId="439"/>
            <ac:spMk id="6" creationId="{38DA878F-8239-48DA-BB65-448918F44953}"/>
          </ac:spMkLst>
        </pc:spChg>
        <pc:picChg chg="add mod">
          <ac:chgData name="Sebastian Andres Ulloa Quezada" userId="e3cba82caada5b63" providerId="LiveId" clId="{DD4785FF-08A3-40D6-83B7-545D00462577}" dt="2022-06-10T01:23:32.708" v="826" actId="1076"/>
          <ac:picMkLst>
            <pc:docMk/>
            <pc:sldMk cId="1262621881" sldId="439"/>
            <ac:picMk id="27650" creationId="{F8F64006-8F05-4425-41B4-7743E1B2912D}"/>
          </ac:picMkLst>
        </pc:picChg>
      </pc:sldChg>
      <pc:sldChg chg="addSp delSp modSp new mod">
        <pc:chgData name="Sebastian Andres Ulloa Quezada" userId="e3cba82caada5b63" providerId="LiveId" clId="{DD4785FF-08A3-40D6-83B7-545D00462577}" dt="2022-06-10T01:23:52.331" v="834" actId="1076"/>
        <pc:sldMkLst>
          <pc:docMk/>
          <pc:sldMk cId="635381466" sldId="440"/>
        </pc:sldMkLst>
        <pc:spChg chg="mod">
          <ac:chgData name="Sebastian Andres Ulloa Quezada" userId="e3cba82caada5b63" providerId="LiveId" clId="{DD4785FF-08A3-40D6-83B7-545D00462577}" dt="2022-06-10T01:19:07.403" v="768" actId="27636"/>
          <ac:spMkLst>
            <pc:docMk/>
            <pc:sldMk cId="635381466" sldId="440"/>
            <ac:spMk id="2" creationId="{69EBA213-B6D7-483A-720D-F06F84A54E5A}"/>
          </ac:spMkLst>
        </pc:spChg>
        <pc:spChg chg="del">
          <ac:chgData name="Sebastian Andres Ulloa Quezada" userId="e3cba82caada5b63" providerId="LiveId" clId="{DD4785FF-08A3-40D6-83B7-545D00462577}" dt="2022-06-10T01:19:14.142" v="769" actId="478"/>
          <ac:spMkLst>
            <pc:docMk/>
            <pc:sldMk cId="635381466" sldId="440"/>
            <ac:spMk id="3" creationId="{249C468D-EDB3-456E-EDB8-BB4A77574914}"/>
          </ac:spMkLst>
        </pc:spChg>
        <pc:spChg chg="add mod">
          <ac:chgData name="Sebastian Andres Ulloa Quezada" userId="e3cba82caada5b63" providerId="LiveId" clId="{DD4785FF-08A3-40D6-83B7-545D00462577}" dt="2022-06-10T01:23:49.565" v="833" actId="20577"/>
          <ac:spMkLst>
            <pc:docMk/>
            <pc:sldMk cId="635381466" sldId="440"/>
            <ac:spMk id="6" creationId="{444557C4-6CA6-1F9D-8D11-2B9D5A7A3BFA}"/>
          </ac:spMkLst>
        </pc:spChg>
        <pc:picChg chg="add mod">
          <ac:chgData name="Sebastian Andres Ulloa Quezada" userId="e3cba82caada5b63" providerId="LiveId" clId="{DD4785FF-08A3-40D6-83B7-545D00462577}" dt="2022-06-10T01:23:52.331" v="834" actId="1076"/>
          <ac:picMkLst>
            <pc:docMk/>
            <pc:sldMk cId="635381466" sldId="440"/>
            <ac:picMk id="28674" creationId="{34CCF20C-EA55-0176-F990-1E75D6D5E45B}"/>
          </ac:picMkLst>
        </pc:picChg>
      </pc:sldChg>
      <pc:sldChg chg="addSp delSp modSp new mod">
        <pc:chgData name="Sebastian Andres Ulloa Quezada" userId="e3cba82caada5b63" providerId="LiveId" clId="{DD4785FF-08A3-40D6-83B7-545D00462577}" dt="2022-06-10T01:37:54.949" v="914" actId="1076"/>
        <pc:sldMkLst>
          <pc:docMk/>
          <pc:sldMk cId="307115119" sldId="441"/>
        </pc:sldMkLst>
        <pc:spChg chg="del">
          <ac:chgData name="Sebastian Andres Ulloa Quezada" userId="e3cba82caada5b63" providerId="LiveId" clId="{DD4785FF-08A3-40D6-83B7-545D00462577}" dt="2022-06-10T01:35:48.237" v="907" actId="478"/>
          <ac:spMkLst>
            <pc:docMk/>
            <pc:sldMk cId="307115119" sldId="441"/>
            <ac:spMk id="2" creationId="{28A28041-F5F5-EA43-5293-E182331D1026}"/>
          </ac:spMkLst>
        </pc:spChg>
        <pc:spChg chg="mod">
          <ac:chgData name="Sebastian Andres Ulloa Quezada" userId="e3cba82caada5b63" providerId="LiveId" clId="{DD4785FF-08A3-40D6-83B7-545D00462577}" dt="2022-06-10T01:37:54.949" v="914" actId="1076"/>
          <ac:spMkLst>
            <pc:docMk/>
            <pc:sldMk cId="307115119" sldId="441"/>
            <ac:spMk id="3" creationId="{A4E25282-4B59-AA9D-A1B3-FBB367D3D432}"/>
          </ac:spMkLst>
        </pc:spChg>
        <pc:spChg chg="add mod">
          <ac:chgData name="Sebastian Andres Ulloa Quezada" userId="e3cba82caada5b63" providerId="LiveId" clId="{DD4785FF-08A3-40D6-83B7-545D00462577}" dt="2022-06-10T01:35:54.758" v="909" actId="1076"/>
          <ac:spMkLst>
            <pc:docMk/>
            <pc:sldMk cId="307115119" sldId="441"/>
            <ac:spMk id="4" creationId="{7A43902E-A843-AB36-D206-C1E7C55C1862}"/>
          </ac:spMkLst>
        </pc:spChg>
      </pc:sldChg>
      <pc:sldChg chg="addSp modSp new mod">
        <pc:chgData name="Sebastian Andres Ulloa Quezada" userId="e3cba82caada5b63" providerId="LiveId" clId="{DD4785FF-08A3-40D6-83B7-545D00462577}" dt="2022-06-10T03:56:31.529" v="1151" actId="108"/>
        <pc:sldMkLst>
          <pc:docMk/>
          <pc:sldMk cId="945627285" sldId="442"/>
        </pc:sldMkLst>
        <pc:spChg chg="mod">
          <ac:chgData name="Sebastian Andres Ulloa Quezada" userId="e3cba82caada5b63" providerId="LiveId" clId="{DD4785FF-08A3-40D6-83B7-545D00462577}" dt="2022-06-10T03:56:31.529" v="1151" actId="108"/>
          <ac:spMkLst>
            <pc:docMk/>
            <pc:sldMk cId="945627285" sldId="442"/>
            <ac:spMk id="2" creationId="{AFC67D01-A751-7A92-9AFB-FE62FE63673E}"/>
          </ac:spMkLst>
        </pc:spChg>
        <pc:spChg chg="mod">
          <ac:chgData name="Sebastian Andres Ulloa Quezada" userId="e3cba82caada5b63" providerId="LiveId" clId="{DD4785FF-08A3-40D6-83B7-545D00462577}" dt="2022-06-10T02:02:48.086" v="1076" actId="5793"/>
          <ac:spMkLst>
            <pc:docMk/>
            <pc:sldMk cId="945627285" sldId="442"/>
            <ac:spMk id="3" creationId="{B2323CBD-82FC-BB74-7AB5-4FBEEE757BC7}"/>
          </ac:spMkLst>
        </pc:spChg>
        <pc:spChg chg="add mod">
          <ac:chgData name="Sebastian Andres Ulloa Quezada" userId="e3cba82caada5b63" providerId="LiveId" clId="{DD4785FF-08A3-40D6-83B7-545D00462577}" dt="2022-06-10T02:03:34.736" v="1090" actId="1076"/>
          <ac:spMkLst>
            <pc:docMk/>
            <pc:sldMk cId="945627285" sldId="442"/>
            <ac:spMk id="4" creationId="{7F65FA24-9005-D7C6-D886-DAE5782AFA28}"/>
          </ac:spMkLst>
        </pc:spChg>
        <pc:spChg chg="add mod">
          <ac:chgData name="Sebastian Andres Ulloa Quezada" userId="e3cba82caada5b63" providerId="LiveId" clId="{DD4785FF-08A3-40D6-83B7-545D00462577}" dt="2022-06-10T02:04:56.736" v="1110" actId="20577"/>
          <ac:spMkLst>
            <pc:docMk/>
            <pc:sldMk cId="945627285" sldId="442"/>
            <ac:spMk id="7" creationId="{5EC3C7AD-E496-AF72-6A01-82A249576D36}"/>
          </ac:spMkLst>
        </pc:spChg>
        <pc:picChg chg="add mod">
          <ac:chgData name="Sebastian Andres Ulloa Quezada" userId="e3cba82caada5b63" providerId="LiveId" clId="{DD4785FF-08A3-40D6-83B7-545D00462577}" dt="2022-06-10T02:03:21.688" v="1078" actId="1076"/>
          <ac:picMkLst>
            <pc:docMk/>
            <pc:sldMk cId="945627285" sldId="442"/>
            <ac:picMk id="2050" creationId="{33C8E8BE-63F9-04AD-6C9A-17AEA2136E35}"/>
          </ac:picMkLst>
        </pc:picChg>
        <pc:picChg chg="add mod">
          <ac:chgData name="Sebastian Andres Ulloa Quezada" userId="e3cba82caada5b63" providerId="LiveId" clId="{DD4785FF-08A3-40D6-83B7-545D00462577}" dt="2022-06-10T02:04:44.967" v="1093" actId="14100"/>
          <ac:picMkLst>
            <pc:docMk/>
            <pc:sldMk cId="945627285" sldId="442"/>
            <ac:picMk id="2052" creationId="{918CB0C6-9D1F-6803-8F09-74ACAA0B2215}"/>
          </ac:picMkLst>
        </pc:picChg>
      </pc:sldChg>
      <pc:sldChg chg="addSp delSp modSp new mod">
        <pc:chgData name="Sebastian Andres Ulloa Quezada" userId="e3cba82caada5b63" providerId="LiveId" clId="{DD4785FF-08A3-40D6-83B7-545D00462577}" dt="2022-06-10T02:15:13.934" v="1122" actId="14100"/>
        <pc:sldMkLst>
          <pc:docMk/>
          <pc:sldMk cId="3794924462" sldId="443"/>
        </pc:sldMkLst>
        <pc:spChg chg="del">
          <ac:chgData name="Sebastian Andres Ulloa Quezada" userId="e3cba82caada5b63" providerId="LiveId" clId="{DD4785FF-08A3-40D6-83B7-545D00462577}" dt="2022-06-10T02:15:06.825" v="1119" actId="478"/>
          <ac:spMkLst>
            <pc:docMk/>
            <pc:sldMk cId="3794924462" sldId="443"/>
            <ac:spMk id="2" creationId="{FB81F36F-32BC-E7C6-CACE-1C2507B99180}"/>
          </ac:spMkLst>
        </pc:spChg>
        <pc:spChg chg="del">
          <ac:chgData name="Sebastian Andres Ulloa Quezada" userId="e3cba82caada5b63" providerId="LiveId" clId="{DD4785FF-08A3-40D6-83B7-545D00462577}" dt="2022-06-10T02:15:05.869" v="1118" actId="478"/>
          <ac:spMkLst>
            <pc:docMk/>
            <pc:sldMk cId="3794924462" sldId="443"/>
            <ac:spMk id="3" creationId="{0338B99F-843D-2D07-73BB-B596BFAF07D3}"/>
          </ac:spMkLst>
        </pc:spChg>
        <pc:picChg chg="add mod">
          <ac:chgData name="Sebastian Andres Ulloa Quezada" userId="e3cba82caada5b63" providerId="LiveId" clId="{DD4785FF-08A3-40D6-83B7-545D00462577}" dt="2022-06-10T02:15:13.934" v="1122" actId="14100"/>
          <ac:picMkLst>
            <pc:docMk/>
            <pc:sldMk cId="3794924462" sldId="443"/>
            <ac:picMk id="4098" creationId="{34AEE191-B842-9560-785B-F858B6F52F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194B9-D819-4023-8836-D4831F4391A5}" type="datetimeFigureOut">
              <a:rPr lang="es-CL" smtClean="0"/>
              <a:t>11-06-2022</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0AE14-2E56-403E-A667-769D0F94AEE4}" type="slidenum">
              <a:rPr lang="es-CL" smtClean="0"/>
              <a:t>‹Nº›</a:t>
            </a:fld>
            <a:endParaRPr lang="es-CL"/>
          </a:p>
        </p:txBody>
      </p:sp>
    </p:spTree>
    <p:extLst>
      <p:ext uri="{BB962C8B-B14F-4D97-AF65-F5344CB8AC3E}">
        <p14:creationId xmlns:p14="http://schemas.microsoft.com/office/powerpoint/2010/main" val="301520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EB18C-FCB5-4FE4-87CF-B0E3F8F401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A7BC569-1745-48A8-B42A-DE4FD30FE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9D6920DF-1E4B-4A67-B41B-5ED32B836145}"/>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F42207B7-03F3-406E-B363-19C31176BD0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B129A9-0376-4B81-AFA6-F5ED3373ACC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29518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B553F-AA8B-4862-827F-EEF7B6AF02F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D7C41F4-A68F-415D-A124-A91B328843D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CD49357-7BC0-4AFC-8022-624E8B1E8B0A}"/>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A25A650C-F190-491F-AD3D-0FD23A1C529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665670E-59C2-4703-A96A-A956C41EC5E0}"/>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9267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B11F4-F867-41B2-9FB6-9771064AFA4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B2B305F-36B1-4022-B77F-403C2752D5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F50DB7D-003D-4427-A9D6-AD1BF68D41C8}"/>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14AA3486-3ED4-4A58-B3C8-B2A6D5AC50B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CEF18C7-65B7-49A0-896D-9CD26EAF584D}"/>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66523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265CE-D306-4678-A1AD-8B1E9BC6824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0DA6931-7B45-4AA8-A2AF-150E3CBD023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1EC08749-FF8D-415C-987A-B7B90B0AA46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B400639-9D6C-49E1-A221-00784C8916C1}"/>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6" name="Marcador de pie de página 5">
            <a:extLst>
              <a:ext uri="{FF2B5EF4-FFF2-40B4-BE49-F238E27FC236}">
                <a16:creationId xmlns:a16="http://schemas.microsoft.com/office/drawing/2014/main" id="{3379730B-5962-4CA8-9311-C0C55560422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D239088-7307-47AC-AEBE-B18AAA7493EE}"/>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842677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7CB8C-8FB5-435C-A719-4C5F3A55AA8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82A6E03-5848-472A-9182-2832A26B8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14BFEC9-469D-4EDF-8895-E2A2AF9E809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6E3ECCC-1239-4E7C-AFF8-B9C0B5A9FD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3E52CC-3E7B-415B-982B-C3A2E58923C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C0E6ED8-B980-4139-BF3B-1ACABCE5CEFA}"/>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8" name="Marcador de pie de página 7">
            <a:extLst>
              <a:ext uri="{FF2B5EF4-FFF2-40B4-BE49-F238E27FC236}">
                <a16:creationId xmlns:a16="http://schemas.microsoft.com/office/drawing/2014/main" id="{1C76B8E0-7A17-4008-94C5-E41919FA7F3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EAEEABC-BA7D-4990-801B-EAC869404968}"/>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741497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A8205-4636-4BE2-A54E-00788B58C5F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3C4E80B-0189-4E18-A222-9C8C613F7C80}"/>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4" name="Marcador de pie de página 3">
            <a:extLst>
              <a:ext uri="{FF2B5EF4-FFF2-40B4-BE49-F238E27FC236}">
                <a16:creationId xmlns:a16="http://schemas.microsoft.com/office/drawing/2014/main" id="{2B06F4F9-DC2B-40A2-97DA-9D8D91D9BF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C37AB72-E63D-4181-8AAB-C0D2854F49AB}"/>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611323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7016EE6-8658-4E81-AF81-49FDFC45D90A}"/>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3" name="Marcador de pie de página 2">
            <a:extLst>
              <a:ext uri="{FF2B5EF4-FFF2-40B4-BE49-F238E27FC236}">
                <a16:creationId xmlns:a16="http://schemas.microsoft.com/office/drawing/2014/main" id="{36671D31-8524-4484-A858-43DBCBB103D7}"/>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DB81062F-5508-4C5A-9871-7B25C1F57267}"/>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278523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4E5FAB-CAC2-4FF5-A19F-F4B093959D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1EB91E2-C285-4929-AF28-BFD2A58207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BDCCCD3-53BF-4BDD-93C8-501B67723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E955A9-7BA8-46A3-8314-1438477E8A12}"/>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6" name="Marcador de pie de página 5">
            <a:extLst>
              <a:ext uri="{FF2B5EF4-FFF2-40B4-BE49-F238E27FC236}">
                <a16:creationId xmlns:a16="http://schemas.microsoft.com/office/drawing/2014/main" id="{AEAF77C2-5C22-4CF2-B03E-999EB933001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8AA25C7-589B-4E34-AF1F-BE3EB6601451}"/>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32981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925706-09A8-4B13-901D-FB968446254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0F6BC845-A8D0-49FE-9B4C-3E6198089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D1E8419C-20CF-4337-9D69-543C0584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EB6B5A-D6F8-4AF8-B3E2-86396157B5A1}"/>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6" name="Marcador de pie de página 5">
            <a:extLst>
              <a:ext uri="{FF2B5EF4-FFF2-40B4-BE49-F238E27FC236}">
                <a16:creationId xmlns:a16="http://schemas.microsoft.com/office/drawing/2014/main" id="{3A0708F8-9DF6-4BB1-A519-F33336DCA32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A640141-BDEC-43E2-8A43-F053476A025A}"/>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424557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96508-6566-4B8C-80EB-0BDBFEC0B60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520CDD96-AF5D-4952-B2F5-B912D798F3A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B2377C-086D-40AF-AE49-2B2E6674EE42}"/>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298CBAC9-DBF3-40BB-A191-B0262B5203F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A35AB9C-052B-4D6A-A249-16BADC2BF0DF}"/>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3041872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D55AA02-1C2B-43EB-936D-7B887B78027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FA61B6-3B25-4413-8106-3254CB467A8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0502D9B-AE90-4478-9C5F-A10B1ED13C8D}"/>
              </a:ext>
            </a:extLst>
          </p:cNvPr>
          <p:cNvSpPr>
            <a:spLocks noGrp="1"/>
          </p:cNvSpPr>
          <p:nvPr>
            <p:ph type="dt" sz="half" idx="10"/>
          </p:nvPr>
        </p:nvSpPr>
        <p:spPr/>
        <p:txBody>
          <a:body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635D8025-7AB8-44A7-8C25-4670B96F9C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870545-3F8D-4D57-940C-57F35C7AA7E5}"/>
              </a:ext>
            </a:extLst>
          </p:cNvPr>
          <p:cNvSpPr>
            <a:spLocks noGrp="1"/>
          </p:cNvSpPr>
          <p:nvPr>
            <p:ph type="sldNum" sz="quarter" idx="12"/>
          </p:nvPr>
        </p:nvSpPr>
        <p:spPr/>
        <p:txBody>
          <a:bodyPr/>
          <a:lstStyle/>
          <a:p>
            <a:fld id="{485FB1AE-D7CB-402F-BA8E-26785F07C898}" type="slidenum">
              <a:rPr lang="es-CL" smtClean="0"/>
              <a:t>‹Nº›</a:t>
            </a:fld>
            <a:endParaRPr lang="es-CL"/>
          </a:p>
        </p:txBody>
      </p:sp>
    </p:spTree>
    <p:extLst>
      <p:ext uri="{BB962C8B-B14F-4D97-AF65-F5344CB8AC3E}">
        <p14:creationId xmlns:p14="http://schemas.microsoft.com/office/powerpoint/2010/main" val="100190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F9CF74D-E24E-465D-BDE2-E55957E4E6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77D1D08-938E-451A-8241-29CA6BD28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B55F070-F80B-4924-8F8F-4CAEB8DD3B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1020F-2890-4D3B-B6EA-BF2FFFF16D76}" type="datetimeFigureOut">
              <a:rPr lang="es-CL" smtClean="0"/>
              <a:t>11-06-2022</a:t>
            </a:fld>
            <a:endParaRPr lang="es-CL"/>
          </a:p>
        </p:txBody>
      </p:sp>
      <p:sp>
        <p:nvSpPr>
          <p:cNvPr id="5" name="Marcador de pie de página 4">
            <a:extLst>
              <a:ext uri="{FF2B5EF4-FFF2-40B4-BE49-F238E27FC236}">
                <a16:creationId xmlns:a16="http://schemas.microsoft.com/office/drawing/2014/main" id="{4CC05B6A-F080-44BD-8DF4-FCC133F45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B98326-717A-4C7E-90A1-96D4D9632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FB1AE-D7CB-402F-BA8E-26785F07C898}" type="slidenum">
              <a:rPr lang="es-CL" smtClean="0"/>
              <a:t>‹Nº›</a:t>
            </a:fld>
            <a:endParaRPr lang="es-CL"/>
          </a:p>
        </p:txBody>
      </p:sp>
    </p:spTree>
    <p:extLst>
      <p:ext uri="{BB962C8B-B14F-4D97-AF65-F5344CB8AC3E}">
        <p14:creationId xmlns:p14="http://schemas.microsoft.com/office/powerpoint/2010/main" val="3367451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4">
            <a:extLst>
              <a:ext uri="{FF2B5EF4-FFF2-40B4-BE49-F238E27FC236}">
                <a16:creationId xmlns:a16="http://schemas.microsoft.com/office/drawing/2014/main" id="{5F0DFEF2-015D-499F-AECE-1C9F1019D4B2}"/>
              </a:ext>
            </a:extLst>
          </p:cNvPr>
          <p:cNvGraphicFramePr>
            <a:graphicFrameLocks noGrp="1"/>
          </p:cNvGraphicFramePr>
          <p:nvPr>
            <p:extLst>
              <p:ext uri="{D42A27DB-BD31-4B8C-83A1-F6EECF244321}">
                <p14:modId xmlns:p14="http://schemas.microsoft.com/office/powerpoint/2010/main" val="1996489518"/>
              </p:ext>
            </p:extLst>
          </p:nvPr>
        </p:nvGraphicFramePr>
        <p:xfrm>
          <a:off x="0" y="0"/>
          <a:ext cx="12192000" cy="6858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46312468"/>
                    </a:ext>
                  </a:extLst>
                </a:gridCol>
                <a:gridCol w="2438400">
                  <a:extLst>
                    <a:ext uri="{9D8B030D-6E8A-4147-A177-3AD203B41FA5}">
                      <a16:colId xmlns:a16="http://schemas.microsoft.com/office/drawing/2014/main" val="678679980"/>
                    </a:ext>
                  </a:extLst>
                </a:gridCol>
                <a:gridCol w="2438400">
                  <a:extLst>
                    <a:ext uri="{9D8B030D-6E8A-4147-A177-3AD203B41FA5}">
                      <a16:colId xmlns:a16="http://schemas.microsoft.com/office/drawing/2014/main" val="4151945094"/>
                    </a:ext>
                  </a:extLst>
                </a:gridCol>
                <a:gridCol w="2438400">
                  <a:extLst>
                    <a:ext uri="{9D8B030D-6E8A-4147-A177-3AD203B41FA5}">
                      <a16:colId xmlns:a16="http://schemas.microsoft.com/office/drawing/2014/main" val="2132859141"/>
                    </a:ext>
                  </a:extLst>
                </a:gridCol>
                <a:gridCol w="2438400">
                  <a:extLst>
                    <a:ext uri="{9D8B030D-6E8A-4147-A177-3AD203B41FA5}">
                      <a16:colId xmlns:a16="http://schemas.microsoft.com/office/drawing/2014/main" val="382557360"/>
                    </a:ext>
                  </a:extLst>
                </a:gridCol>
              </a:tblGrid>
              <a:tr h="6858000">
                <a:tc>
                  <a:txBody>
                    <a:bodyPr/>
                    <a:lstStyle/>
                    <a:p>
                      <a:endParaRPr lang="es-CL" dirty="0"/>
                    </a:p>
                  </a:txBody>
                  <a:tcPr>
                    <a:solidFill>
                      <a:srgbClr val="BF3F4A"/>
                    </a:solidFill>
                  </a:tcPr>
                </a:tc>
                <a:tc>
                  <a:txBody>
                    <a:bodyPr/>
                    <a:lstStyle/>
                    <a:p>
                      <a:endParaRPr lang="es-CL" dirty="0"/>
                    </a:p>
                  </a:txBody>
                  <a:tcPr>
                    <a:solidFill>
                      <a:srgbClr val="D94862"/>
                    </a:solidFill>
                  </a:tcPr>
                </a:tc>
                <a:tc>
                  <a:txBody>
                    <a:bodyPr/>
                    <a:lstStyle/>
                    <a:p>
                      <a:endParaRPr lang="es-CL" dirty="0"/>
                    </a:p>
                  </a:txBody>
                  <a:tcPr>
                    <a:solidFill>
                      <a:srgbClr val="2C3359"/>
                    </a:solidFill>
                  </a:tcPr>
                </a:tc>
                <a:tc>
                  <a:txBody>
                    <a:bodyPr/>
                    <a:lstStyle/>
                    <a:p>
                      <a:endParaRPr lang="es-CL" dirty="0"/>
                    </a:p>
                  </a:txBody>
                  <a:tcPr>
                    <a:solidFill>
                      <a:srgbClr val="3B8DBF"/>
                    </a:solidFill>
                  </a:tcPr>
                </a:tc>
                <a:tc>
                  <a:txBody>
                    <a:bodyPr/>
                    <a:lstStyle/>
                    <a:p>
                      <a:endParaRPr lang="es-CL" dirty="0"/>
                    </a:p>
                  </a:txBody>
                  <a:tcPr>
                    <a:solidFill>
                      <a:srgbClr val="7ED9D0"/>
                    </a:solidFill>
                  </a:tcPr>
                </a:tc>
                <a:extLst>
                  <a:ext uri="{0D108BD9-81ED-4DB2-BD59-A6C34878D82A}">
                    <a16:rowId xmlns:a16="http://schemas.microsoft.com/office/drawing/2014/main" val="4140433137"/>
                  </a:ext>
                </a:extLst>
              </a:tr>
            </a:tbl>
          </a:graphicData>
        </a:graphic>
      </p:graphicFrame>
    </p:spTree>
    <p:extLst>
      <p:ext uri="{BB962C8B-B14F-4D97-AF65-F5344CB8AC3E}">
        <p14:creationId xmlns:p14="http://schemas.microsoft.com/office/powerpoint/2010/main" val="316403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359"/>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827A918-39AC-44E7-8C06-EF719EF149C0}"/>
              </a:ext>
            </a:extLst>
          </p:cNvPr>
          <p:cNvSpPr txBox="1"/>
          <p:nvPr/>
        </p:nvSpPr>
        <p:spPr>
          <a:xfrm>
            <a:off x="181555" y="1636424"/>
            <a:ext cx="8815747" cy="2492990"/>
          </a:xfrm>
          <a:prstGeom prst="rect">
            <a:avLst/>
          </a:prstGeom>
          <a:noFill/>
        </p:spPr>
        <p:txBody>
          <a:bodyPr wrap="none" rtlCol="0">
            <a:spAutoFit/>
          </a:bodyPr>
          <a:lstStyle/>
          <a:p>
            <a:r>
              <a:rPr lang="en-US" sz="6000" dirty="0">
                <a:solidFill>
                  <a:schemeClr val="bg1"/>
                </a:solidFill>
                <a:latin typeface="Abadi Extra Light" panose="020B0204020104020204" pitchFamily="34" charset="0"/>
              </a:rPr>
              <a:t>Redes </a:t>
            </a:r>
            <a:r>
              <a:rPr lang="en-US" sz="6000" dirty="0" err="1">
                <a:solidFill>
                  <a:schemeClr val="bg1"/>
                </a:solidFill>
                <a:latin typeface="Abadi Extra Light" panose="020B0204020104020204" pitchFamily="34" charset="0"/>
              </a:rPr>
              <a:t>Neuronales</a:t>
            </a:r>
            <a:r>
              <a:rPr lang="en-US" sz="6000" dirty="0">
                <a:solidFill>
                  <a:schemeClr val="bg1"/>
                </a:solidFill>
                <a:latin typeface="Abadi Extra Light" panose="020B0204020104020204" pitchFamily="34" charset="0"/>
              </a:rPr>
              <a:t> </a:t>
            </a:r>
            <a:r>
              <a:rPr lang="es-CL" sz="6000" dirty="0">
                <a:solidFill>
                  <a:schemeClr val="bg1"/>
                </a:solidFill>
                <a:latin typeface="Abadi Extra Light" panose="020B0204020104020204" pitchFamily="34" charset="0"/>
              </a:rPr>
              <a:t>Artificiales</a:t>
            </a:r>
          </a:p>
          <a:p>
            <a:r>
              <a:rPr lang="es-CL" sz="3200" dirty="0">
                <a:solidFill>
                  <a:schemeClr val="bg1"/>
                </a:solidFill>
                <a:latin typeface="Abadi Extra Light" panose="020B0204020104020204" pitchFamily="34" charset="0"/>
              </a:rPr>
              <a:t>Semestre Otoño 2022 </a:t>
            </a:r>
          </a:p>
          <a:p>
            <a:endParaRPr lang="es-CL" sz="3200" dirty="0">
              <a:solidFill>
                <a:schemeClr val="bg1"/>
              </a:solidFill>
              <a:latin typeface="Abadi Extra Light" panose="020B0204020104020204" pitchFamily="34" charset="0"/>
            </a:endParaRPr>
          </a:p>
          <a:p>
            <a:r>
              <a:rPr lang="es-CL" sz="3200">
                <a:solidFill>
                  <a:schemeClr val="bg1"/>
                </a:solidFill>
                <a:latin typeface="Abadi Extra Light" panose="020B0204020104020204" pitchFamily="34" charset="0"/>
              </a:rPr>
              <a:t>Modulo 2</a:t>
            </a:r>
            <a:endParaRPr lang="es-CL" sz="3200" dirty="0">
              <a:solidFill>
                <a:schemeClr val="bg1"/>
              </a:solidFill>
              <a:latin typeface="Abadi Extra Light" panose="020B0204020104020204" pitchFamily="34" charset="0"/>
            </a:endParaRPr>
          </a:p>
        </p:txBody>
      </p:sp>
    </p:spTree>
    <p:extLst>
      <p:ext uri="{BB962C8B-B14F-4D97-AF65-F5344CB8AC3E}">
        <p14:creationId xmlns:p14="http://schemas.microsoft.com/office/powerpoint/2010/main" val="4881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EAAB539-42E6-B1D0-542F-0D0C4315F0B3}"/>
              </a:ext>
            </a:extLst>
          </p:cNvPr>
          <p:cNvPicPr>
            <a:picLocks noChangeAspect="1"/>
          </p:cNvPicPr>
          <p:nvPr/>
        </p:nvPicPr>
        <p:blipFill>
          <a:blip r:embed="rId2"/>
          <a:stretch>
            <a:fillRect/>
          </a:stretch>
        </p:blipFill>
        <p:spPr>
          <a:xfrm>
            <a:off x="2575115" y="1022543"/>
            <a:ext cx="7355160" cy="4812914"/>
          </a:xfrm>
          <a:prstGeom prst="rect">
            <a:avLst/>
          </a:prstGeom>
        </p:spPr>
      </p:pic>
    </p:spTree>
    <p:extLst>
      <p:ext uri="{BB962C8B-B14F-4D97-AF65-F5344CB8AC3E}">
        <p14:creationId xmlns:p14="http://schemas.microsoft.com/office/powerpoint/2010/main" val="739286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2AC6A0E-F910-14E5-E84C-5003627AB2F0}"/>
              </a:ext>
            </a:extLst>
          </p:cNvPr>
          <p:cNvSpPr>
            <a:spLocks noGrp="1"/>
          </p:cNvSpPr>
          <p:nvPr>
            <p:ph idx="1"/>
          </p:nvPr>
        </p:nvSpPr>
        <p:spPr>
          <a:xfrm>
            <a:off x="580505" y="828098"/>
            <a:ext cx="10515600" cy="4351338"/>
          </a:xfrm>
        </p:spPr>
        <p:txBody>
          <a:bodyPr/>
          <a:lstStyle/>
          <a:p>
            <a:pPr algn="just"/>
            <a:r>
              <a:rPr lang="es-ES" dirty="0">
                <a:latin typeface="Abadi Extra Light" panose="020B0204020104020204" pitchFamily="34" charset="0"/>
              </a:rPr>
              <a:t>Las funciones discriminantes lineales puras tienen limitaciones: las fronteras de decisión son hiperplanos. </a:t>
            </a:r>
          </a:p>
          <a:p>
            <a:endParaRPr lang="es-ES" dirty="0">
              <a:latin typeface="Abadi Extra Light" panose="020B0204020104020204" pitchFamily="34" charset="0"/>
            </a:endParaRPr>
          </a:p>
          <a:p>
            <a:r>
              <a:rPr lang="es-ES" dirty="0">
                <a:latin typeface="Abadi Extra Light" panose="020B0204020104020204" pitchFamily="34" charset="0"/>
              </a:rPr>
              <a:t>Con funciones no lineales φ se pueden obtener fronteras de decisión complejas: mayor poder de expresión. </a:t>
            </a:r>
          </a:p>
          <a:p>
            <a:endParaRPr lang="es-ES" dirty="0">
              <a:latin typeface="Abadi Extra Light" panose="020B0204020104020204" pitchFamily="34" charset="0"/>
            </a:endParaRPr>
          </a:p>
          <a:p>
            <a:r>
              <a:rPr lang="es-ES" dirty="0">
                <a:latin typeface="Abadi Extra Light" panose="020B0204020104020204" pitchFamily="34" charset="0"/>
              </a:rPr>
              <a:t>¿Cómo determinar o aprender las no linealidades φ para lograr bajos errores de clasificación? Idea de MLNN: aprender las no-linealidades al mismo tiempo que los discriminantes lineales</a:t>
            </a:r>
            <a:endParaRPr lang="es-CL" dirty="0">
              <a:latin typeface="Abadi Extra Light" panose="020B0204020104020204" pitchFamily="34" charset="0"/>
            </a:endParaRPr>
          </a:p>
        </p:txBody>
      </p:sp>
    </p:spTree>
    <p:extLst>
      <p:ext uri="{BB962C8B-B14F-4D97-AF65-F5344CB8AC3E}">
        <p14:creationId xmlns:p14="http://schemas.microsoft.com/office/powerpoint/2010/main" val="1989704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2976BB9-DD43-67BC-972A-504FD7DAC912}"/>
              </a:ext>
            </a:extLst>
          </p:cNvPr>
          <p:cNvPicPr>
            <a:picLocks noChangeAspect="1"/>
          </p:cNvPicPr>
          <p:nvPr/>
        </p:nvPicPr>
        <p:blipFill>
          <a:blip r:embed="rId2"/>
          <a:stretch>
            <a:fillRect/>
          </a:stretch>
        </p:blipFill>
        <p:spPr>
          <a:xfrm>
            <a:off x="1295400" y="390525"/>
            <a:ext cx="9601200" cy="6076950"/>
          </a:xfrm>
          <a:prstGeom prst="rect">
            <a:avLst/>
          </a:prstGeom>
        </p:spPr>
      </p:pic>
    </p:spTree>
    <p:extLst>
      <p:ext uri="{BB962C8B-B14F-4D97-AF65-F5344CB8AC3E}">
        <p14:creationId xmlns:p14="http://schemas.microsoft.com/office/powerpoint/2010/main" val="858685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05B0BDE-095C-A979-57C4-8C64093D02B2}"/>
              </a:ext>
            </a:extLst>
          </p:cNvPr>
          <p:cNvSpPr>
            <a:spLocks noGrp="1"/>
          </p:cNvSpPr>
          <p:nvPr>
            <p:ph idx="1"/>
          </p:nvPr>
        </p:nvSpPr>
        <p:spPr>
          <a:xfrm>
            <a:off x="721822" y="1160607"/>
            <a:ext cx="10515600" cy="4351338"/>
          </a:xfrm>
        </p:spPr>
        <p:txBody>
          <a:bodyPr/>
          <a:lstStyle/>
          <a:p>
            <a:r>
              <a:rPr lang="es-ES" dirty="0">
                <a:latin typeface="Abadi Extra Light" panose="020B0204020104020204" pitchFamily="34" charset="0"/>
              </a:rPr>
              <a:t>Salida de la capa de entrada:</a:t>
            </a:r>
            <a:endParaRPr lang="es-CL" dirty="0">
              <a:latin typeface="Abadi Extra Light" panose="020B0204020104020204" pitchFamily="34" charset="0"/>
            </a:endParaRPr>
          </a:p>
        </p:txBody>
      </p:sp>
      <p:pic>
        <p:nvPicPr>
          <p:cNvPr id="5" name="Imagen 4">
            <a:extLst>
              <a:ext uri="{FF2B5EF4-FFF2-40B4-BE49-F238E27FC236}">
                <a16:creationId xmlns:a16="http://schemas.microsoft.com/office/drawing/2014/main" id="{F3480ED2-3ACC-D63F-DBFE-B462F86AC24A}"/>
              </a:ext>
            </a:extLst>
          </p:cNvPr>
          <p:cNvPicPr>
            <a:picLocks noChangeAspect="1"/>
          </p:cNvPicPr>
          <p:nvPr/>
        </p:nvPicPr>
        <p:blipFill>
          <a:blip r:embed="rId2"/>
          <a:stretch>
            <a:fillRect/>
          </a:stretch>
        </p:blipFill>
        <p:spPr>
          <a:xfrm>
            <a:off x="1138237" y="2495550"/>
            <a:ext cx="9915525" cy="1866900"/>
          </a:xfrm>
          <a:prstGeom prst="rect">
            <a:avLst/>
          </a:prstGeom>
        </p:spPr>
      </p:pic>
    </p:spTree>
    <p:extLst>
      <p:ext uri="{BB962C8B-B14F-4D97-AF65-F5344CB8AC3E}">
        <p14:creationId xmlns:p14="http://schemas.microsoft.com/office/powerpoint/2010/main" val="956169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EEB3B55-0354-71F1-DF1C-4142502FD323}"/>
              </a:ext>
            </a:extLst>
          </p:cNvPr>
          <p:cNvSpPr>
            <a:spLocks noGrp="1"/>
          </p:cNvSpPr>
          <p:nvPr>
            <p:ph idx="1"/>
          </p:nvPr>
        </p:nvSpPr>
        <p:spPr>
          <a:xfrm>
            <a:off x="755073" y="1518055"/>
            <a:ext cx="10515600" cy="4351338"/>
          </a:xfrm>
        </p:spPr>
        <p:txBody>
          <a:bodyPr/>
          <a:lstStyle/>
          <a:p>
            <a:r>
              <a:rPr lang="es-ES" dirty="0">
                <a:latin typeface="Abadi Extra Light" panose="020B0204020104020204" pitchFamily="34" charset="0"/>
              </a:rPr>
              <a:t>Unidades de la capa de salida: </a:t>
            </a:r>
            <a:r>
              <a:rPr lang="es-ES" dirty="0" err="1">
                <a:latin typeface="Abadi Extra Light" panose="020B0204020104020204" pitchFamily="34" charset="0"/>
              </a:rPr>
              <a:t>idem</a:t>
            </a:r>
            <a:r>
              <a:rPr lang="es-ES" dirty="0">
                <a:latin typeface="Abadi Extra Light" panose="020B0204020104020204" pitchFamily="34" charset="0"/>
              </a:rPr>
              <a:t> pero tomando las salidas de la capa oculta como entradas:</a:t>
            </a:r>
            <a:endParaRPr lang="es-CL" dirty="0">
              <a:latin typeface="Abadi Extra Light" panose="020B0204020104020204" pitchFamily="34" charset="0"/>
            </a:endParaRPr>
          </a:p>
        </p:txBody>
      </p:sp>
      <p:pic>
        <p:nvPicPr>
          <p:cNvPr id="5" name="Imagen 4">
            <a:extLst>
              <a:ext uri="{FF2B5EF4-FFF2-40B4-BE49-F238E27FC236}">
                <a16:creationId xmlns:a16="http://schemas.microsoft.com/office/drawing/2014/main" id="{A89F8E5F-80FF-3982-8FF3-59845599619A}"/>
              </a:ext>
            </a:extLst>
          </p:cNvPr>
          <p:cNvPicPr>
            <a:picLocks noChangeAspect="1"/>
          </p:cNvPicPr>
          <p:nvPr/>
        </p:nvPicPr>
        <p:blipFill>
          <a:blip r:embed="rId2"/>
          <a:stretch>
            <a:fillRect/>
          </a:stretch>
        </p:blipFill>
        <p:spPr>
          <a:xfrm>
            <a:off x="1138237" y="2869796"/>
            <a:ext cx="9915525" cy="2647950"/>
          </a:xfrm>
          <a:prstGeom prst="rect">
            <a:avLst/>
          </a:prstGeom>
        </p:spPr>
      </p:pic>
    </p:spTree>
    <p:extLst>
      <p:ext uri="{BB962C8B-B14F-4D97-AF65-F5344CB8AC3E}">
        <p14:creationId xmlns:p14="http://schemas.microsoft.com/office/powerpoint/2010/main" val="3812478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902E71-A46F-3C70-6AE5-9EDBFF2D8F38}"/>
              </a:ext>
            </a:extLst>
          </p:cNvPr>
          <p:cNvSpPr>
            <a:spLocks noGrp="1"/>
          </p:cNvSpPr>
          <p:nvPr>
            <p:ph type="title"/>
          </p:nvPr>
        </p:nvSpPr>
        <p:spPr/>
        <p:txBody>
          <a:bodyPr vert="horz" lIns="91440" tIns="45720" rIns="91440" bIns="45720" rtlCol="0" anchor="ctr">
            <a:noAutofit/>
          </a:bodyPr>
          <a:lstStyle/>
          <a:p>
            <a:r>
              <a:rPr lang="es-CL" sz="3600" dirty="0">
                <a:solidFill>
                  <a:srgbClr val="00B0F0"/>
                </a:solidFill>
                <a:latin typeface="Abadi Extra Light" panose="020B0204020104020204" pitchFamily="34" charset="0"/>
              </a:rPr>
              <a:t>Funciones </a:t>
            </a:r>
            <a:r>
              <a:rPr lang="es-CL" sz="3600" dirty="0" err="1">
                <a:solidFill>
                  <a:srgbClr val="00B0F0"/>
                </a:solidFill>
                <a:latin typeface="Abadi Extra Light" panose="020B0204020104020204" pitchFamily="34" charset="0"/>
              </a:rPr>
              <a:t>feedforward</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8173C2CB-9E99-2D1C-7EB2-079AB8EC56CE}"/>
              </a:ext>
            </a:extLst>
          </p:cNvPr>
          <p:cNvSpPr>
            <a:spLocks noGrp="1"/>
          </p:cNvSpPr>
          <p:nvPr>
            <p:ph idx="1"/>
          </p:nvPr>
        </p:nvSpPr>
        <p:spPr/>
        <p:txBody>
          <a:bodyPr/>
          <a:lstStyle/>
          <a:p>
            <a:r>
              <a:rPr lang="es-ES" dirty="0"/>
              <a:t>La forma general de las salidas de una red de tres capas es:</a:t>
            </a:r>
            <a:endParaRPr lang="es-CL" dirty="0"/>
          </a:p>
        </p:txBody>
      </p:sp>
      <p:pic>
        <p:nvPicPr>
          <p:cNvPr id="5" name="Imagen 4">
            <a:extLst>
              <a:ext uri="{FF2B5EF4-FFF2-40B4-BE49-F238E27FC236}">
                <a16:creationId xmlns:a16="http://schemas.microsoft.com/office/drawing/2014/main" id="{15B7A5E4-3A0A-32CF-99A5-28AAAF9730C3}"/>
              </a:ext>
            </a:extLst>
          </p:cNvPr>
          <p:cNvPicPr>
            <a:picLocks noChangeAspect="1"/>
          </p:cNvPicPr>
          <p:nvPr/>
        </p:nvPicPr>
        <p:blipFill>
          <a:blip r:embed="rId2"/>
          <a:stretch>
            <a:fillRect/>
          </a:stretch>
        </p:blipFill>
        <p:spPr>
          <a:xfrm>
            <a:off x="1905000" y="2614612"/>
            <a:ext cx="8382000" cy="1628775"/>
          </a:xfrm>
          <a:prstGeom prst="rect">
            <a:avLst/>
          </a:prstGeom>
        </p:spPr>
      </p:pic>
      <p:sp>
        <p:nvSpPr>
          <p:cNvPr id="7" name="CuadroTexto 6">
            <a:extLst>
              <a:ext uri="{FF2B5EF4-FFF2-40B4-BE49-F238E27FC236}">
                <a16:creationId xmlns:a16="http://schemas.microsoft.com/office/drawing/2014/main" id="{23350BEE-8008-711B-597B-157090699EDA}"/>
              </a:ext>
            </a:extLst>
          </p:cNvPr>
          <p:cNvSpPr txBox="1"/>
          <p:nvPr/>
        </p:nvSpPr>
        <p:spPr>
          <a:xfrm>
            <a:off x="628996" y="5231214"/>
            <a:ext cx="10202488" cy="646331"/>
          </a:xfrm>
          <a:prstGeom prst="rect">
            <a:avLst/>
          </a:prstGeom>
          <a:noFill/>
        </p:spPr>
        <p:txBody>
          <a:bodyPr wrap="square">
            <a:spAutoFit/>
          </a:bodyPr>
          <a:lstStyle/>
          <a:p>
            <a:r>
              <a:rPr lang="es-ES" dirty="0">
                <a:latin typeface="Abadi Extra Light" panose="020B0204020104020204" pitchFamily="34" charset="0"/>
              </a:rPr>
              <a:t>La evaluación de esta función se puede ver como una propagación de información en una red, hacia adelante (</a:t>
            </a:r>
            <a:r>
              <a:rPr lang="es-ES" dirty="0" err="1">
                <a:latin typeface="Abadi Extra Light" panose="020B0204020104020204" pitchFamily="34" charset="0"/>
              </a:rPr>
              <a:t>feedforward</a:t>
            </a:r>
            <a:r>
              <a:rPr lang="es-ES" dirty="0">
                <a:latin typeface="Abadi Extra Light" panose="020B0204020104020204" pitchFamily="34" charset="0"/>
              </a:rPr>
              <a:t>). Interesa saber la capacidad expresiva de este modelo: ¿Se puede aproximar cualquier función?</a:t>
            </a:r>
            <a:endParaRPr lang="es-CL" dirty="0">
              <a:latin typeface="Abadi Extra Light" panose="020B0204020104020204" pitchFamily="34" charset="0"/>
            </a:endParaRPr>
          </a:p>
        </p:txBody>
      </p:sp>
    </p:spTree>
    <p:extLst>
      <p:ext uri="{BB962C8B-B14F-4D97-AF65-F5344CB8AC3E}">
        <p14:creationId xmlns:p14="http://schemas.microsoft.com/office/powerpoint/2010/main" val="1683786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7011D6-6557-2765-0248-492ACF29CD92}"/>
              </a:ext>
            </a:extLst>
          </p:cNvPr>
          <p:cNvSpPr>
            <a:spLocks noGrp="1"/>
          </p:cNvSpPr>
          <p:nvPr>
            <p:ph type="title"/>
          </p:nvPr>
        </p:nvSpPr>
        <p:spPr/>
        <p:txBody>
          <a:bodyPr vert="horz" lIns="91440" tIns="45720" rIns="91440" bIns="45720" rtlCol="0" anchor="ctr">
            <a:noAutofit/>
          </a:bodyPr>
          <a:lstStyle/>
          <a:p>
            <a:r>
              <a:rPr lang="es-ES" sz="3600" dirty="0">
                <a:solidFill>
                  <a:srgbClr val="00B0F0"/>
                </a:solidFill>
                <a:latin typeface="Abadi Extra Light" panose="020B0204020104020204" pitchFamily="34" charset="0"/>
              </a:rPr>
              <a:t>Problema XOR:</a:t>
            </a:r>
            <a:br>
              <a:rPr lang="es-ES" sz="3600" dirty="0">
                <a:solidFill>
                  <a:srgbClr val="00B0F0"/>
                </a:solidFill>
                <a:latin typeface="Abadi Extra Light" panose="020B0204020104020204" pitchFamily="34" charset="0"/>
              </a:rPr>
            </a:br>
            <a:endParaRPr lang="es-CL" sz="3600" dirty="0">
              <a:solidFill>
                <a:srgbClr val="00B0F0"/>
              </a:solidFill>
              <a:latin typeface="Abadi Extra Light" panose="020B0204020104020204" pitchFamily="34" charset="0"/>
            </a:endParaRPr>
          </a:p>
        </p:txBody>
      </p:sp>
      <p:pic>
        <p:nvPicPr>
          <p:cNvPr id="5" name="Imagen 4">
            <a:extLst>
              <a:ext uri="{FF2B5EF4-FFF2-40B4-BE49-F238E27FC236}">
                <a16:creationId xmlns:a16="http://schemas.microsoft.com/office/drawing/2014/main" id="{0BAD2CA9-C492-CA0B-C6CC-BB25A88D04A0}"/>
              </a:ext>
            </a:extLst>
          </p:cNvPr>
          <p:cNvPicPr>
            <a:picLocks noChangeAspect="1"/>
          </p:cNvPicPr>
          <p:nvPr/>
        </p:nvPicPr>
        <p:blipFill>
          <a:blip r:embed="rId2"/>
          <a:stretch>
            <a:fillRect/>
          </a:stretch>
        </p:blipFill>
        <p:spPr>
          <a:xfrm>
            <a:off x="4608890" y="454264"/>
            <a:ext cx="5856833" cy="5949472"/>
          </a:xfrm>
          <a:prstGeom prst="rect">
            <a:avLst/>
          </a:prstGeom>
        </p:spPr>
      </p:pic>
    </p:spTree>
    <p:extLst>
      <p:ext uri="{BB962C8B-B14F-4D97-AF65-F5344CB8AC3E}">
        <p14:creationId xmlns:p14="http://schemas.microsoft.com/office/powerpoint/2010/main" val="305704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A973AC5-7D19-5D88-F309-34F8C265E6DA}"/>
              </a:ext>
            </a:extLst>
          </p:cNvPr>
          <p:cNvSpPr>
            <a:spLocks noGrp="1"/>
          </p:cNvSpPr>
          <p:nvPr>
            <p:ph idx="1"/>
          </p:nvPr>
        </p:nvSpPr>
        <p:spPr>
          <a:xfrm>
            <a:off x="106679" y="79952"/>
            <a:ext cx="11758439" cy="1482841"/>
          </a:xfrm>
        </p:spPr>
        <p:txBody>
          <a:bodyPr vert="horz" lIns="91440" tIns="45720" rIns="91440" bIns="45720" rtlCol="0" anchor="ctr">
            <a:noAutofit/>
          </a:bodyPr>
          <a:lstStyle/>
          <a:p>
            <a:pPr>
              <a:spcBef>
                <a:spcPct val="0"/>
              </a:spcBef>
              <a:buNone/>
            </a:pPr>
            <a:r>
              <a:rPr lang="es-ES" sz="3600" dirty="0">
                <a:solidFill>
                  <a:srgbClr val="00B0F0"/>
                </a:solidFill>
                <a:latin typeface="Abadi Extra Light" panose="020B0204020104020204" pitchFamily="34" charset="0"/>
                <a:ea typeface="+mj-ea"/>
                <a:cs typeface="+mj-cs"/>
              </a:rPr>
              <a:t>Las redes neuronales multicapa son aproximadores universales: </a:t>
            </a:r>
            <a:endParaRPr lang="es-CL" sz="3600" dirty="0">
              <a:solidFill>
                <a:srgbClr val="00B0F0"/>
              </a:solidFill>
              <a:latin typeface="Abadi Extra Light" panose="020B0204020104020204" pitchFamily="34" charset="0"/>
              <a:ea typeface="+mj-ea"/>
              <a:cs typeface="+mj-cs"/>
            </a:endParaRPr>
          </a:p>
        </p:txBody>
      </p:sp>
      <p:pic>
        <p:nvPicPr>
          <p:cNvPr id="5" name="Imagen 4">
            <a:extLst>
              <a:ext uri="{FF2B5EF4-FFF2-40B4-BE49-F238E27FC236}">
                <a16:creationId xmlns:a16="http://schemas.microsoft.com/office/drawing/2014/main" id="{DFAC7716-9BA3-B9EE-120E-07AD5A0B4CE3}"/>
              </a:ext>
            </a:extLst>
          </p:cNvPr>
          <p:cNvPicPr>
            <a:picLocks noChangeAspect="1"/>
          </p:cNvPicPr>
          <p:nvPr/>
        </p:nvPicPr>
        <p:blipFill>
          <a:blip r:embed="rId2"/>
          <a:stretch>
            <a:fillRect/>
          </a:stretch>
        </p:blipFill>
        <p:spPr>
          <a:xfrm>
            <a:off x="1906299" y="1438333"/>
            <a:ext cx="9210675" cy="5248275"/>
          </a:xfrm>
          <a:prstGeom prst="rect">
            <a:avLst/>
          </a:prstGeom>
        </p:spPr>
      </p:pic>
    </p:spTree>
    <p:extLst>
      <p:ext uri="{BB962C8B-B14F-4D97-AF65-F5344CB8AC3E}">
        <p14:creationId xmlns:p14="http://schemas.microsoft.com/office/powerpoint/2010/main" val="297077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811ED34A-4A5D-A628-8E3A-5C9625011612}"/>
              </a:ext>
            </a:extLst>
          </p:cNvPr>
          <p:cNvSpPr>
            <a:spLocks noGrp="1"/>
          </p:cNvSpPr>
          <p:nvPr>
            <p:ph type="title"/>
          </p:nvPr>
        </p:nvSpPr>
        <p:spPr>
          <a:xfrm rot="16200000">
            <a:off x="-3617739" y="1573992"/>
            <a:ext cx="8229600" cy="994122"/>
          </a:xfrm>
        </p:spPr>
        <p:txBody>
          <a:bodyPr vert="horz" lIns="91440" tIns="45720" rIns="91440" bIns="45720" rtlCol="0" anchor="ctr">
            <a:noAutofit/>
          </a:bodyPr>
          <a:lstStyle/>
          <a:p>
            <a:r>
              <a:rPr lang="es-ES" sz="3600" dirty="0">
                <a:solidFill>
                  <a:srgbClr val="00B0F0"/>
                </a:solidFill>
                <a:latin typeface="Abadi Extra Light" panose="020B0204020104020204" pitchFamily="34" charset="0"/>
              </a:rPr>
              <a:t>Perceptrón Multicapa</a:t>
            </a:r>
          </a:p>
        </p:txBody>
      </p:sp>
      <p:pic>
        <p:nvPicPr>
          <p:cNvPr id="8" name="Imagen 7">
            <a:extLst>
              <a:ext uri="{FF2B5EF4-FFF2-40B4-BE49-F238E27FC236}">
                <a16:creationId xmlns:a16="http://schemas.microsoft.com/office/drawing/2014/main" id="{B311BD3D-914E-AAAC-017F-0C08342BAB60}"/>
              </a:ext>
            </a:extLst>
          </p:cNvPr>
          <p:cNvPicPr>
            <a:picLocks noChangeAspect="1"/>
          </p:cNvPicPr>
          <p:nvPr/>
        </p:nvPicPr>
        <p:blipFill>
          <a:blip r:embed="rId2"/>
          <a:stretch>
            <a:fillRect/>
          </a:stretch>
        </p:blipFill>
        <p:spPr>
          <a:xfrm>
            <a:off x="1457325" y="976312"/>
            <a:ext cx="9277350" cy="4905375"/>
          </a:xfrm>
          <a:prstGeom prst="rect">
            <a:avLst/>
          </a:prstGeom>
        </p:spPr>
      </p:pic>
    </p:spTree>
    <p:extLst>
      <p:ext uri="{BB962C8B-B14F-4D97-AF65-F5344CB8AC3E}">
        <p14:creationId xmlns:p14="http://schemas.microsoft.com/office/powerpoint/2010/main" val="1699055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85B429-413B-50A6-38A7-95D2ED0DF516}"/>
              </a:ext>
            </a:extLst>
          </p:cNvPr>
          <p:cNvSpPr>
            <a:spLocks noGrp="1"/>
          </p:cNvSpPr>
          <p:nvPr>
            <p:ph idx="1"/>
          </p:nvPr>
        </p:nvSpPr>
        <p:spPr>
          <a:xfrm>
            <a:off x="338743" y="670155"/>
            <a:ext cx="11514513" cy="5830397"/>
          </a:xfrm>
        </p:spPr>
        <p:txBody>
          <a:bodyPr>
            <a:normAutofit lnSpcReduction="10000"/>
          </a:bodyPr>
          <a:lstStyle/>
          <a:p>
            <a:r>
              <a:rPr lang="es-ES" u="sng" dirty="0">
                <a:latin typeface="Abadi Extra Light" panose="020B0204020104020204" pitchFamily="34" charset="0"/>
              </a:rPr>
              <a:t>Elección de η: </a:t>
            </a:r>
          </a:p>
          <a:p>
            <a:pPr marL="0" indent="0">
              <a:buNone/>
            </a:pPr>
            <a:r>
              <a:rPr lang="es-ES" dirty="0">
                <a:latin typeface="Abadi Extra Light" panose="020B0204020104020204" pitchFamily="34" charset="0"/>
              </a:rPr>
              <a:t>se puede ajustar en base a una aproximación local cuadrática del costo entorno al mínimo.</a:t>
            </a:r>
          </a:p>
          <a:p>
            <a:endParaRPr lang="es-ES" dirty="0">
              <a:latin typeface="Abadi Extra Light" panose="020B0204020104020204" pitchFamily="34" charset="0"/>
            </a:endParaRPr>
          </a:p>
          <a:p>
            <a:pPr marL="0" indent="0">
              <a:buNone/>
            </a:pPr>
            <a:r>
              <a:rPr lang="es-ES" dirty="0">
                <a:latin typeface="Abadi Extra Light" panose="020B0204020104020204" pitchFamily="34" charset="0"/>
              </a:rPr>
              <a:t>     	               </a:t>
            </a:r>
            <a:r>
              <a:rPr lang="el-GR" dirty="0"/>
              <a:t>η </a:t>
            </a:r>
            <a:r>
              <a:rPr lang="es-CL" dirty="0">
                <a:latin typeface="Abadi Extra Light" panose="020B0204020104020204" pitchFamily="34" charset="0"/>
              </a:rPr>
              <a:t>chico: convergencia lenta; </a:t>
            </a:r>
            <a:r>
              <a:rPr lang="el-GR" dirty="0"/>
              <a:t>η </a:t>
            </a:r>
            <a:r>
              <a:rPr lang="es-CL" dirty="0">
                <a:latin typeface="Abadi Extra Light" panose="020B0204020104020204" pitchFamily="34" charset="0"/>
              </a:rPr>
              <a:t>grande: puede </a:t>
            </a:r>
            <a:r>
              <a:rPr lang="es-CL" dirty="0" err="1">
                <a:latin typeface="Abadi Extra Light" panose="020B0204020104020204" pitchFamily="34" charset="0"/>
              </a:rPr>
              <a:t>diverger</a:t>
            </a:r>
            <a:r>
              <a:rPr lang="es-CL" dirty="0">
                <a:latin typeface="Abadi Extra Light" panose="020B0204020104020204" pitchFamily="34" charset="0"/>
              </a:rPr>
              <a:t>.</a:t>
            </a:r>
          </a:p>
          <a:p>
            <a:pPr marL="0" indent="0">
              <a:buNone/>
            </a:pPr>
            <a:endParaRPr lang="es-CL" dirty="0">
              <a:latin typeface="Abadi Extra Light" panose="020B0204020104020204" pitchFamily="34" charset="0"/>
            </a:endParaRPr>
          </a:p>
          <a:p>
            <a:endParaRPr lang="es-CL" dirty="0">
              <a:latin typeface="Abadi Extra Light" panose="020B0204020104020204" pitchFamily="34" charset="0"/>
            </a:endParaRPr>
          </a:p>
          <a:p>
            <a:r>
              <a:rPr lang="es-ES" u="sng" dirty="0">
                <a:latin typeface="Abadi Extra Light" panose="020B0204020104020204" pitchFamily="34" charset="0"/>
              </a:rPr>
              <a:t>Momento o inercia: </a:t>
            </a:r>
          </a:p>
          <a:p>
            <a:pPr marL="0" indent="0">
              <a:buNone/>
            </a:pPr>
            <a:r>
              <a:rPr lang="es-ES" dirty="0">
                <a:latin typeface="Abadi Extra Light" panose="020B0204020104020204" pitchFamily="34" charset="0"/>
              </a:rPr>
              <a:t>                                 w(m + 1) = w(m) + ∆w(m) + α∆w(m − 1). </a:t>
            </a:r>
          </a:p>
          <a:p>
            <a:pPr marL="0" indent="0">
              <a:buNone/>
            </a:pPr>
            <a:endParaRPr lang="es-ES" dirty="0">
              <a:latin typeface="Abadi Extra Light" panose="020B0204020104020204" pitchFamily="34" charset="0"/>
            </a:endParaRPr>
          </a:p>
          <a:p>
            <a:pPr marL="0" indent="0">
              <a:buNone/>
            </a:pPr>
            <a:r>
              <a:rPr lang="es-ES" dirty="0">
                <a:latin typeface="Abadi Extra Light" panose="020B0204020104020204" pitchFamily="34" charset="0"/>
              </a:rPr>
              <a:t>en general con α cercano a 1. Suaviza el descenso, ayuda a no estancarse en mesetas. Otros más sofisticados: momento de </a:t>
            </a:r>
            <a:r>
              <a:rPr lang="es-ES" dirty="0" err="1">
                <a:latin typeface="Abadi Extra Light" panose="020B0204020104020204" pitchFamily="34" charset="0"/>
              </a:rPr>
              <a:t>Nesterov</a:t>
            </a:r>
            <a:r>
              <a:rPr lang="es-ES" dirty="0">
                <a:latin typeface="Abadi Extra Light" panose="020B0204020104020204" pitchFamily="34" charset="0"/>
              </a:rPr>
              <a:t>, Adam, </a:t>
            </a:r>
            <a:r>
              <a:rPr lang="es-ES" dirty="0" err="1">
                <a:latin typeface="Abadi Extra Light" panose="020B0204020104020204" pitchFamily="34" charset="0"/>
              </a:rPr>
              <a:t>etc</a:t>
            </a:r>
            <a:endParaRPr lang="es-CL" dirty="0">
              <a:latin typeface="Abadi Extra Light" panose="020B0204020104020204" pitchFamily="34" charset="0"/>
            </a:endParaRPr>
          </a:p>
          <a:p>
            <a:endParaRPr lang="es-CL" dirty="0">
              <a:latin typeface="Abadi Extra Light" panose="020B0204020104020204" pitchFamily="34" charset="0"/>
            </a:endParaRPr>
          </a:p>
          <a:p>
            <a:endParaRPr lang="es-CL" dirty="0">
              <a:latin typeface="Abadi Extra Light" panose="020B0204020104020204" pitchFamily="34" charset="0"/>
            </a:endParaRPr>
          </a:p>
          <a:p>
            <a:endParaRPr lang="es-ES" dirty="0">
              <a:latin typeface="Abadi Extra Light" panose="020B0204020104020204" pitchFamily="34" charset="0"/>
            </a:endParaRPr>
          </a:p>
        </p:txBody>
      </p:sp>
    </p:spTree>
    <p:extLst>
      <p:ext uri="{BB962C8B-B14F-4D97-AF65-F5344CB8AC3E}">
        <p14:creationId xmlns:p14="http://schemas.microsoft.com/office/powerpoint/2010/main" val="2307840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1814192B-D29C-5CE7-AA21-0395FF20490B}"/>
              </a:ext>
            </a:extLst>
          </p:cNvPr>
          <p:cNvSpPr txBox="1"/>
          <p:nvPr/>
        </p:nvSpPr>
        <p:spPr>
          <a:xfrm>
            <a:off x="363336" y="348924"/>
            <a:ext cx="11465328" cy="5109091"/>
          </a:xfrm>
          <a:prstGeom prst="rect">
            <a:avLst/>
          </a:prstGeom>
          <a:noFill/>
        </p:spPr>
        <p:txBody>
          <a:bodyPr wrap="square">
            <a:spAutoFit/>
          </a:bodyPr>
          <a:lstStyle/>
          <a:p>
            <a:endParaRPr lang="es-ES" sz="2800" dirty="0">
              <a:latin typeface="Abadi Extra Light" panose="020B0204020104020204" pitchFamily="34" charset="0"/>
            </a:endParaRPr>
          </a:p>
          <a:p>
            <a:pPr marL="285750" indent="-285750">
              <a:buFont typeface="Arial" panose="020B0604020202020204" pitchFamily="34" charset="0"/>
              <a:buChar char="•"/>
            </a:pPr>
            <a:r>
              <a:rPr lang="es-ES" sz="2800" dirty="0">
                <a:latin typeface="Abadi Extra Light" panose="020B0204020104020204" pitchFamily="34" charset="0"/>
              </a:rPr>
              <a:t>Terminación temprana (</a:t>
            </a:r>
            <a:r>
              <a:rPr lang="es-ES" sz="2800" dirty="0" err="1">
                <a:latin typeface="Abadi Extra Light" panose="020B0204020104020204" pitchFamily="34" charset="0"/>
              </a:rPr>
              <a:t>early</a:t>
            </a:r>
            <a:r>
              <a:rPr lang="es-ES" sz="2800" dirty="0">
                <a:latin typeface="Abadi Extra Light" panose="020B0204020104020204" pitchFamily="34" charset="0"/>
              </a:rPr>
              <a:t> </a:t>
            </a:r>
            <a:r>
              <a:rPr lang="es-ES" sz="2800" dirty="0" err="1">
                <a:latin typeface="Abadi Extra Light" panose="020B0204020104020204" pitchFamily="34" charset="0"/>
              </a:rPr>
              <a:t>stopping</a:t>
            </a:r>
            <a:r>
              <a:rPr lang="es-ES" sz="2800" dirty="0">
                <a:latin typeface="Abadi Extra Light" panose="020B0204020104020204" pitchFamily="34" charset="0"/>
              </a:rPr>
              <a:t>):</a:t>
            </a:r>
          </a:p>
          <a:p>
            <a:endParaRPr lang="es-ES" sz="2800" dirty="0">
              <a:latin typeface="Abadi Extra Light" panose="020B0204020104020204" pitchFamily="34" charset="0"/>
            </a:endParaRPr>
          </a:p>
          <a:p>
            <a:r>
              <a:rPr lang="es-ES" sz="2800" dirty="0">
                <a:latin typeface="Abadi Extra Light" panose="020B0204020104020204" pitchFamily="34" charset="0"/>
              </a:rPr>
              <a:t> En training muchos algoritmos de optimización pueden asegurar que el error decrece o se mantiene. En validación: a menudo el error decrece al principio, y luego crece a medida que la red empieza a </a:t>
            </a:r>
            <a:r>
              <a:rPr lang="es-ES" sz="2800" dirty="0" err="1">
                <a:latin typeface="Abadi Extra Light" panose="020B0204020104020204" pitchFamily="34" charset="0"/>
              </a:rPr>
              <a:t>sobre-entrenar</a:t>
            </a:r>
            <a:r>
              <a:rPr lang="es-ES" sz="2800" dirty="0">
                <a:latin typeface="Abadi Extra Light" panose="020B0204020104020204" pitchFamily="34" charset="0"/>
              </a:rPr>
              <a:t>. ⇒ Criterio: cortar el training en la iteración que corresponde al menor error de validación.</a:t>
            </a:r>
          </a:p>
          <a:p>
            <a:endParaRPr lang="es-ES" sz="2800" dirty="0">
              <a:latin typeface="Abadi Extra Light" panose="020B0204020104020204" pitchFamily="34" charset="0"/>
            </a:endParaRPr>
          </a:p>
          <a:p>
            <a:pPr marL="285750" indent="-285750">
              <a:buFont typeface="Arial" panose="020B0604020202020204" pitchFamily="34" charset="0"/>
              <a:buChar char="•"/>
            </a:pPr>
            <a:r>
              <a:rPr lang="es-ES" sz="2800" dirty="0" err="1">
                <a:latin typeface="Abadi Extra Light" panose="020B0204020104020204" pitchFamily="34" charset="0"/>
              </a:rPr>
              <a:t>Weight</a:t>
            </a:r>
            <a:r>
              <a:rPr lang="es-ES" sz="2800" dirty="0">
                <a:latin typeface="Abadi Extra Light" panose="020B0204020104020204" pitchFamily="34" charset="0"/>
              </a:rPr>
              <a:t> </a:t>
            </a:r>
            <a:r>
              <a:rPr lang="es-ES" sz="2800" dirty="0" err="1">
                <a:latin typeface="Abadi Extra Light" panose="020B0204020104020204" pitchFamily="34" charset="0"/>
              </a:rPr>
              <a:t>Decay</a:t>
            </a:r>
            <a:r>
              <a:rPr lang="es-ES" sz="2800" dirty="0">
                <a:latin typeface="Abadi Extra Light" panose="020B0204020104020204" pitchFamily="34" charset="0"/>
              </a:rPr>
              <a:t>: </a:t>
            </a:r>
          </a:p>
          <a:p>
            <a:endParaRPr lang="es-ES" sz="2800" dirty="0">
              <a:latin typeface="Abadi Extra Light" panose="020B0204020104020204" pitchFamily="34" charset="0"/>
            </a:endParaRPr>
          </a:p>
          <a:p>
            <a:pPr marL="0" indent="0">
              <a:buNone/>
            </a:pPr>
            <a:r>
              <a:rPr lang="es-ES" sz="2800" dirty="0">
                <a:latin typeface="Abadi Extra Light" panose="020B0204020104020204" pitchFamily="34" charset="0"/>
              </a:rPr>
              <a:t>amortiguar el peso de w(m) antes de actualizar: </a:t>
            </a:r>
            <a:endParaRPr lang="es-CL" sz="2800" dirty="0">
              <a:latin typeface="Abadi Extra Light" panose="020B0204020104020204" pitchFamily="34" charset="0"/>
            </a:endParaRPr>
          </a:p>
          <a:p>
            <a:endParaRPr lang="es-CL" dirty="0">
              <a:latin typeface="Abadi Extra Light" panose="020B0204020104020204" pitchFamily="34" charset="0"/>
            </a:endParaRPr>
          </a:p>
        </p:txBody>
      </p:sp>
      <p:pic>
        <p:nvPicPr>
          <p:cNvPr id="10" name="Imagen 9">
            <a:extLst>
              <a:ext uri="{FF2B5EF4-FFF2-40B4-BE49-F238E27FC236}">
                <a16:creationId xmlns:a16="http://schemas.microsoft.com/office/drawing/2014/main" id="{80E03A86-7CAF-B14C-22F7-5B2F753CE60C}"/>
              </a:ext>
            </a:extLst>
          </p:cNvPr>
          <p:cNvPicPr>
            <a:picLocks noChangeAspect="1"/>
          </p:cNvPicPr>
          <p:nvPr/>
        </p:nvPicPr>
        <p:blipFill>
          <a:blip r:embed="rId2"/>
          <a:stretch>
            <a:fillRect/>
          </a:stretch>
        </p:blipFill>
        <p:spPr>
          <a:xfrm>
            <a:off x="1974966" y="5268969"/>
            <a:ext cx="8724900" cy="1457325"/>
          </a:xfrm>
          <a:prstGeom prst="rect">
            <a:avLst/>
          </a:prstGeom>
        </p:spPr>
      </p:pic>
    </p:spTree>
    <p:extLst>
      <p:ext uri="{BB962C8B-B14F-4D97-AF65-F5344CB8AC3E}">
        <p14:creationId xmlns:p14="http://schemas.microsoft.com/office/powerpoint/2010/main" val="1907008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5C5E34-2D0B-1388-A00A-54B57162ED46}"/>
              </a:ext>
            </a:extLst>
          </p:cNvPr>
          <p:cNvSpPr>
            <a:spLocks noGrp="1"/>
          </p:cNvSpPr>
          <p:nvPr>
            <p:ph type="title"/>
          </p:nvPr>
        </p:nvSpPr>
        <p:spPr/>
        <p:txBody>
          <a:bodyPr vert="horz" lIns="91440" tIns="45720" rIns="91440" bIns="45720" rtlCol="0" anchor="ctr">
            <a:noAutofit/>
          </a:bodyPr>
          <a:lstStyle/>
          <a:p>
            <a:r>
              <a:rPr lang="en-US" sz="3600" dirty="0" err="1">
                <a:solidFill>
                  <a:srgbClr val="00B0F0"/>
                </a:solidFill>
                <a:latin typeface="Abadi Extra Light" panose="020B0204020104020204" pitchFamily="34" charset="0"/>
              </a:rPr>
              <a:t>Regularizacion</a:t>
            </a:r>
            <a:endParaRPr lang="es-CL" sz="3600" dirty="0">
              <a:solidFill>
                <a:srgbClr val="00B0F0"/>
              </a:solidFill>
              <a:latin typeface="Abadi Extra Light" panose="020B0204020104020204" pitchFamily="34" charset="0"/>
            </a:endParaRPr>
          </a:p>
        </p:txBody>
      </p:sp>
      <p:pic>
        <p:nvPicPr>
          <p:cNvPr id="1026" name="Picture 2">
            <a:extLst>
              <a:ext uri="{FF2B5EF4-FFF2-40B4-BE49-F238E27FC236}">
                <a16:creationId xmlns:a16="http://schemas.microsoft.com/office/drawing/2014/main" id="{DE820648-D107-6AAE-0144-2C91F1405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1350" y="1704975"/>
            <a:ext cx="5829300"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644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239BC-C7AC-D876-9A82-656B2143FEEA}"/>
              </a:ext>
            </a:extLst>
          </p:cNvPr>
          <p:cNvSpPr>
            <a:spLocks noGrp="1"/>
          </p:cNvSpPr>
          <p:nvPr>
            <p:ph type="title"/>
          </p:nvPr>
        </p:nvSpPr>
        <p:spPr/>
        <p:txBody>
          <a:bodyPr vert="horz" lIns="91440" tIns="45720" rIns="91440" bIns="45720" rtlCol="0" anchor="ctr">
            <a:noAutofit/>
          </a:bodyPr>
          <a:lstStyle/>
          <a:p>
            <a:r>
              <a:rPr lang="en-US" sz="3600" dirty="0" err="1">
                <a:solidFill>
                  <a:srgbClr val="00B0F0"/>
                </a:solidFill>
                <a:latin typeface="Abadi Extra Light" panose="020B0204020104020204" pitchFamily="34" charset="0"/>
              </a:rPr>
              <a:t>Regularizacion</a:t>
            </a:r>
            <a:r>
              <a:rPr lang="en-US" sz="3600" dirty="0">
                <a:solidFill>
                  <a:srgbClr val="00B0F0"/>
                </a:solidFill>
                <a:latin typeface="Abadi Extra Light" panose="020B0204020104020204" pitchFamily="34" charset="0"/>
              </a:rPr>
              <a:t> L2</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E4637726-3F1F-6DC6-BFE6-480C01B4A255}"/>
              </a:ext>
            </a:extLst>
          </p:cNvPr>
          <p:cNvSpPr>
            <a:spLocks noGrp="1"/>
          </p:cNvSpPr>
          <p:nvPr>
            <p:ph idx="1"/>
          </p:nvPr>
        </p:nvSpPr>
        <p:spPr/>
        <p:txBody>
          <a:bodyPr/>
          <a:lstStyle/>
          <a:p>
            <a:pPr algn="l"/>
            <a:r>
              <a:rPr lang="es-ES" b="0" i="0" dirty="0">
                <a:solidFill>
                  <a:srgbClr val="292929"/>
                </a:solidFill>
                <a:effectLst/>
                <a:latin typeface="Abadi Extra Light" panose="020B0204020104020204" pitchFamily="34" charset="0"/>
              </a:rPr>
              <a:t>La idea detrás de este tipo de regularización es reducir el valor de los parámetros para que sean pequeños.</a:t>
            </a:r>
          </a:p>
          <a:p>
            <a:pPr algn="l"/>
            <a:r>
              <a:rPr lang="es-ES" b="0" i="0" dirty="0">
                <a:solidFill>
                  <a:srgbClr val="292929"/>
                </a:solidFill>
                <a:effectLst/>
                <a:latin typeface="Abadi Extra Light" panose="020B0204020104020204" pitchFamily="34" charset="0"/>
              </a:rPr>
              <a:t>Esta técnica introduce un término adicional de </a:t>
            </a:r>
            <a:r>
              <a:rPr lang="es-ES" b="1" i="0" dirty="0">
                <a:solidFill>
                  <a:srgbClr val="292929"/>
                </a:solidFill>
                <a:effectLst/>
                <a:latin typeface="Abadi Extra Light" panose="020B0204020104020204" pitchFamily="34" charset="0"/>
              </a:rPr>
              <a:t>penalización</a:t>
            </a:r>
            <a:r>
              <a:rPr lang="es-ES" b="0" i="0" dirty="0">
                <a:solidFill>
                  <a:srgbClr val="292929"/>
                </a:solidFill>
                <a:effectLst/>
                <a:latin typeface="Abadi Extra Light" panose="020B0204020104020204" pitchFamily="34" charset="0"/>
              </a:rPr>
              <a:t> en la función de coste original (</a:t>
            </a:r>
            <a:r>
              <a:rPr lang="es-ES" b="1" i="1" dirty="0">
                <a:solidFill>
                  <a:srgbClr val="292929"/>
                </a:solidFill>
                <a:effectLst/>
                <a:latin typeface="Abadi Extra Light" panose="020B0204020104020204" pitchFamily="34" charset="0"/>
              </a:rPr>
              <a:t>L</a:t>
            </a:r>
            <a:r>
              <a:rPr lang="es-ES" b="0" i="0" dirty="0">
                <a:solidFill>
                  <a:srgbClr val="292929"/>
                </a:solidFill>
                <a:effectLst/>
                <a:latin typeface="Abadi Extra Light" panose="020B0204020104020204" pitchFamily="34" charset="0"/>
              </a:rPr>
              <a:t>), añadiendo a su valor la suma de los cuadrados de los parámetros (</a:t>
            </a:r>
            <a:r>
              <a:rPr lang="es-ES" b="1" i="1" dirty="0">
                <a:solidFill>
                  <a:srgbClr val="292929"/>
                </a:solidFill>
                <a:effectLst/>
                <a:latin typeface="Abadi Extra Light" panose="020B0204020104020204" pitchFamily="34" charset="0"/>
              </a:rPr>
              <a:t>ω</a:t>
            </a:r>
            <a:r>
              <a:rPr lang="es-ES" b="0" i="0" dirty="0">
                <a:solidFill>
                  <a:srgbClr val="292929"/>
                </a:solidFill>
                <a:effectLst/>
                <a:latin typeface="Abadi Extra Light" panose="020B0204020104020204" pitchFamily="34" charset="0"/>
              </a:rPr>
              <a:t>).</a:t>
            </a:r>
          </a:p>
          <a:p>
            <a:pPr algn="l"/>
            <a:r>
              <a:rPr lang="es-ES" b="0" i="0" dirty="0">
                <a:solidFill>
                  <a:srgbClr val="292929"/>
                </a:solidFill>
                <a:effectLst/>
                <a:latin typeface="Abadi Extra Light" panose="020B0204020104020204" pitchFamily="34" charset="0"/>
              </a:rPr>
              <a:t>La mala noticia es que este nuevo término puede ser alto; tanto que la red minimizaría la función de coste haciendo los parámetros muy cercanos a 0, lo que no sería nada conveniente. Es por ello que multiplicaremos ese sumando por una constante (</a:t>
            </a:r>
            <a:r>
              <a:rPr lang="es-ES" b="1" i="1" dirty="0">
                <a:solidFill>
                  <a:srgbClr val="292929"/>
                </a:solidFill>
                <a:effectLst/>
                <a:latin typeface="Abadi Extra Light" panose="020B0204020104020204" pitchFamily="34" charset="0"/>
              </a:rPr>
              <a:t>λ</a:t>
            </a:r>
            <a:r>
              <a:rPr lang="es-ES" b="0" i="0" dirty="0">
                <a:solidFill>
                  <a:srgbClr val="292929"/>
                </a:solidFill>
                <a:effectLst/>
                <a:latin typeface="Abadi Extra Light" panose="020B0204020104020204" pitchFamily="34" charset="0"/>
              </a:rPr>
              <a:t>) pequeña, cuyo valor escogeremos de forma arbitraria (0.1, 0.01, …).</a:t>
            </a:r>
          </a:p>
          <a:p>
            <a:endParaRPr lang="es-CL" dirty="0">
              <a:latin typeface="Abadi Extra Light" panose="020B0204020104020204" pitchFamily="34" charset="0"/>
            </a:endParaRPr>
          </a:p>
        </p:txBody>
      </p:sp>
    </p:spTree>
    <p:extLst>
      <p:ext uri="{BB962C8B-B14F-4D97-AF65-F5344CB8AC3E}">
        <p14:creationId xmlns:p14="http://schemas.microsoft.com/office/powerpoint/2010/main" val="734868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F7F67A5-606C-7B9E-54FA-92C822AD0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7203" y="1116330"/>
            <a:ext cx="3800475" cy="419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B50E2A2-AD6F-EB1C-A1E3-11C8B1E2C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9540" y="3750037"/>
            <a:ext cx="4495800" cy="314325"/>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hacia abajo 3">
            <a:extLst>
              <a:ext uri="{FF2B5EF4-FFF2-40B4-BE49-F238E27FC236}">
                <a16:creationId xmlns:a16="http://schemas.microsoft.com/office/drawing/2014/main" id="{CC62E3C1-C6C0-EEF0-A501-765A6430401F}"/>
              </a:ext>
            </a:extLst>
          </p:cNvPr>
          <p:cNvSpPr/>
          <p:nvPr/>
        </p:nvSpPr>
        <p:spPr>
          <a:xfrm>
            <a:off x="5819775" y="2013628"/>
            <a:ext cx="552450" cy="7800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92135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177BD1-589D-1483-D2D3-378C62E8EDAA}"/>
              </a:ext>
            </a:extLst>
          </p:cNvPr>
          <p:cNvSpPr>
            <a:spLocks noGrp="1"/>
          </p:cNvSpPr>
          <p:nvPr>
            <p:ph type="title"/>
          </p:nvPr>
        </p:nvSpPr>
        <p:spPr/>
        <p:txBody>
          <a:bodyPr vert="horz" lIns="91440" tIns="45720" rIns="91440" bIns="45720" rtlCol="0" anchor="ctr">
            <a:noAutofit/>
          </a:bodyPr>
          <a:lstStyle/>
          <a:p>
            <a:r>
              <a:rPr lang="en-US" sz="3600" dirty="0" err="1">
                <a:solidFill>
                  <a:srgbClr val="00B0F0"/>
                </a:solidFill>
                <a:latin typeface="Abadi Extra Light" panose="020B0204020104020204" pitchFamily="34" charset="0"/>
              </a:rPr>
              <a:t>Regularizacion</a:t>
            </a:r>
            <a:r>
              <a:rPr lang="en-US" sz="3600" dirty="0">
                <a:solidFill>
                  <a:srgbClr val="00B0F0"/>
                </a:solidFill>
                <a:latin typeface="Abadi Extra Light" panose="020B0204020104020204" pitchFamily="34" charset="0"/>
              </a:rPr>
              <a:t> L1</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FA4D07EE-EB71-C985-DA06-95CDDBDC27DF}"/>
              </a:ext>
            </a:extLst>
          </p:cNvPr>
          <p:cNvSpPr>
            <a:spLocks noGrp="1"/>
          </p:cNvSpPr>
          <p:nvPr>
            <p:ph idx="1"/>
          </p:nvPr>
        </p:nvSpPr>
        <p:spPr>
          <a:xfrm>
            <a:off x="838200" y="1825625"/>
            <a:ext cx="10515600" cy="1674033"/>
          </a:xfrm>
        </p:spPr>
        <p:txBody>
          <a:bodyPr/>
          <a:lstStyle/>
          <a:p>
            <a:pPr marL="0" indent="0">
              <a:buNone/>
            </a:pPr>
            <a:r>
              <a:rPr lang="es-ES" dirty="0">
                <a:solidFill>
                  <a:srgbClr val="292929"/>
                </a:solidFill>
                <a:latin typeface="Abadi Extra Light" panose="020B0204020104020204" pitchFamily="34" charset="0"/>
              </a:rPr>
              <a:t>O</a:t>
            </a:r>
            <a:r>
              <a:rPr lang="es-ES" b="0" i="0" dirty="0">
                <a:solidFill>
                  <a:srgbClr val="292929"/>
                </a:solidFill>
                <a:effectLst/>
                <a:latin typeface="Abadi Extra Light" panose="020B0204020104020204" pitchFamily="34" charset="0"/>
              </a:rPr>
              <a:t>tra técnica muy parecida a la anterior denominada regularización</a:t>
            </a:r>
            <a:r>
              <a:rPr lang="es-ES" b="1" i="0" dirty="0">
                <a:solidFill>
                  <a:srgbClr val="292929"/>
                </a:solidFill>
                <a:effectLst/>
                <a:latin typeface="Abadi Extra Light" panose="020B0204020104020204" pitchFamily="34" charset="0"/>
              </a:rPr>
              <a:t> L1</a:t>
            </a:r>
            <a:r>
              <a:rPr lang="es-ES" b="0" i="0" dirty="0">
                <a:solidFill>
                  <a:srgbClr val="292929"/>
                </a:solidFill>
                <a:effectLst/>
                <a:latin typeface="Abadi Extra Light" panose="020B0204020104020204" pitchFamily="34" charset="0"/>
              </a:rPr>
              <a:t> donde los parámetros en el sumatorio del término de penalización no se elevan al cuadrado, sino que se usa su valor absoluto.</a:t>
            </a:r>
            <a:endParaRPr lang="es-CL" dirty="0">
              <a:latin typeface="Abadi Extra Light" panose="020B0204020104020204" pitchFamily="34" charset="0"/>
            </a:endParaRPr>
          </a:p>
        </p:txBody>
      </p:sp>
      <p:pic>
        <p:nvPicPr>
          <p:cNvPr id="3074" name="Picture 2">
            <a:extLst>
              <a:ext uri="{FF2B5EF4-FFF2-40B4-BE49-F238E27FC236}">
                <a16:creationId xmlns:a16="http://schemas.microsoft.com/office/drawing/2014/main" id="{140A1A16-47EE-7D83-F9F5-EF99F1992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8136" y="3528623"/>
            <a:ext cx="3895725" cy="4191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7201D70-7514-A75D-3A08-8DF589B946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4710" y="4517016"/>
            <a:ext cx="5362575" cy="31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457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86BC16-75FE-5E74-3779-2BE00B60A167}"/>
              </a:ext>
            </a:extLst>
          </p:cNvPr>
          <p:cNvSpPr>
            <a:spLocks noGrp="1"/>
          </p:cNvSpPr>
          <p:nvPr>
            <p:ph type="title"/>
          </p:nvPr>
        </p:nvSpPr>
        <p:spPr/>
        <p:txBody>
          <a:bodyPr vert="horz" lIns="91440" tIns="45720" rIns="91440" bIns="45720" rtlCol="0" anchor="ctr">
            <a:noAutofit/>
          </a:bodyPr>
          <a:lstStyle/>
          <a:p>
            <a:r>
              <a:rPr lang="en-US" sz="3600" dirty="0">
                <a:solidFill>
                  <a:srgbClr val="00B0F0"/>
                </a:solidFill>
                <a:latin typeface="Abadi Extra Light" panose="020B0204020104020204" pitchFamily="34" charset="0"/>
              </a:rPr>
              <a:t>Dropout</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B709DF37-30A8-3B11-9166-F244188AFDF6}"/>
              </a:ext>
            </a:extLst>
          </p:cNvPr>
          <p:cNvSpPr>
            <a:spLocks noGrp="1"/>
          </p:cNvSpPr>
          <p:nvPr>
            <p:ph idx="1"/>
          </p:nvPr>
        </p:nvSpPr>
        <p:spPr/>
        <p:txBody>
          <a:bodyPr/>
          <a:lstStyle/>
          <a:p>
            <a:pPr algn="just"/>
            <a:r>
              <a:rPr lang="es-ES" b="0" i="0" dirty="0">
                <a:solidFill>
                  <a:srgbClr val="292929"/>
                </a:solidFill>
                <a:effectLst/>
                <a:latin typeface="Abadi Extra Light" panose="020B0204020104020204" pitchFamily="34" charset="0"/>
              </a:rPr>
              <a:t>Esta técnica difiere de las vistas hasta el momento. </a:t>
            </a:r>
          </a:p>
          <a:p>
            <a:pPr algn="just"/>
            <a:r>
              <a:rPr lang="es-ES" b="0" i="0" dirty="0">
                <a:solidFill>
                  <a:srgbClr val="292929"/>
                </a:solidFill>
                <a:effectLst/>
                <a:latin typeface="Abadi Extra Light" panose="020B0204020104020204" pitchFamily="34" charset="0"/>
              </a:rPr>
              <a:t>El procedimiento es sencillo: por cada nueva entrada a la red en fase de entrenamiento, se desactivará aleatoriamente un porcentaje de las neuronas en cada capa oculta, acorde a una </a:t>
            </a:r>
            <a:r>
              <a:rPr lang="es-ES" b="1" i="0" dirty="0">
                <a:solidFill>
                  <a:srgbClr val="292929"/>
                </a:solidFill>
                <a:effectLst/>
                <a:latin typeface="Abadi Extra Light" panose="020B0204020104020204" pitchFamily="34" charset="0"/>
              </a:rPr>
              <a:t>probabilidad de descarte</a:t>
            </a:r>
            <a:r>
              <a:rPr lang="es-ES" b="0" i="0" dirty="0">
                <a:solidFill>
                  <a:srgbClr val="292929"/>
                </a:solidFill>
                <a:effectLst/>
                <a:latin typeface="Abadi Extra Light" panose="020B0204020104020204" pitchFamily="34" charset="0"/>
              </a:rPr>
              <a:t> previamente definida. Dicha probabilidad puede ser igual para toda la red, o distinta en cada capa.</a:t>
            </a:r>
            <a:endParaRPr lang="es-CL" dirty="0">
              <a:latin typeface="Abadi Extra Light" panose="020B0204020104020204" pitchFamily="34" charset="0"/>
            </a:endParaRPr>
          </a:p>
        </p:txBody>
      </p:sp>
    </p:spTree>
    <p:extLst>
      <p:ext uri="{BB962C8B-B14F-4D97-AF65-F5344CB8AC3E}">
        <p14:creationId xmlns:p14="http://schemas.microsoft.com/office/powerpoint/2010/main" val="2327183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EC37B368-5EE0-7D30-FE5D-4AE0934DD8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2712" y="1524000"/>
            <a:ext cx="8534732" cy="4440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055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16C9254-5BB4-1C87-F3AB-13A418C2CEA0}"/>
              </a:ext>
            </a:extLst>
          </p:cNvPr>
          <p:cNvSpPr>
            <a:spLocks noGrp="1"/>
          </p:cNvSpPr>
          <p:nvPr>
            <p:ph idx="1"/>
          </p:nvPr>
        </p:nvSpPr>
        <p:spPr/>
        <p:txBody>
          <a:bodyPr/>
          <a:lstStyle/>
          <a:p>
            <a:pPr algn="l"/>
            <a:r>
              <a:rPr lang="es-ES" b="0" i="0" dirty="0">
                <a:solidFill>
                  <a:srgbClr val="292929"/>
                </a:solidFill>
                <a:effectLst/>
                <a:latin typeface="charter"/>
              </a:rPr>
              <a:t>Lo que se consigue con esto es que ninguna neurona </a:t>
            </a:r>
            <a:r>
              <a:rPr lang="es-ES" b="0" i="1" dirty="0">
                <a:solidFill>
                  <a:srgbClr val="292929"/>
                </a:solidFill>
                <a:effectLst/>
                <a:latin typeface="charter"/>
              </a:rPr>
              <a:t>memorice </a:t>
            </a:r>
            <a:r>
              <a:rPr lang="es-ES" b="0" i="0" dirty="0">
                <a:solidFill>
                  <a:srgbClr val="292929"/>
                </a:solidFill>
                <a:effectLst/>
                <a:latin typeface="charter"/>
              </a:rPr>
              <a:t>parte de la entrada; que es precisamente lo que sucede cuando tenemos sobreajuste.</a:t>
            </a:r>
          </a:p>
          <a:p>
            <a:pPr algn="l"/>
            <a:r>
              <a:rPr lang="es-ES" b="0" i="0" dirty="0">
                <a:solidFill>
                  <a:srgbClr val="292929"/>
                </a:solidFill>
                <a:effectLst/>
                <a:latin typeface="charter"/>
              </a:rPr>
              <a:t>Una vez tengamos el modelo listo para realizar predicciones sobre muestras nuevas, debemos </a:t>
            </a:r>
            <a:r>
              <a:rPr lang="es-ES" b="1" i="0" dirty="0">
                <a:solidFill>
                  <a:srgbClr val="292929"/>
                </a:solidFill>
                <a:effectLst/>
                <a:latin typeface="charter"/>
              </a:rPr>
              <a:t>compensar</a:t>
            </a:r>
            <a:r>
              <a:rPr lang="es-ES" b="0" i="0" dirty="0">
                <a:solidFill>
                  <a:srgbClr val="292929"/>
                </a:solidFill>
                <a:effectLst/>
                <a:latin typeface="charter"/>
              </a:rPr>
              <a:t> de alguna manera el hecho de que no todas las neuronas permanecieran activas en entrenamiento, ya que en inferencia sí que estarán todas funcionando y por tanto habrá más activaciones contribuyendo a la salida de la red. Un ejemplo de dicha compensación podría ser multiplicar todos los parámetros por la probabilidad de no descarte.</a:t>
            </a:r>
          </a:p>
        </p:txBody>
      </p:sp>
    </p:spTree>
    <p:extLst>
      <p:ext uri="{BB962C8B-B14F-4D97-AF65-F5344CB8AC3E}">
        <p14:creationId xmlns:p14="http://schemas.microsoft.com/office/powerpoint/2010/main" val="936866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BAC1F5-EAC7-0DFD-CFA9-B3CFE133E7CC}"/>
              </a:ext>
            </a:extLst>
          </p:cNvPr>
          <p:cNvSpPr>
            <a:spLocks noGrp="1"/>
          </p:cNvSpPr>
          <p:nvPr>
            <p:ph type="title"/>
          </p:nvPr>
        </p:nvSpPr>
        <p:spPr/>
        <p:txBody>
          <a:bodyPr vert="horz" lIns="91440" tIns="45720" rIns="91440" bIns="45720" rtlCol="0" anchor="ctr">
            <a:noAutofit/>
          </a:bodyPr>
          <a:lstStyle/>
          <a:p>
            <a:pPr marL="228600" indent="-228600">
              <a:buFont typeface="Arial" panose="020B0604020202020204" pitchFamily="34" charset="0"/>
            </a:pPr>
            <a:r>
              <a:rPr lang="en-US" sz="3600" dirty="0" err="1">
                <a:solidFill>
                  <a:srgbClr val="00B0F0"/>
                </a:solidFill>
                <a:latin typeface="Abadi Extra Light" panose="020B0204020104020204" pitchFamily="34" charset="0"/>
              </a:rPr>
              <a:t>Clasificacion</a:t>
            </a:r>
            <a:r>
              <a:rPr lang="en-US" sz="3600" dirty="0">
                <a:solidFill>
                  <a:srgbClr val="00B0F0"/>
                </a:solidFill>
                <a:latin typeface="Abadi Extra Light" panose="020B0204020104020204" pitchFamily="34" charset="0"/>
              </a:rPr>
              <a:t> de las redes </a:t>
            </a:r>
            <a:r>
              <a:rPr lang="en-US" sz="3600" dirty="0" err="1">
                <a:solidFill>
                  <a:srgbClr val="00B0F0"/>
                </a:solidFill>
                <a:latin typeface="Abadi Extra Light" panose="020B0204020104020204" pitchFamily="34" charset="0"/>
              </a:rPr>
              <a:t>multicapas</a:t>
            </a:r>
            <a:endParaRPr lang="es-CL" sz="3600" dirty="0">
              <a:solidFill>
                <a:srgbClr val="00B0F0"/>
              </a:solidFill>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F5093D4F-24C2-3649-765B-85EFDD7EB61C}"/>
              </a:ext>
            </a:extLst>
          </p:cNvPr>
          <p:cNvSpPr>
            <a:spLocks noGrp="1"/>
          </p:cNvSpPr>
          <p:nvPr>
            <p:ph idx="1"/>
          </p:nvPr>
        </p:nvSpPr>
        <p:spPr>
          <a:xfrm>
            <a:off x="314498" y="1584556"/>
            <a:ext cx="10515600" cy="4351338"/>
          </a:xfrm>
        </p:spPr>
        <p:txBody>
          <a:bodyPr>
            <a:normAutofit fontScale="92500"/>
          </a:bodyPr>
          <a:lstStyle/>
          <a:p>
            <a:pPr algn="l">
              <a:lnSpc>
                <a:spcPct val="120000"/>
              </a:lnSpc>
            </a:pPr>
            <a:r>
              <a:rPr lang="es-ES" sz="1800" b="1" i="0" dirty="0">
                <a:solidFill>
                  <a:srgbClr val="000000"/>
                </a:solidFill>
                <a:effectLst/>
                <a:latin typeface="Abadi Extra Light" panose="020B0204020104020204" pitchFamily="34" charset="0"/>
              </a:rPr>
              <a:t>Redes con conexiones hacia adelante:</a:t>
            </a:r>
            <a:endParaRPr lang="es-ES" sz="1800" b="0" i="0" dirty="0">
              <a:solidFill>
                <a:srgbClr val="000000"/>
              </a:solidFill>
              <a:effectLst/>
              <a:latin typeface="Abadi Extra Light" panose="020B0204020104020204" pitchFamily="34" charset="0"/>
            </a:endParaRPr>
          </a:p>
          <a:p>
            <a:pPr marL="0" indent="0" algn="l">
              <a:lnSpc>
                <a:spcPct val="120000"/>
              </a:lnSpc>
              <a:buNone/>
            </a:pPr>
            <a:r>
              <a:rPr lang="es-ES" sz="1800" b="0" i="0" dirty="0">
                <a:solidFill>
                  <a:srgbClr val="000000"/>
                </a:solidFill>
                <a:effectLst/>
                <a:latin typeface="Abadi Extra Light" panose="020B0204020104020204" pitchFamily="34" charset="0"/>
              </a:rPr>
              <a:t>Este tipo de redes contienen solo conexiones entre capas hacia delante. Esto implica que una capa no puede tener conexiones a una que reciba la señal antes que ella en la dinámica de la computación.</a:t>
            </a:r>
          </a:p>
          <a:p>
            <a:pPr marL="0" indent="0" algn="l">
              <a:lnSpc>
                <a:spcPct val="120000"/>
              </a:lnSpc>
              <a:buNone/>
            </a:pPr>
            <a:br>
              <a:rPr lang="es-ES" sz="1800" b="0" i="0" dirty="0">
                <a:solidFill>
                  <a:srgbClr val="000000"/>
                </a:solidFill>
                <a:effectLst/>
                <a:latin typeface="Abadi Extra Light" panose="020B0204020104020204" pitchFamily="34" charset="0"/>
              </a:rPr>
            </a:br>
            <a:r>
              <a:rPr lang="es-ES" sz="1800" b="0" i="0" dirty="0">
                <a:solidFill>
                  <a:srgbClr val="000000"/>
                </a:solidFill>
                <a:effectLst/>
                <a:latin typeface="Abadi Extra Light" panose="020B0204020104020204" pitchFamily="34" charset="0"/>
              </a:rPr>
              <a:t>Ejemplos de estas redes son </a:t>
            </a:r>
            <a:r>
              <a:rPr lang="es-ES" sz="1800" b="0" i="0" dirty="0" err="1">
                <a:solidFill>
                  <a:srgbClr val="000000"/>
                </a:solidFill>
                <a:effectLst/>
                <a:latin typeface="Abadi Extra Light" panose="020B0204020104020204" pitchFamily="34" charset="0"/>
              </a:rPr>
              <a:t>Perceptron</a:t>
            </a:r>
            <a:r>
              <a:rPr lang="es-ES" sz="1800" b="0" i="0" dirty="0">
                <a:solidFill>
                  <a:srgbClr val="000000"/>
                </a:solidFill>
                <a:effectLst/>
                <a:latin typeface="Abadi Extra Light" panose="020B0204020104020204" pitchFamily="34" charset="0"/>
              </a:rPr>
              <a:t>, </a:t>
            </a:r>
            <a:r>
              <a:rPr lang="es-ES" sz="1800" b="0" i="0" dirty="0" err="1">
                <a:solidFill>
                  <a:srgbClr val="000000"/>
                </a:solidFill>
                <a:effectLst/>
                <a:latin typeface="Abadi Extra Light" panose="020B0204020104020204" pitchFamily="34" charset="0"/>
              </a:rPr>
              <a:t>Adaline</a:t>
            </a:r>
            <a:r>
              <a:rPr lang="es-ES" sz="1800" b="0" i="0" dirty="0">
                <a:solidFill>
                  <a:srgbClr val="000000"/>
                </a:solidFill>
                <a:effectLst/>
                <a:latin typeface="Abadi Extra Light" panose="020B0204020104020204" pitchFamily="34" charset="0"/>
              </a:rPr>
              <a:t>, </a:t>
            </a:r>
            <a:r>
              <a:rPr lang="es-ES" sz="1800" b="0" i="0" dirty="0" err="1">
                <a:solidFill>
                  <a:srgbClr val="000000"/>
                </a:solidFill>
                <a:effectLst/>
                <a:latin typeface="Abadi Extra Light" panose="020B0204020104020204" pitchFamily="34" charset="0"/>
              </a:rPr>
              <a:t>Madaline</a:t>
            </a:r>
            <a:r>
              <a:rPr lang="es-ES" sz="1800" b="0" i="0" dirty="0">
                <a:solidFill>
                  <a:srgbClr val="000000"/>
                </a:solidFill>
                <a:effectLst/>
                <a:latin typeface="Abadi Extra Light" panose="020B0204020104020204" pitchFamily="34" charset="0"/>
              </a:rPr>
              <a:t>, </a:t>
            </a:r>
            <a:r>
              <a:rPr lang="es-ES" sz="1800" b="0" i="0" dirty="0" err="1">
                <a:solidFill>
                  <a:srgbClr val="000000"/>
                </a:solidFill>
                <a:effectLst/>
                <a:latin typeface="Abadi Extra Light" panose="020B0204020104020204" pitchFamily="34" charset="0"/>
              </a:rPr>
              <a:t>Backpropagation</a:t>
            </a:r>
            <a:r>
              <a:rPr lang="es-ES" sz="1800" b="0" i="0" dirty="0">
                <a:solidFill>
                  <a:srgbClr val="000000"/>
                </a:solidFill>
                <a:effectLst/>
                <a:latin typeface="Abadi Extra Light" panose="020B0204020104020204" pitchFamily="34" charset="0"/>
              </a:rPr>
              <a:t> y los modelos LQV y TMP de </a:t>
            </a:r>
            <a:r>
              <a:rPr lang="es-ES" sz="1800" b="0" i="0" dirty="0" err="1">
                <a:solidFill>
                  <a:srgbClr val="000000"/>
                </a:solidFill>
                <a:effectLst/>
                <a:latin typeface="Abadi Extra Light" panose="020B0204020104020204" pitchFamily="34" charset="0"/>
              </a:rPr>
              <a:t>Kohonen</a:t>
            </a:r>
            <a:r>
              <a:rPr lang="es-ES" sz="1800" b="0" i="0" dirty="0">
                <a:solidFill>
                  <a:srgbClr val="000000"/>
                </a:solidFill>
                <a:effectLst/>
                <a:latin typeface="Abadi Extra Light" panose="020B0204020104020204" pitchFamily="34" charset="0"/>
              </a:rPr>
              <a:t>.</a:t>
            </a:r>
          </a:p>
          <a:p>
            <a:pPr marL="0" indent="0" algn="l">
              <a:lnSpc>
                <a:spcPct val="120000"/>
              </a:lnSpc>
              <a:buNone/>
            </a:pPr>
            <a:endParaRPr lang="es-ES" sz="1800" b="0" i="0" dirty="0">
              <a:solidFill>
                <a:srgbClr val="000000"/>
              </a:solidFill>
              <a:effectLst/>
              <a:latin typeface="Abadi Extra Light" panose="020B0204020104020204" pitchFamily="34" charset="0"/>
            </a:endParaRPr>
          </a:p>
          <a:p>
            <a:pPr algn="l">
              <a:lnSpc>
                <a:spcPct val="120000"/>
              </a:lnSpc>
            </a:pPr>
            <a:r>
              <a:rPr lang="es-ES" sz="1800" b="0" i="0" dirty="0">
                <a:solidFill>
                  <a:srgbClr val="000000"/>
                </a:solidFill>
                <a:effectLst/>
                <a:latin typeface="Abadi Extra Light" panose="020B0204020104020204" pitchFamily="34" charset="0"/>
              </a:rPr>
              <a:t> </a:t>
            </a:r>
            <a:r>
              <a:rPr lang="es-ES" sz="1800" b="1" i="0" dirty="0">
                <a:solidFill>
                  <a:srgbClr val="000000"/>
                </a:solidFill>
                <a:effectLst/>
                <a:latin typeface="Abadi Extra Light" panose="020B0204020104020204" pitchFamily="34" charset="0"/>
              </a:rPr>
              <a:t>Redes con conexiones hacia atrás:</a:t>
            </a:r>
            <a:endParaRPr lang="es-ES" sz="1800" b="0" i="0" dirty="0">
              <a:solidFill>
                <a:srgbClr val="000000"/>
              </a:solidFill>
              <a:effectLst/>
              <a:latin typeface="Abadi Extra Light" panose="020B0204020104020204" pitchFamily="34" charset="0"/>
            </a:endParaRPr>
          </a:p>
          <a:p>
            <a:pPr marL="0" indent="0" algn="l">
              <a:lnSpc>
                <a:spcPct val="120000"/>
              </a:lnSpc>
              <a:buNone/>
            </a:pPr>
            <a:r>
              <a:rPr lang="es-ES" sz="1800" b="0" i="0" dirty="0">
                <a:solidFill>
                  <a:srgbClr val="000000"/>
                </a:solidFill>
                <a:effectLst/>
                <a:latin typeface="Abadi Extra Light" panose="020B0204020104020204" pitchFamily="34" charset="0"/>
              </a:rPr>
              <a:t>Este tipo de redes se diferencia en las anteriores en que si pueden existir conexiones de capas hacia atrás y por tanto la información puede regresar a capas anteriores en la dinámica de la red. Este Tipo de redes suelen ser bicapas</a:t>
            </a:r>
          </a:p>
          <a:p>
            <a:pPr marL="0" indent="0" algn="l">
              <a:lnSpc>
                <a:spcPct val="120000"/>
              </a:lnSpc>
              <a:buNone/>
            </a:pPr>
            <a:br>
              <a:rPr lang="es-ES" sz="1800" b="0" i="0" dirty="0">
                <a:solidFill>
                  <a:srgbClr val="000000"/>
                </a:solidFill>
                <a:effectLst/>
                <a:latin typeface="Abadi Extra Light" panose="020B0204020104020204" pitchFamily="34" charset="0"/>
              </a:rPr>
            </a:br>
            <a:r>
              <a:rPr lang="es-ES" sz="1800" b="0" i="0" dirty="0">
                <a:solidFill>
                  <a:srgbClr val="000000"/>
                </a:solidFill>
                <a:effectLst/>
                <a:latin typeface="Abadi Extra Light" panose="020B0204020104020204" pitchFamily="34" charset="0"/>
              </a:rPr>
              <a:t>Ejemplos de estas redes son las redes ART, </a:t>
            </a:r>
            <a:r>
              <a:rPr lang="es-ES" sz="1800" b="0" i="0" dirty="0" err="1">
                <a:solidFill>
                  <a:srgbClr val="000000"/>
                </a:solidFill>
                <a:effectLst/>
                <a:latin typeface="Abadi Extra Light" panose="020B0204020104020204" pitchFamily="34" charset="0"/>
              </a:rPr>
              <a:t>Bidirectional</a:t>
            </a:r>
            <a:r>
              <a:rPr lang="es-ES" sz="1800" b="0" i="0" dirty="0">
                <a:solidFill>
                  <a:srgbClr val="000000"/>
                </a:solidFill>
                <a:effectLst/>
                <a:latin typeface="Abadi Extra Light" panose="020B0204020104020204" pitchFamily="34" charset="0"/>
              </a:rPr>
              <a:t> </a:t>
            </a:r>
            <a:r>
              <a:rPr lang="es-ES" sz="1800" b="0" i="0" dirty="0" err="1">
                <a:solidFill>
                  <a:srgbClr val="000000"/>
                </a:solidFill>
                <a:effectLst/>
                <a:latin typeface="Abadi Extra Light" panose="020B0204020104020204" pitchFamily="34" charset="0"/>
              </a:rPr>
              <a:t>Associative</a:t>
            </a:r>
            <a:r>
              <a:rPr lang="es-ES" sz="1800" b="0" i="0" dirty="0">
                <a:solidFill>
                  <a:srgbClr val="000000"/>
                </a:solidFill>
                <a:effectLst/>
                <a:latin typeface="Abadi Extra Light" panose="020B0204020104020204" pitchFamily="34" charset="0"/>
              </a:rPr>
              <a:t> </a:t>
            </a:r>
            <a:r>
              <a:rPr lang="es-ES" sz="1800" b="0" i="0" dirty="0" err="1">
                <a:solidFill>
                  <a:srgbClr val="000000"/>
                </a:solidFill>
                <a:effectLst/>
                <a:latin typeface="Abadi Extra Light" panose="020B0204020104020204" pitchFamily="34" charset="0"/>
              </a:rPr>
              <a:t>Memory</a:t>
            </a:r>
            <a:r>
              <a:rPr lang="es-ES" sz="1800" b="0" i="0" dirty="0">
                <a:solidFill>
                  <a:srgbClr val="000000"/>
                </a:solidFill>
                <a:effectLst/>
                <a:latin typeface="Abadi Extra Light" panose="020B0204020104020204" pitchFamily="34" charset="0"/>
              </a:rPr>
              <a:t> (BAM) y </a:t>
            </a:r>
            <a:r>
              <a:rPr lang="es-ES" sz="1800" b="0" i="0" dirty="0" err="1">
                <a:solidFill>
                  <a:srgbClr val="000000"/>
                </a:solidFill>
                <a:effectLst/>
                <a:latin typeface="Abadi Extra Light" panose="020B0204020104020204" pitchFamily="34" charset="0"/>
              </a:rPr>
              <a:t>Cognitron</a:t>
            </a:r>
            <a:endParaRPr lang="es-ES" sz="1800" b="0" i="0" dirty="0">
              <a:solidFill>
                <a:srgbClr val="000000"/>
              </a:solidFill>
              <a:effectLst/>
              <a:latin typeface="Abadi Extra Light" panose="020B0204020104020204" pitchFamily="34" charset="0"/>
            </a:endParaRPr>
          </a:p>
          <a:p>
            <a:pPr>
              <a:lnSpc>
                <a:spcPct val="120000"/>
              </a:lnSpc>
            </a:pPr>
            <a:endParaRPr lang="es-CL" sz="1800" dirty="0">
              <a:latin typeface="Abadi Extra Light" panose="020B0204020104020204" pitchFamily="34" charset="0"/>
            </a:endParaRPr>
          </a:p>
        </p:txBody>
      </p:sp>
    </p:spTree>
    <p:extLst>
      <p:ext uri="{BB962C8B-B14F-4D97-AF65-F5344CB8AC3E}">
        <p14:creationId xmlns:p14="http://schemas.microsoft.com/office/powerpoint/2010/main" val="3396935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B65BE2-A774-5A1E-83C0-4A60C7ADFFE8}"/>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56E8B204-80E0-BAC7-D8D7-5DDCD1DD9350}"/>
              </a:ext>
            </a:extLst>
          </p:cNvPr>
          <p:cNvSpPr>
            <a:spLocks noGrp="1"/>
          </p:cNvSpPr>
          <p:nvPr>
            <p:ph idx="1"/>
          </p:nvPr>
        </p:nvSpPr>
        <p:spPr/>
        <p:txBody>
          <a:bodyPr/>
          <a:lstStyle/>
          <a:p>
            <a:endParaRPr lang="es-CL"/>
          </a:p>
        </p:txBody>
      </p:sp>
      <p:pic>
        <p:nvPicPr>
          <p:cNvPr id="1026" name="Picture 2">
            <a:extLst>
              <a:ext uri="{FF2B5EF4-FFF2-40B4-BE49-F238E27FC236}">
                <a16:creationId xmlns:a16="http://schemas.microsoft.com/office/drawing/2014/main" id="{2EB981BF-EC38-AA58-811F-F93A1D732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44" y="-2181661"/>
            <a:ext cx="10382250" cy="681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006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D1BAF8-30DD-3FB7-0594-FF2EDB56F9AA}"/>
              </a:ext>
            </a:extLst>
          </p:cNvPr>
          <p:cNvSpPr>
            <a:spLocks noGrp="1"/>
          </p:cNvSpPr>
          <p:nvPr>
            <p:ph type="title"/>
          </p:nvPr>
        </p:nvSpPr>
        <p:spPr/>
        <p:txBody>
          <a:bodyPr vert="horz" lIns="91440" tIns="45720" rIns="91440" bIns="45720" rtlCol="0" anchor="ctr">
            <a:noAutofit/>
          </a:bodyPr>
          <a:lstStyle/>
          <a:p>
            <a:r>
              <a:rPr lang="es-CL" sz="3600" dirty="0">
                <a:solidFill>
                  <a:srgbClr val="00B0F0"/>
                </a:solidFill>
                <a:latin typeface="Abadi Extra Light" panose="020B0204020104020204" pitchFamily="34" charset="0"/>
              </a:rPr>
              <a:t>Diagrama de caja negra</a:t>
            </a:r>
          </a:p>
        </p:txBody>
      </p:sp>
      <p:sp>
        <p:nvSpPr>
          <p:cNvPr id="3" name="Marcador de contenido 2">
            <a:extLst>
              <a:ext uri="{FF2B5EF4-FFF2-40B4-BE49-F238E27FC236}">
                <a16:creationId xmlns:a16="http://schemas.microsoft.com/office/drawing/2014/main" id="{D0773E2E-17EC-3DD9-F251-A553B1FD1EF8}"/>
              </a:ext>
            </a:extLst>
          </p:cNvPr>
          <p:cNvSpPr>
            <a:spLocks noGrp="1"/>
          </p:cNvSpPr>
          <p:nvPr>
            <p:ph idx="1"/>
          </p:nvPr>
        </p:nvSpPr>
        <p:spPr>
          <a:xfrm>
            <a:off x="838200" y="1799186"/>
            <a:ext cx="10515600" cy="4351338"/>
          </a:xfrm>
        </p:spPr>
        <p:txBody>
          <a:bodyPr/>
          <a:lstStyle/>
          <a:p>
            <a:pPr marL="0" indent="0">
              <a:buNone/>
            </a:pPr>
            <a:r>
              <a:rPr lang="es-ES" dirty="0">
                <a:latin typeface="Abadi Extra Light" panose="020B0204020104020204" pitchFamily="34" charset="0"/>
              </a:rPr>
              <a:t>La arquitectura del Perceptrón Multicapa se puede observar que las múltiples entradas conectadas en la primera capa son mapeadas en las salidas en función de las distintas capas de neuronas intermedias y de los parámetros libres de la red. </a:t>
            </a:r>
          </a:p>
          <a:p>
            <a:pPr marL="0" indent="0">
              <a:buNone/>
            </a:pPr>
            <a:endParaRPr lang="es-ES" dirty="0">
              <a:latin typeface="Abadi Extra Light" panose="020B0204020104020204" pitchFamily="34" charset="0"/>
            </a:endParaRPr>
          </a:p>
          <a:p>
            <a:pPr marL="0" indent="0">
              <a:buNone/>
            </a:pPr>
            <a:r>
              <a:rPr lang="es-ES" dirty="0">
                <a:latin typeface="Abadi Extra Light" panose="020B0204020104020204" pitchFamily="34" charset="0"/>
              </a:rPr>
              <a:t>Se puede ver como una caja negra que realiza una operación sobre las entradas, produciendo un rango de salidas en función de los parámetros libres.</a:t>
            </a:r>
            <a:endParaRPr lang="es-CL" dirty="0">
              <a:latin typeface="Abadi Extra Light" panose="020B0204020104020204" pitchFamily="34" charset="0"/>
            </a:endParaRPr>
          </a:p>
        </p:txBody>
      </p:sp>
      <p:pic>
        <p:nvPicPr>
          <p:cNvPr id="5" name="Imagen 4">
            <a:extLst>
              <a:ext uri="{FF2B5EF4-FFF2-40B4-BE49-F238E27FC236}">
                <a16:creationId xmlns:a16="http://schemas.microsoft.com/office/drawing/2014/main" id="{DC2CDCBB-8EFD-878E-54E3-A99450011B00}"/>
              </a:ext>
            </a:extLst>
          </p:cNvPr>
          <p:cNvPicPr>
            <a:picLocks noChangeAspect="1"/>
          </p:cNvPicPr>
          <p:nvPr/>
        </p:nvPicPr>
        <p:blipFill>
          <a:blip r:embed="rId2"/>
          <a:stretch>
            <a:fillRect/>
          </a:stretch>
        </p:blipFill>
        <p:spPr>
          <a:xfrm>
            <a:off x="6662737" y="5000625"/>
            <a:ext cx="4352925" cy="1857375"/>
          </a:xfrm>
          <a:prstGeom prst="rect">
            <a:avLst/>
          </a:prstGeom>
        </p:spPr>
      </p:pic>
    </p:spTree>
    <p:extLst>
      <p:ext uri="{BB962C8B-B14F-4D97-AF65-F5344CB8AC3E}">
        <p14:creationId xmlns:p14="http://schemas.microsoft.com/office/powerpoint/2010/main" val="4050432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62C7A8-401D-C3F7-7BE3-2919A9D59EEE}"/>
              </a:ext>
            </a:extLst>
          </p:cNvPr>
          <p:cNvSpPr>
            <a:spLocks noGrp="1"/>
          </p:cNvSpPr>
          <p:nvPr>
            <p:ph type="title"/>
          </p:nvPr>
        </p:nvSpPr>
        <p:spPr>
          <a:xfrm>
            <a:off x="771698" y="124690"/>
            <a:ext cx="10515600" cy="1325563"/>
          </a:xfrm>
        </p:spPr>
        <p:txBody>
          <a:bodyPr vert="horz" lIns="91440" tIns="45720" rIns="91440" bIns="45720" rtlCol="0" anchor="ctr">
            <a:noAutofit/>
          </a:bodyPr>
          <a:lstStyle/>
          <a:p>
            <a:r>
              <a:rPr lang="es-CL" sz="3600" dirty="0">
                <a:solidFill>
                  <a:srgbClr val="00B0F0"/>
                </a:solidFill>
                <a:latin typeface="Abadi Extra Light" panose="020B0204020104020204" pitchFamily="34" charset="0"/>
              </a:rPr>
              <a:t>Algoritmo de mínimos cuadrados (LMS)</a:t>
            </a:r>
          </a:p>
        </p:txBody>
      </p:sp>
      <p:pic>
        <p:nvPicPr>
          <p:cNvPr id="5" name="Imagen 4">
            <a:extLst>
              <a:ext uri="{FF2B5EF4-FFF2-40B4-BE49-F238E27FC236}">
                <a16:creationId xmlns:a16="http://schemas.microsoft.com/office/drawing/2014/main" id="{7DF295F9-9299-23B3-1D83-DC06674283D7}"/>
              </a:ext>
            </a:extLst>
          </p:cNvPr>
          <p:cNvPicPr>
            <a:picLocks noChangeAspect="1"/>
          </p:cNvPicPr>
          <p:nvPr/>
        </p:nvPicPr>
        <p:blipFill>
          <a:blip r:embed="rId2"/>
          <a:stretch>
            <a:fillRect/>
          </a:stretch>
        </p:blipFill>
        <p:spPr>
          <a:xfrm>
            <a:off x="440375" y="1440033"/>
            <a:ext cx="7729227" cy="4218369"/>
          </a:xfrm>
          <a:prstGeom prst="rect">
            <a:avLst/>
          </a:prstGeom>
        </p:spPr>
      </p:pic>
      <p:pic>
        <p:nvPicPr>
          <p:cNvPr id="7" name="Imagen 6">
            <a:extLst>
              <a:ext uri="{FF2B5EF4-FFF2-40B4-BE49-F238E27FC236}">
                <a16:creationId xmlns:a16="http://schemas.microsoft.com/office/drawing/2014/main" id="{F51090A9-076B-1B9B-2A0A-D388141AD737}"/>
              </a:ext>
            </a:extLst>
          </p:cNvPr>
          <p:cNvPicPr>
            <a:picLocks noChangeAspect="1"/>
          </p:cNvPicPr>
          <p:nvPr/>
        </p:nvPicPr>
        <p:blipFill>
          <a:blip r:embed="rId3"/>
          <a:stretch>
            <a:fillRect/>
          </a:stretch>
        </p:blipFill>
        <p:spPr>
          <a:xfrm>
            <a:off x="4147204" y="5407747"/>
            <a:ext cx="8044796" cy="1325563"/>
          </a:xfrm>
          <a:prstGeom prst="rect">
            <a:avLst/>
          </a:prstGeom>
        </p:spPr>
      </p:pic>
    </p:spTree>
    <p:extLst>
      <p:ext uri="{BB962C8B-B14F-4D97-AF65-F5344CB8AC3E}">
        <p14:creationId xmlns:p14="http://schemas.microsoft.com/office/powerpoint/2010/main" val="2500544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62C7A8-401D-C3F7-7BE3-2919A9D59EEE}"/>
              </a:ext>
            </a:extLst>
          </p:cNvPr>
          <p:cNvSpPr>
            <a:spLocks noGrp="1"/>
          </p:cNvSpPr>
          <p:nvPr>
            <p:ph type="title"/>
          </p:nvPr>
        </p:nvSpPr>
        <p:spPr/>
        <p:txBody>
          <a:bodyPr vert="horz" lIns="91440" tIns="45720" rIns="91440" bIns="45720" rtlCol="0" anchor="ctr">
            <a:noAutofit/>
          </a:bodyPr>
          <a:lstStyle/>
          <a:p>
            <a:r>
              <a:rPr lang="es-CL" sz="3600" dirty="0">
                <a:solidFill>
                  <a:srgbClr val="00B0F0"/>
                </a:solidFill>
                <a:latin typeface="Abadi Extra Light" panose="020B0204020104020204" pitchFamily="34" charset="0"/>
              </a:rPr>
              <a:t>Algoritmo de mínimos cuadrados (LMS)</a:t>
            </a:r>
          </a:p>
        </p:txBody>
      </p:sp>
      <p:sp>
        <p:nvSpPr>
          <p:cNvPr id="6" name="CuadroTexto 5">
            <a:extLst>
              <a:ext uri="{FF2B5EF4-FFF2-40B4-BE49-F238E27FC236}">
                <a16:creationId xmlns:a16="http://schemas.microsoft.com/office/drawing/2014/main" id="{723C28B8-7EED-09C0-0A71-BA34173E9010}"/>
              </a:ext>
            </a:extLst>
          </p:cNvPr>
          <p:cNvSpPr txBox="1"/>
          <p:nvPr/>
        </p:nvSpPr>
        <p:spPr>
          <a:xfrm>
            <a:off x="270163" y="1846456"/>
            <a:ext cx="11400905" cy="369332"/>
          </a:xfrm>
          <a:prstGeom prst="rect">
            <a:avLst/>
          </a:prstGeom>
          <a:noFill/>
        </p:spPr>
        <p:txBody>
          <a:bodyPr wrap="square">
            <a:spAutoFit/>
          </a:bodyPr>
          <a:lstStyle/>
          <a:p>
            <a:r>
              <a:rPr lang="es-ES" dirty="0">
                <a:latin typeface="Abadi Extra Light" panose="020B0204020104020204" pitchFamily="34" charset="0"/>
              </a:rPr>
              <a:t>La idea de nuestro algoritmo es hallar el punto mínimo en esa superficie de error, indicando entonces el error mínimo!!</a:t>
            </a:r>
            <a:endParaRPr lang="es-CL" dirty="0">
              <a:latin typeface="Abadi Extra Light" panose="020B0204020104020204" pitchFamily="34" charset="0"/>
            </a:endParaRPr>
          </a:p>
        </p:txBody>
      </p:sp>
      <p:pic>
        <p:nvPicPr>
          <p:cNvPr id="8" name="Imagen 7">
            <a:extLst>
              <a:ext uri="{FF2B5EF4-FFF2-40B4-BE49-F238E27FC236}">
                <a16:creationId xmlns:a16="http://schemas.microsoft.com/office/drawing/2014/main" id="{7B7AE490-DE4E-943A-D04B-C98FF84DCB89}"/>
              </a:ext>
            </a:extLst>
          </p:cNvPr>
          <p:cNvPicPr>
            <a:picLocks noChangeAspect="1"/>
          </p:cNvPicPr>
          <p:nvPr/>
        </p:nvPicPr>
        <p:blipFill>
          <a:blip r:embed="rId2"/>
          <a:stretch>
            <a:fillRect/>
          </a:stretch>
        </p:blipFill>
        <p:spPr>
          <a:xfrm>
            <a:off x="838200" y="2839266"/>
            <a:ext cx="4990667" cy="3605894"/>
          </a:xfrm>
          <a:prstGeom prst="rect">
            <a:avLst/>
          </a:prstGeom>
        </p:spPr>
      </p:pic>
      <p:sp>
        <p:nvSpPr>
          <p:cNvPr id="10" name="CuadroTexto 9">
            <a:extLst>
              <a:ext uri="{FF2B5EF4-FFF2-40B4-BE49-F238E27FC236}">
                <a16:creationId xmlns:a16="http://schemas.microsoft.com/office/drawing/2014/main" id="{BF1F59D2-AD6D-3F17-1350-7805A3A159E0}"/>
              </a:ext>
            </a:extLst>
          </p:cNvPr>
          <p:cNvSpPr txBox="1"/>
          <p:nvPr/>
        </p:nvSpPr>
        <p:spPr>
          <a:xfrm>
            <a:off x="5710078" y="2828835"/>
            <a:ext cx="6100010" cy="1200329"/>
          </a:xfrm>
          <a:prstGeom prst="rect">
            <a:avLst/>
          </a:prstGeom>
          <a:noFill/>
        </p:spPr>
        <p:txBody>
          <a:bodyPr wrap="square">
            <a:spAutoFit/>
          </a:bodyPr>
          <a:lstStyle/>
          <a:p>
            <a:pPr algn="just"/>
            <a:r>
              <a:rPr lang="es-ES" dirty="0">
                <a:latin typeface="Abadi Extra Light" panose="020B0204020104020204" pitchFamily="34" charset="0"/>
              </a:rPr>
              <a:t>A partir de un punto inicial, rastrear sobre la superficie de error el punto marcado como mínimo hallando los valores óptimos de pesos y umbrales</a:t>
            </a:r>
            <a:r>
              <a:rPr lang="es-ES" b="1" dirty="0">
                <a:latin typeface="Abadi Extra Light" panose="020B0204020104020204" pitchFamily="34" charset="0"/>
              </a:rPr>
              <a:t>, teniendo en cuenta que la función de costo a minimizar será la MSE</a:t>
            </a:r>
            <a:r>
              <a:rPr lang="es-ES" dirty="0">
                <a:latin typeface="Abadi Extra Light" panose="020B0204020104020204" pitchFamily="34" charset="0"/>
              </a:rPr>
              <a:t>. </a:t>
            </a:r>
            <a:endParaRPr lang="es-CL" dirty="0">
              <a:latin typeface="Abadi Extra Light" panose="020B0204020104020204" pitchFamily="34" charset="0"/>
            </a:endParaRPr>
          </a:p>
        </p:txBody>
      </p:sp>
    </p:spTree>
    <p:extLst>
      <p:ext uri="{BB962C8B-B14F-4D97-AF65-F5344CB8AC3E}">
        <p14:creationId xmlns:p14="http://schemas.microsoft.com/office/powerpoint/2010/main" val="1697257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5056D63-052B-B8CF-0AD9-4F4AA352D896}"/>
              </a:ext>
            </a:extLst>
          </p:cNvPr>
          <p:cNvSpPr txBox="1"/>
          <p:nvPr/>
        </p:nvSpPr>
        <p:spPr>
          <a:xfrm>
            <a:off x="367665" y="415547"/>
            <a:ext cx="6093228" cy="1200329"/>
          </a:xfrm>
          <a:prstGeom prst="rect">
            <a:avLst/>
          </a:prstGeom>
          <a:noFill/>
        </p:spPr>
        <p:txBody>
          <a:bodyPr wrap="square">
            <a:spAutoFit/>
          </a:bodyPr>
          <a:lstStyle/>
          <a:p>
            <a:pPr algn="just"/>
            <a:r>
              <a:rPr lang="es-ES" dirty="0">
                <a:latin typeface="Abadi Extra Light" panose="020B0204020104020204" pitchFamily="34" charset="0"/>
              </a:rPr>
              <a:t>“El valor actualizado del peso k-</a:t>
            </a:r>
            <a:r>
              <a:rPr lang="es-ES" dirty="0" err="1">
                <a:latin typeface="Abadi Extra Light" panose="020B0204020104020204" pitchFamily="34" charset="0"/>
              </a:rPr>
              <a:t>ésimo</a:t>
            </a:r>
            <a:r>
              <a:rPr lang="es-ES" dirty="0">
                <a:latin typeface="Abadi Extra Light" panose="020B0204020104020204" pitchFamily="34" charset="0"/>
              </a:rPr>
              <a:t> de una red lineal es igual al valor anterior de el peso en cuestión más una corrección que es proporcional al negativo del gradiente en la superficie de error con respecto a esos pesos en particular”</a:t>
            </a:r>
            <a:endParaRPr lang="es-CL" dirty="0">
              <a:latin typeface="Abadi Extra Light" panose="020B0204020104020204" pitchFamily="34" charset="0"/>
            </a:endParaRPr>
          </a:p>
        </p:txBody>
      </p:sp>
      <p:pic>
        <p:nvPicPr>
          <p:cNvPr id="7" name="Imagen 6">
            <a:extLst>
              <a:ext uri="{FF2B5EF4-FFF2-40B4-BE49-F238E27FC236}">
                <a16:creationId xmlns:a16="http://schemas.microsoft.com/office/drawing/2014/main" id="{9CF29543-1476-D280-C5CF-71CD1D7E4292}"/>
              </a:ext>
            </a:extLst>
          </p:cNvPr>
          <p:cNvPicPr>
            <a:picLocks noChangeAspect="1"/>
          </p:cNvPicPr>
          <p:nvPr/>
        </p:nvPicPr>
        <p:blipFill>
          <a:blip r:embed="rId2"/>
          <a:stretch>
            <a:fillRect/>
          </a:stretch>
        </p:blipFill>
        <p:spPr>
          <a:xfrm>
            <a:off x="1172700" y="2125726"/>
            <a:ext cx="3732675" cy="846073"/>
          </a:xfrm>
          <a:prstGeom prst="rect">
            <a:avLst/>
          </a:prstGeom>
        </p:spPr>
      </p:pic>
      <p:pic>
        <p:nvPicPr>
          <p:cNvPr id="9" name="Imagen 8">
            <a:extLst>
              <a:ext uri="{FF2B5EF4-FFF2-40B4-BE49-F238E27FC236}">
                <a16:creationId xmlns:a16="http://schemas.microsoft.com/office/drawing/2014/main" id="{59F2F371-62A9-ACF0-81F5-FCDF43966A86}"/>
              </a:ext>
            </a:extLst>
          </p:cNvPr>
          <p:cNvPicPr>
            <a:picLocks noChangeAspect="1"/>
          </p:cNvPicPr>
          <p:nvPr/>
        </p:nvPicPr>
        <p:blipFill>
          <a:blip r:embed="rId3"/>
          <a:stretch>
            <a:fillRect/>
          </a:stretch>
        </p:blipFill>
        <p:spPr>
          <a:xfrm>
            <a:off x="1060904" y="3562350"/>
            <a:ext cx="4311196" cy="1647909"/>
          </a:xfrm>
          <a:prstGeom prst="rect">
            <a:avLst/>
          </a:prstGeom>
        </p:spPr>
      </p:pic>
      <p:pic>
        <p:nvPicPr>
          <p:cNvPr id="11" name="Imagen 10">
            <a:extLst>
              <a:ext uri="{FF2B5EF4-FFF2-40B4-BE49-F238E27FC236}">
                <a16:creationId xmlns:a16="http://schemas.microsoft.com/office/drawing/2014/main" id="{51105BB5-2CB0-DE68-8AFF-3ACA4871F3C3}"/>
              </a:ext>
            </a:extLst>
          </p:cNvPr>
          <p:cNvPicPr>
            <a:picLocks noChangeAspect="1"/>
          </p:cNvPicPr>
          <p:nvPr/>
        </p:nvPicPr>
        <p:blipFill>
          <a:blip r:embed="rId4"/>
          <a:stretch>
            <a:fillRect/>
          </a:stretch>
        </p:blipFill>
        <p:spPr>
          <a:xfrm>
            <a:off x="6000750" y="2290762"/>
            <a:ext cx="5734050" cy="2409825"/>
          </a:xfrm>
          <a:prstGeom prst="rect">
            <a:avLst/>
          </a:prstGeom>
        </p:spPr>
      </p:pic>
    </p:spTree>
    <p:extLst>
      <p:ext uri="{BB962C8B-B14F-4D97-AF65-F5344CB8AC3E}">
        <p14:creationId xmlns:p14="http://schemas.microsoft.com/office/powerpoint/2010/main" val="2076486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6">
            <a:extLst>
              <a:ext uri="{FF2B5EF4-FFF2-40B4-BE49-F238E27FC236}">
                <a16:creationId xmlns:a16="http://schemas.microsoft.com/office/drawing/2014/main" id="{51116BA7-E326-6D40-2540-5F0A6FBE468B}"/>
              </a:ext>
            </a:extLst>
          </p:cNvPr>
          <p:cNvSpPr txBox="1">
            <a:spLocks noChangeArrowheads="1"/>
          </p:cNvSpPr>
          <p:nvPr/>
        </p:nvSpPr>
        <p:spPr>
          <a:xfrm>
            <a:off x="990600" y="517525"/>
            <a:ext cx="10515600" cy="1325563"/>
          </a:xfrm>
          <a:prstGeom prst="rect">
            <a:avLst/>
          </a:prstGeom>
        </p:spPr>
        <p:txBody>
          <a:bodyPr vert="horz" lIns="91440" tIns="45720" rIns="91440" bIns="45720" rtlCol="0" anchor="ctr">
            <a:noAutofit/>
          </a:bodyPr>
          <a:lstStyle>
            <a:lvl1pPr>
              <a:lnSpc>
                <a:spcPct val="90000"/>
              </a:lnSpc>
              <a:spcBef>
                <a:spcPct val="0"/>
              </a:spcBef>
              <a:buNone/>
              <a:defRPr sz="3600">
                <a:solidFill>
                  <a:srgbClr val="00B0F0"/>
                </a:solidFill>
                <a:latin typeface="Abadi Extra Light" panose="020B0204020104020204" pitchFamily="34" charset="0"/>
                <a:ea typeface="+mj-ea"/>
                <a:cs typeface="+mj-cs"/>
              </a:defRPr>
            </a:lvl1pPr>
          </a:lstStyle>
          <a:p>
            <a:r>
              <a:rPr lang="en-US" altLang="en-US" dirty="0" err="1"/>
              <a:t>Algoritmo</a:t>
            </a:r>
            <a:r>
              <a:rPr lang="en-US" altLang="en-US" dirty="0"/>
              <a:t> Backpropagation:</a:t>
            </a:r>
            <a:endParaRPr lang="en-CA" altLang="en-US" dirty="0"/>
          </a:p>
        </p:txBody>
      </p:sp>
      <p:sp>
        <p:nvSpPr>
          <p:cNvPr id="5" name="CuadroTexto 4">
            <a:extLst>
              <a:ext uri="{FF2B5EF4-FFF2-40B4-BE49-F238E27FC236}">
                <a16:creationId xmlns:a16="http://schemas.microsoft.com/office/drawing/2014/main" id="{66C03853-24F6-132B-FCA3-2BDBDFB951BA}"/>
              </a:ext>
            </a:extLst>
          </p:cNvPr>
          <p:cNvSpPr txBox="1"/>
          <p:nvPr/>
        </p:nvSpPr>
        <p:spPr>
          <a:xfrm>
            <a:off x="554874" y="1889880"/>
            <a:ext cx="11332325" cy="3416320"/>
          </a:xfrm>
          <a:prstGeom prst="rect">
            <a:avLst/>
          </a:prstGeom>
          <a:noFill/>
        </p:spPr>
        <p:txBody>
          <a:bodyPr wrap="square">
            <a:spAutoFit/>
          </a:bodyPr>
          <a:lstStyle/>
          <a:p>
            <a:pPr algn="just"/>
            <a:r>
              <a:rPr lang="es-ES" dirty="0">
                <a:latin typeface="Abadi Extra Light" panose="020B0204020104020204" pitchFamily="34" charset="0"/>
              </a:rPr>
              <a:t>Técnica eficiente para evaluar derivadas de funciones de costo (del orden que sea) en redes </a:t>
            </a:r>
            <a:r>
              <a:rPr lang="es-ES" dirty="0" err="1">
                <a:latin typeface="Abadi Extra Light" panose="020B0204020104020204" pitchFamily="34" charset="0"/>
              </a:rPr>
              <a:t>feed</a:t>
            </a:r>
            <a:r>
              <a:rPr lang="es-ES" dirty="0">
                <a:latin typeface="Abadi Extra Light" panose="020B0204020104020204" pitchFamily="34" charset="0"/>
              </a:rPr>
              <a:t>-forward, en entrenamiento.</a:t>
            </a:r>
          </a:p>
          <a:p>
            <a:pPr algn="just"/>
            <a:endParaRPr lang="es-ES" dirty="0">
              <a:latin typeface="Abadi Extra Light" panose="020B0204020104020204" pitchFamily="34" charset="0"/>
            </a:endParaRPr>
          </a:p>
          <a:p>
            <a:pPr algn="just"/>
            <a:r>
              <a:rPr lang="es-ES" dirty="0">
                <a:latin typeface="Abadi Extra Light" panose="020B0204020104020204" pitchFamily="34" charset="0"/>
              </a:rPr>
              <a:t> La mayor parte de los algoritmos de training tienen dos etapas: </a:t>
            </a:r>
          </a:p>
          <a:p>
            <a:pPr algn="just"/>
            <a:endParaRPr lang="es-ES" dirty="0">
              <a:latin typeface="Abadi Extra Light" panose="020B0204020104020204" pitchFamily="34" charset="0"/>
            </a:endParaRPr>
          </a:p>
          <a:p>
            <a:pPr marL="342900" indent="-342900" algn="just">
              <a:buFont typeface="+mj-lt"/>
              <a:buAutoNum type="arabicPeriod"/>
            </a:pPr>
            <a:r>
              <a:rPr lang="es-ES" dirty="0">
                <a:latin typeface="Abadi Extra Light" panose="020B0204020104020204" pitchFamily="34" charset="0"/>
              </a:rPr>
              <a:t>Evaluar las derivadas que sean necesarias (gradientes, hessianas, ...). </a:t>
            </a:r>
          </a:p>
          <a:p>
            <a:pPr marL="342900" indent="-342900" algn="just">
              <a:buFont typeface="+mj-lt"/>
              <a:buAutoNum type="arabicPeriod"/>
            </a:pPr>
            <a:r>
              <a:rPr lang="es-ES" dirty="0">
                <a:latin typeface="Abadi Extra Light" panose="020B0204020104020204" pitchFamily="34" charset="0"/>
              </a:rPr>
              <a:t>Ajuste de pesos usando las derivadas evaluadas, según algún esquema de optimización (Newton, máxima pendiente, etc.) </a:t>
            </a:r>
          </a:p>
          <a:p>
            <a:pPr algn="just"/>
            <a:endParaRPr lang="es-ES" dirty="0">
              <a:latin typeface="Abadi Extra Light" panose="020B0204020104020204" pitchFamily="34" charset="0"/>
            </a:endParaRPr>
          </a:p>
          <a:p>
            <a:pPr algn="just"/>
            <a:r>
              <a:rPr lang="es-ES" dirty="0" err="1">
                <a:latin typeface="Abadi Extra Light" panose="020B0204020104020204" pitchFamily="34" charset="0"/>
              </a:rPr>
              <a:t>Backpropagation</a:t>
            </a:r>
            <a:r>
              <a:rPr lang="es-ES" dirty="0">
                <a:latin typeface="Abadi Extra Light" panose="020B0204020104020204" pitchFamily="34" charset="0"/>
              </a:rPr>
              <a:t>: </a:t>
            </a:r>
          </a:p>
          <a:p>
            <a:pPr algn="just"/>
            <a:endParaRPr lang="es-ES" dirty="0">
              <a:latin typeface="Abadi Extra Light" panose="020B0204020104020204" pitchFamily="34" charset="0"/>
            </a:endParaRPr>
          </a:p>
          <a:p>
            <a:pPr algn="just"/>
            <a:r>
              <a:rPr lang="es-ES" dirty="0">
                <a:latin typeface="Abadi Extra Light" panose="020B0204020104020204" pitchFamily="34" charset="0"/>
              </a:rPr>
              <a:t>Para evaluar derivadas de la función de error (o costo), los errores se propagan por la red hacia atrás. No es otra cosa que una implementación de la regla de la cadena para las redes neuronales. </a:t>
            </a:r>
            <a:endParaRPr lang="es-CL" dirty="0">
              <a:latin typeface="Abadi Extra Light" panose="020B0204020104020204" pitchFamily="34" charset="0"/>
            </a:endParaRPr>
          </a:p>
        </p:txBody>
      </p:sp>
    </p:spTree>
    <p:extLst>
      <p:ext uri="{BB962C8B-B14F-4D97-AF65-F5344CB8AC3E}">
        <p14:creationId xmlns:p14="http://schemas.microsoft.com/office/powerpoint/2010/main" val="81731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53C33-1D19-4339-B547-83D0C6179D74}"/>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7ECB7062-F2C5-191A-4B40-A73BA5518625}"/>
              </a:ext>
            </a:extLst>
          </p:cNvPr>
          <p:cNvSpPr>
            <a:spLocks noGrp="1"/>
          </p:cNvSpPr>
          <p:nvPr>
            <p:ph idx="1"/>
          </p:nvPr>
        </p:nvSpPr>
        <p:spPr/>
        <p:txBody>
          <a:bodyPr/>
          <a:lstStyle/>
          <a:p>
            <a:endParaRPr lang="es-CL"/>
          </a:p>
        </p:txBody>
      </p:sp>
      <p:pic>
        <p:nvPicPr>
          <p:cNvPr id="5" name="Imagen 4">
            <a:extLst>
              <a:ext uri="{FF2B5EF4-FFF2-40B4-BE49-F238E27FC236}">
                <a16:creationId xmlns:a16="http://schemas.microsoft.com/office/drawing/2014/main" id="{4E70EEAC-86C7-5734-0C08-BDA0A3485050}"/>
              </a:ext>
            </a:extLst>
          </p:cNvPr>
          <p:cNvPicPr>
            <a:picLocks noChangeAspect="1"/>
          </p:cNvPicPr>
          <p:nvPr/>
        </p:nvPicPr>
        <p:blipFill>
          <a:blip r:embed="rId2"/>
          <a:stretch>
            <a:fillRect/>
          </a:stretch>
        </p:blipFill>
        <p:spPr>
          <a:xfrm>
            <a:off x="1033462" y="233362"/>
            <a:ext cx="10125075" cy="6391275"/>
          </a:xfrm>
          <a:prstGeom prst="rect">
            <a:avLst/>
          </a:prstGeom>
        </p:spPr>
      </p:pic>
    </p:spTree>
    <p:extLst>
      <p:ext uri="{BB962C8B-B14F-4D97-AF65-F5344CB8AC3E}">
        <p14:creationId xmlns:p14="http://schemas.microsoft.com/office/powerpoint/2010/main" val="3159456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C1520-E0CE-19D5-C064-AECA595E3049}"/>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945E8504-216C-7F42-A878-4C05B4BF1536}"/>
              </a:ext>
            </a:extLst>
          </p:cNvPr>
          <p:cNvSpPr>
            <a:spLocks noGrp="1"/>
          </p:cNvSpPr>
          <p:nvPr>
            <p:ph idx="1"/>
          </p:nvPr>
        </p:nvSpPr>
        <p:spPr/>
        <p:txBody>
          <a:bodyPr/>
          <a:lstStyle/>
          <a:p>
            <a:endParaRPr lang="es-CL"/>
          </a:p>
        </p:txBody>
      </p:sp>
      <p:pic>
        <p:nvPicPr>
          <p:cNvPr id="5" name="Imagen 4">
            <a:extLst>
              <a:ext uri="{FF2B5EF4-FFF2-40B4-BE49-F238E27FC236}">
                <a16:creationId xmlns:a16="http://schemas.microsoft.com/office/drawing/2014/main" id="{F6160096-BE78-2B87-035D-A954073DD649}"/>
              </a:ext>
            </a:extLst>
          </p:cNvPr>
          <p:cNvPicPr>
            <a:picLocks noChangeAspect="1"/>
          </p:cNvPicPr>
          <p:nvPr/>
        </p:nvPicPr>
        <p:blipFill>
          <a:blip r:embed="rId2"/>
          <a:stretch>
            <a:fillRect/>
          </a:stretch>
        </p:blipFill>
        <p:spPr>
          <a:xfrm>
            <a:off x="1152525" y="133350"/>
            <a:ext cx="9886950" cy="6591300"/>
          </a:xfrm>
          <a:prstGeom prst="rect">
            <a:avLst/>
          </a:prstGeom>
        </p:spPr>
      </p:pic>
    </p:spTree>
    <p:extLst>
      <p:ext uri="{BB962C8B-B14F-4D97-AF65-F5344CB8AC3E}">
        <p14:creationId xmlns:p14="http://schemas.microsoft.com/office/powerpoint/2010/main" val="1817457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E6BBFB-75B4-C01A-ACD4-E54387D03F47}"/>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76CF6CC3-1EAE-D763-2216-945812CE65C0}"/>
              </a:ext>
            </a:extLst>
          </p:cNvPr>
          <p:cNvSpPr>
            <a:spLocks noGrp="1"/>
          </p:cNvSpPr>
          <p:nvPr>
            <p:ph idx="1"/>
          </p:nvPr>
        </p:nvSpPr>
        <p:spPr/>
        <p:txBody>
          <a:bodyPr/>
          <a:lstStyle/>
          <a:p>
            <a:endParaRPr lang="es-CL"/>
          </a:p>
        </p:txBody>
      </p:sp>
      <p:pic>
        <p:nvPicPr>
          <p:cNvPr id="5" name="Imagen 4">
            <a:extLst>
              <a:ext uri="{FF2B5EF4-FFF2-40B4-BE49-F238E27FC236}">
                <a16:creationId xmlns:a16="http://schemas.microsoft.com/office/drawing/2014/main" id="{E1CD8EC7-D39C-7F60-BDA5-3782AC73EB4D}"/>
              </a:ext>
            </a:extLst>
          </p:cNvPr>
          <p:cNvPicPr>
            <a:picLocks noChangeAspect="1"/>
          </p:cNvPicPr>
          <p:nvPr/>
        </p:nvPicPr>
        <p:blipFill>
          <a:blip r:embed="rId2"/>
          <a:stretch>
            <a:fillRect/>
          </a:stretch>
        </p:blipFill>
        <p:spPr>
          <a:xfrm>
            <a:off x="716453" y="147637"/>
            <a:ext cx="9620250" cy="6562725"/>
          </a:xfrm>
          <a:prstGeom prst="rect">
            <a:avLst/>
          </a:prstGeom>
        </p:spPr>
      </p:pic>
    </p:spTree>
    <p:extLst>
      <p:ext uri="{BB962C8B-B14F-4D97-AF65-F5344CB8AC3E}">
        <p14:creationId xmlns:p14="http://schemas.microsoft.com/office/powerpoint/2010/main" val="41386441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2335</TotalTime>
  <Words>1100</Words>
  <Application>Microsoft Office PowerPoint</Application>
  <PresentationFormat>Panorámica</PresentationFormat>
  <Paragraphs>76</Paragraphs>
  <Slides>30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Abadi Extra Light</vt:lpstr>
      <vt:lpstr>Arial</vt:lpstr>
      <vt:lpstr>Calibri</vt:lpstr>
      <vt:lpstr>Calibri Light</vt:lpstr>
      <vt:lpstr>charter</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Funciones feedforward</vt:lpstr>
      <vt:lpstr>Problema XOR: </vt:lpstr>
      <vt:lpstr>Presentación de PowerPoint</vt:lpstr>
      <vt:lpstr>Perceptrón Multicapa</vt:lpstr>
      <vt:lpstr>Presentación de PowerPoint</vt:lpstr>
      <vt:lpstr>Presentación de PowerPoint</vt:lpstr>
      <vt:lpstr>Regularizacion</vt:lpstr>
      <vt:lpstr>Regularizacion L2</vt:lpstr>
      <vt:lpstr>Presentación de PowerPoint</vt:lpstr>
      <vt:lpstr>Regularizacion L1</vt:lpstr>
      <vt:lpstr>Dropout</vt:lpstr>
      <vt:lpstr>Presentación de PowerPoint</vt:lpstr>
      <vt:lpstr>Presentación de PowerPoint</vt:lpstr>
      <vt:lpstr>Clasificacion de las redes multicapas</vt:lpstr>
      <vt:lpstr>Presentación de PowerPoint</vt:lpstr>
      <vt:lpstr>Diagrama de caja negra</vt:lpstr>
      <vt:lpstr>Algoritmo de mínimos cuadrados (LMS)</vt:lpstr>
      <vt:lpstr>Algoritmo de mínimos cuadrados (LMS)</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Andres Ulloa Quezada</dc:creator>
  <cp:lastModifiedBy>Sebastian Andres Ulloa Quezada</cp:lastModifiedBy>
  <cp:revision>8</cp:revision>
  <dcterms:created xsi:type="dcterms:W3CDTF">2021-08-23T21:44:44Z</dcterms:created>
  <dcterms:modified xsi:type="dcterms:W3CDTF">2022-06-11T14:03:14Z</dcterms:modified>
</cp:coreProperties>
</file>