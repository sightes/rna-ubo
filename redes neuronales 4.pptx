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9" r:id="rId2"/>
    <p:sldId id="257" r:id="rId3"/>
    <p:sldId id="267" r:id="rId4"/>
    <p:sldId id="269" r:id="rId5"/>
    <p:sldId id="270" r:id="rId6"/>
    <p:sldId id="273" r:id="rId7"/>
    <p:sldId id="275" r:id="rId8"/>
    <p:sldId id="277" r:id="rId9"/>
    <p:sldId id="278" r:id="rId10"/>
    <p:sldId id="282" r:id="rId11"/>
    <p:sldId id="283" r:id="rId12"/>
    <p:sldId id="284" r:id="rId13"/>
    <p:sldId id="285" r:id="rId14"/>
    <p:sldId id="286" r:id="rId15"/>
    <p:sldId id="297" r:id="rId16"/>
    <p:sldId id="298" r:id="rId17"/>
    <p:sldId id="289" r:id="rId18"/>
    <p:sldId id="290" r:id="rId19"/>
    <p:sldId id="291" r:id="rId20"/>
    <p:sldId id="292" r:id="rId21"/>
    <p:sldId id="293" r:id="rId22"/>
    <p:sldId id="287" r:id="rId23"/>
    <p:sldId id="294" r:id="rId24"/>
    <p:sldId id="295" r:id="rId25"/>
    <p:sldId id="299" r:id="rId26"/>
    <p:sldId id="300" r:id="rId27"/>
    <p:sldId id="301" r:id="rId28"/>
    <p:sldId id="302" r:id="rId29"/>
    <p:sldId id="303" r:id="rId30"/>
    <p:sldId id="304" r:id="rId3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Andres Ulloa Quezada" initials="SAUQ" lastIdx="1" clrIdx="0">
    <p:extLst>
      <p:ext uri="{19B8F6BF-5375-455C-9EA6-DF929625EA0E}">
        <p15:presenceInfo xmlns:p15="http://schemas.microsoft.com/office/powerpoint/2012/main" userId="Sebastian Andres Ulloa Quezad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4862"/>
    <a:srgbClr val="BF3F4A"/>
    <a:srgbClr val="7ED9D0"/>
    <a:srgbClr val="3B8DBF"/>
    <a:srgbClr val="2C3359"/>
    <a:srgbClr val="2B3EBA"/>
    <a:srgbClr val="F27D16"/>
    <a:srgbClr val="F2F2F2"/>
    <a:srgbClr val="54ACBF"/>
    <a:srgbClr val="3953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418627-0181-4483-85E4-3BD2A40B9D5E}" v="237" dt="2022-06-24T21:41:08.42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97" d="100"/>
          <a:sy n="97" d="100"/>
        </p:scale>
        <p:origin x="78" y="7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Andres Ulloa Quezada" userId="e3cba82caada5b63" providerId="LiveId" clId="{12BD165B-28B0-46EA-ADC8-4965A04BE316}"/>
    <pc:docChg chg="undo custSel addSld delSld modSld">
      <pc:chgData name="Sebastian Andres Ulloa Quezada" userId="e3cba82caada5b63" providerId="LiveId" clId="{12BD165B-28B0-46EA-ADC8-4965A04BE316}" dt="2022-06-11T22:49:05.893" v="278" actId="478"/>
      <pc:docMkLst>
        <pc:docMk/>
      </pc:docMkLst>
      <pc:sldChg chg="modSp">
        <pc:chgData name="Sebastian Andres Ulloa Quezada" userId="e3cba82caada5b63" providerId="LiveId" clId="{12BD165B-28B0-46EA-ADC8-4965A04BE316}" dt="2022-06-10T06:07:15.868" v="1" actId="20577"/>
        <pc:sldMkLst>
          <pc:docMk/>
          <pc:sldMk cId="488143113" sldId="257"/>
        </pc:sldMkLst>
        <pc:spChg chg="mod">
          <ac:chgData name="Sebastian Andres Ulloa Quezada" userId="e3cba82caada5b63" providerId="LiveId" clId="{12BD165B-28B0-46EA-ADC8-4965A04BE316}" dt="2022-06-10T06:07:15.868" v="1" actId="20577"/>
          <ac:spMkLst>
            <pc:docMk/>
            <pc:sldMk cId="488143113" sldId="257"/>
            <ac:spMk id="4" creationId="{4827A918-39AC-44E7-8C06-EF719EF149C0}"/>
          </ac:spMkLst>
        </pc:spChg>
      </pc:sldChg>
      <pc:sldChg chg="del">
        <pc:chgData name="Sebastian Andres Ulloa Quezada" userId="e3cba82caada5b63" providerId="LiveId" clId="{12BD165B-28B0-46EA-ADC8-4965A04BE316}" dt="2022-06-11T05:13:14.347" v="123" actId="47"/>
        <pc:sldMkLst>
          <pc:docMk/>
          <pc:sldMk cId="3964055122" sldId="260"/>
        </pc:sldMkLst>
      </pc:sldChg>
      <pc:sldChg chg="del">
        <pc:chgData name="Sebastian Andres Ulloa Quezada" userId="e3cba82caada5b63" providerId="LiveId" clId="{12BD165B-28B0-46EA-ADC8-4965A04BE316}" dt="2022-06-11T04:41:24.826" v="5" actId="47"/>
        <pc:sldMkLst>
          <pc:docMk/>
          <pc:sldMk cId="0" sldId="282"/>
        </pc:sldMkLst>
      </pc:sldChg>
      <pc:sldChg chg="del">
        <pc:chgData name="Sebastian Andres Ulloa Quezada" userId="e3cba82caada5b63" providerId="LiveId" clId="{12BD165B-28B0-46EA-ADC8-4965A04BE316}" dt="2022-06-11T05:13:11.744" v="122" actId="47"/>
        <pc:sldMkLst>
          <pc:docMk/>
          <pc:sldMk cId="855098616" sldId="428"/>
        </pc:sldMkLst>
      </pc:sldChg>
      <pc:sldChg chg="del">
        <pc:chgData name="Sebastian Andres Ulloa Quezada" userId="e3cba82caada5b63" providerId="LiveId" clId="{12BD165B-28B0-46EA-ADC8-4965A04BE316}" dt="2022-06-11T04:41:20.131" v="4" actId="47"/>
        <pc:sldMkLst>
          <pc:docMk/>
          <pc:sldMk cId="739286344" sldId="429"/>
        </pc:sldMkLst>
      </pc:sldChg>
      <pc:sldChg chg="addSp delSp modSp new mod">
        <pc:chgData name="Sebastian Andres Ulloa Quezada" userId="e3cba82caada5b63" providerId="LiveId" clId="{12BD165B-28B0-46EA-ADC8-4965A04BE316}" dt="2022-06-11T04:51:24.267" v="77" actId="2711"/>
        <pc:sldMkLst>
          <pc:docMk/>
          <pc:sldMk cId="4229230240" sldId="429"/>
        </pc:sldMkLst>
        <pc:spChg chg="mod">
          <ac:chgData name="Sebastian Andres Ulloa Quezada" userId="e3cba82caada5b63" providerId="LiveId" clId="{12BD165B-28B0-46EA-ADC8-4965A04BE316}" dt="2022-06-11T04:49:45.680" v="44" actId="108"/>
          <ac:spMkLst>
            <pc:docMk/>
            <pc:sldMk cId="4229230240" sldId="429"/>
            <ac:spMk id="2" creationId="{09F9B561-340E-9BFF-3FFE-C47BAEABF557}"/>
          </ac:spMkLst>
        </pc:spChg>
        <pc:spChg chg="del">
          <ac:chgData name="Sebastian Andres Ulloa Quezada" userId="e3cba82caada5b63" providerId="LiveId" clId="{12BD165B-28B0-46EA-ADC8-4965A04BE316}" dt="2022-06-11T04:41:33.914" v="17" actId="22"/>
          <ac:spMkLst>
            <pc:docMk/>
            <pc:sldMk cId="4229230240" sldId="429"/>
            <ac:spMk id="3" creationId="{8E7194F6-B86C-3CEA-E4DC-320932529EBF}"/>
          </ac:spMkLst>
        </pc:spChg>
        <pc:spChg chg="add del mod">
          <ac:chgData name="Sebastian Andres Ulloa Quezada" userId="e3cba82caada5b63" providerId="LiveId" clId="{12BD165B-28B0-46EA-ADC8-4965A04BE316}" dt="2022-06-11T04:51:24.267" v="77" actId="2711"/>
          <ac:spMkLst>
            <pc:docMk/>
            <pc:sldMk cId="4229230240" sldId="429"/>
            <ac:spMk id="7" creationId="{B668EFE4-EA0B-7B6B-A6C3-6D7609A9F250}"/>
          </ac:spMkLst>
        </pc:spChg>
        <pc:spChg chg="add del">
          <ac:chgData name="Sebastian Andres Ulloa Quezada" userId="e3cba82caada5b63" providerId="LiveId" clId="{12BD165B-28B0-46EA-ADC8-4965A04BE316}" dt="2022-06-11T04:50:33.494" v="58"/>
          <ac:spMkLst>
            <pc:docMk/>
            <pc:sldMk cId="4229230240" sldId="429"/>
            <ac:spMk id="10" creationId="{5293BDAC-CB61-241A-7BD0-1CF3B8678D35}"/>
          </ac:spMkLst>
        </pc:spChg>
        <pc:picChg chg="add del mod ord">
          <ac:chgData name="Sebastian Andres Ulloa Quezada" userId="e3cba82caada5b63" providerId="LiveId" clId="{12BD165B-28B0-46EA-ADC8-4965A04BE316}" dt="2022-06-11T04:41:35.541" v="18" actId="478"/>
          <ac:picMkLst>
            <pc:docMk/>
            <pc:sldMk cId="4229230240" sldId="429"/>
            <ac:picMk id="5" creationId="{B8ADCB3B-9F21-2B69-17B1-73E3AAB07D0B}"/>
          </ac:picMkLst>
        </pc:picChg>
        <pc:picChg chg="add del mod ord">
          <ac:chgData name="Sebastian Andres Ulloa Quezada" userId="e3cba82caada5b63" providerId="LiveId" clId="{12BD165B-28B0-46EA-ADC8-4965A04BE316}" dt="2022-06-11T04:41:43.676" v="20" actId="22"/>
          <ac:picMkLst>
            <pc:docMk/>
            <pc:sldMk cId="4229230240" sldId="429"/>
            <ac:picMk id="9" creationId="{310BAB32-8C59-E80B-A0D7-C4DF8A630DDE}"/>
          </ac:picMkLst>
        </pc:picChg>
        <pc:picChg chg="add mod">
          <ac:chgData name="Sebastian Andres Ulloa Quezada" userId="e3cba82caada5b63" providerId="LiveId" clId="{12BD165B-28B0-46EA-ADC8-4965A04BE316}" dt="2022-06-11T04:50:56.020" v="67" actId="14100"/>
          <ac:picMkLst>
            <pc:docMk/>
            <pc:sldMk cId="4229230240" sldId="429"/>
            <ac:picMk id="1028" creationId="{4D9E7B80-DECE-2B6C-FC79-5922E7953567}"/>
          </ac:picMkLst>
        </pc:picChg>
      </pc:sldChg>
      <pc:sldChg chg="modSp new add del mod">
        <pc:chgData name="Sebastian Andres Ulloa Quezada" userId="e3cba82caada5b63" providerId="LiveId" clId="{12BD165B-28B0-46EA-ADC8-4965A04BE316}" dt="2022-06-11T04:54:03.984" v="99" actId="47"/>
        <pc:sldMkLst>
          <pc:docMk/>
          <pc:sldMk cId="86769961" sldId="430"/>
        </pc:sldMkLst>
        <pc:spChg chg="mod">
          <ac:chgData name="Sebastian Andres Ulloa Quezada" userId="e3cba82caada5b63" providerId="LiveId" clId="{12BD165B-28B0-46EA-ADC8-4965A04BE316}" dt="2022-06-11T04:51:39.539" v="78" actId="108"/>
          <ac:spMkLst>
            <pc:docMk/>
            <pc:sldMk cId="86769961" sldId="430"/>
            <ac:spMk id="2" creationId="{67D0CB63-A799-C282-1396-AC37130EE47D}"/>
          </ac:spMkLst>
        </pc:spChg>
        <pc:spChg chg="mod">
          <ac:chgData name="Sebastian Andres Ulloa Quezada" userId="e3cba82caada5b63" providerId="LiveId" clId="{12BD165B-28B0-46EA-ADC8-4965A04BE316}" dt="2022-06-11T04:52:24.747" v="91" actId="20577"/>
          <ac:spMkLst>
            <pc:docMk/>
            <pc:sldMk cId="86769961" sldId="430"/>
            <ac:spMk id="3" creationId="{8D13F3C7-F7BB-D848-5220-041478EBB491}"/>
          </ac:spMkLst>
        </pc:spChg>
      </pc:sldChg>
      <pc:sldChg chg="del">
        <pc:chgData name="Sebastian Andres Ulloa Quezada" userId="e3cba82caada5b63" providerId="LiveId" clId="{12BD165B-28B0-46EA-ADC8-4965A04BE316}" dt="2022-06-11T04:41:24.826" v="5" actId="47"/>
        <pc:sldMkLst>
          <pc:docMk/>
          <pc:sldMk cId="1389655903" sldId="430"/>
        </pc:sldMkLst>
      </pc:sldChg>
      <pc:sldChg chg="del">
        <pc:chgData name="Sebastian Andres Ulloa Quezada" userId="e3cba82caada5b63" providerId="LiveId" clId="{12BD165B-28B0-46EA-ADC8-4965A04BE316}" dt="2022-06-11T04:41:24.826" v="5" actId="47"/>
        <pc:sldMkLst>
          <pc:docMk/>
          <pc:sldMk cId="1699055954" sldId="431"/>
        </pc:sldMkLst>
      </pc:sldChg>
      <pc:sldChg chg="modSp new del mod">
        <pc:chgData name="Sebastian Andres Ulloa Quezada" userId="e3cba82caada5b63" providerId="LiveId" clId="{12BD165B-28B0-46EA-ADC8-4965A04BE316}" dt="2022-06-11T04:52:38.836" v="92" actId="47"/>
        <pc:sldMkLst>
          <pc:docMk/>
          <pc:sldMk cId="3317496748" sldId="431"/>
        </pc:sldMkLst>
        <pc:spChg chg="mod">
          <ac:chgData name="Sebastian Andres Ulloa Quezada" userId="e3cba82caada5b63" providerId="LiveId" clId="{12BD165B-28B0-46EA-ADC8-4965A04BE316}" dt="2022-06-11T04:45:22.920" v="43" actId="27636"/>
          <ac:spMkLst>
            <pc:docMk/>
            <pc:sldMk cId="3317496748" sldId="431"/>
            <ac:spMk id="3" creationId="{07E8A165-6465-4533-F864-6D9CE7560EA0}"/>
          </ac:spMkLst>
        </pc:spChg>
      </pc:sldChg>
      <pc:sldChg chg="del">
        <pc:chgData name="Sebastian Andres Ulloa Quezada" userId="e3cba82caada5b63" providerId="LiveId" clId="{12BD165B-28B0-46EA-ADC8-4965A04BE316}" dt="2022-06-11T04:41:24.826" v="5" actId="47"/>
        <pc:sldMkLst>
          <pc:docMk/>
          <pc:sldMk cId="2651313624" sldId="432"/>
        </pc:sldMkLst>
      </pc:sldChg>
      <pc:sldChg chg="delSp modSp new mod">
        <pc:chgData name="Sebastian Andres Ulloa Quezada" userId="e3cba82caada5b63" providerId="LiveId" clId="{12BD165B-28B0-46EA-ADC8-4965A04BE316}" dt="2022-06-11T05:13:19.510" v="124" actId="1076"/>
        <pc:sldMkLst>
          <pc:docMk/>
          <pc:sldMk cId="4277537763" sldId="432"/>
        </pc:sldMkLst>
        <pc:spChg chg="del">
          <ac:chgData name="Sebastian Andres Ulloa Quezada" userId="e3cba82caada5b63" providerId="LiveId" clId="{12BD165B-28B0-46EA-ADC8-4965A04BE316}" dt="2022-06-11T04:51:08.913" v="74" actId="478"/>
          <ac:spMkLst>
            <pc:docMk/>
            <pc:sldMk cId="4277537763" sldId="432"/>
            <ac:spMk id="2" creationId="{8A72817C-3F67-CD06-BF7C-561226B6ED8B}"/>
          </ac:spMkLst>
        </pc:spChg>
        <pc:spChg chg="mod">
          <ac:chgData name="Sebastian Andres Ulloa Quezada" userId="e3cba82caada5b63" providerId="LiveId" clId="{12BD165B-28B0-46EA-ADC8-4965A04BE316}" dt="2022-06-11T05:13:19.510" v="124" actId="1076"/>
          <ac:spMkLst>
            <pc:docMk/>
            <pc:sldMk cId="4277537763" sldId="432"/>
            <ac:spMk id="3" creationId="{2DBC9900-748E-A586-3A0C-EB8987645442}"/>
          </ac:spMkLst>
        </pc:spChg>
      </pc:sldChg>
      <pc:sldChg chg="del">
        <pc:chgData name="Sebastian Andres Ulloa Quezada" userId="e3cba82caada5b63" providerId="LiveId" clId="{12BD165B-28B0-46EA-ADC8-4965A04BE316}" dt="2022-06-11T04:41:24.826" v="5" actId="47"/>
        <pc:sldMkLst>
          <pc:docMk/>
          <pc:sldMk cId="94778601" sldId="433"/>
        </pc:sldMkLst>
      </pc:sldChg>
      <pc:sldChg chg="addSp delSp modSp new del mod">
        <pc:chgData name="Sebastian Andres Ulloa Quezada" userId="e3cba82caada5b63" providerId="LiveId" clId="{12BD165B-28B0-46EA-ADC8-4965A04BE316}" dt="2022-06-11T04:54:06.352" v="100" actId="47"/>
        <pc:sldMkLst>
          <pc:docMk/>
          <pc:sldMk cId="3409790604" sldId="433"/>
        </pc:sldMkLst>
        <pc:spChg chg="del">
          <ac:chgData name="Sebastian Andres Ulloa Quezada" userId="e3cba82caada5b63" providerId="LiveId" clId="{12BD165B-28B0-46EA-ADC8-4965A04BE316}" dt="2022-06-11T04:53:20.070" v="95" actId="478"/>
          <ac:spMkLst>
            <pc:docMk/>
            <pc:sldMk cId="3409790604" sldId="433"/>
            <ac:spMk id="2" creationId="{F7268B84-57DC-389A-616D-3324E5D8D6B3}"/>
          </ac:spMkLst>
        </pc:spChg>
        <pc:spChg chg="del">
          <ac:chgData name="Sebastian Andres Ulloa Quezada" userId="e3cba82caada5b63" providerId="LiveId" clId="{12BD165B-28B0-46EA-ADC8-4965A04BE316}" dt="2022-06-11T04:53:19.271" v="94" actId="478"/>
          <ac:spMkLst>
            <pc:docMk/>
            <pc:sldMk cId="3409790604" sldId="433"/>
            <ac:spMk id="3" creationId="{8045CC3D-63B2-FFA9-3F22-CB537FDEC0AD}"/>
          </ac:spMkLst>
        </pc:spChg>
        <pc:picChg chg="add mod">
          <ac:chgData name="Sebastian Andres Ulloa Quezada" userId="e3cba82caada5b63" providerId="LiveId" clId="{12BD165B-28B0-46EA-ADC8-4965A04BE316}" dt="2022-06-11T04:53:22.598" v="97" actId="1076"/>
          <ac:picMkLst>
            <pc:docMk/>
            <pc:sldMk cId="3409790604" sldId="433"/>
            <ac:picMk id="4" creationId="{B32866CF-D58A-1211-0645-39BCA2662372}"/>
          </ac:picMkLst>
        </pc:picChg>
        <pc:picChg chg="add mod">
          <ac:chgData name="Sebastian Andres Ulloa Quezada" userId="e3cba82caada5b63" providerId="LiveId" clId="{12BD165B-28B0-46EA-ADC8-4965A04BE316}" dt="2022-06-11T04:53:22.598" v="97" actId="1076"/>
          <ac:picMkLst>
            <pc:docMk/>
            <pc:sldMk cId="3409790604" sldId="433"/>
            <ac:picMk id="5" creationId="{C46AC963-B8FB-A32A-A43D-BA834EBE49DF}"/>
          </ac:picMkLst>
        </pc:picChg>
      </pc:sldChg>
      <pc:sldChg chg="del">
        <pc:chgData name="Sebastian Andres Ulloa Quezada" userId="e3cba82caada5b63" providerId="LiveId" clId="{12BD165B-28B0-46EA-ADC8-4965A04BE316}" dt="2022-06-11T04:41:24.826" v="5" actId="47"/>
        <pc:sldMkLst>
          <pc:docMk/>
          <pc:sldMk cId="4050432267" sldId="434"/>
        </pc:sldMkLst>
      </pc:sldChg>
      <pc:sldChg chg="del">
        <pc:chgData name="Sebastian Andres Ulloa Quezada" userId="e3cba82caada5b63" providerId="LiveId" clId="{12BD165B-28B0-46EA-ADC8-4965A04BE316}" dt="2022-06-11T04:41:24.826" v="5" actId="47"/>
        <pc:sldMkLst>
          <pc:docMk/>
          <pc:sldMk cId="2500544869" sldId="435"/>
        </pc:sldMkLst>
      </pc:sldChg>
      <pc:sldChg chg="del">
        <pc:chgData name="Sebastian Andres Ulloa Quezada" userId="e3cba82caada5b63" providerId="LiveId" clId="{12BD165B-28B0-46EA-ADC8-4965A04BE316}" dt="2022-06-11T04:41:24.826" v="5" actId="47"/>
        <pc:sldMkLst>
          <pc:docMk/>
          <pc:sldMk cId="1697257710" sldId="436"/>
        </pc:sldMkLst>
      </pc:sldChg>
      <pc:sldChg chg="del">
        <pc:chgData name="Sebastian Andres Ulloa Quezada" userId="e3cba82caada5b63" providerId="LiveId" clId="{12BD165B-28B0-46EA-ADC8-4965A04BE316}" dt="2022-06-11T04:41:24.826" v="5" actId="47"/>
        <pc:sldMkLst>
          <pc:docMk/>
          <pc:sldMk cId="2076486461" sldId="437"/>
        </pc:sldMkLst>
      </pc:sldChg>
      <pc:sldChg chg="del">
        <pc:chgData name="Sebastian Andres Ulloa Quezada" userId="e3cba82caada5b63" providerId="LiveId" clId="{12BD165B-28B0-46EA-ADC8-4965A04BE316}" dt="2022-06-11T04:41:24.826" v="5" actId="47"/>
        <pc:sldMkLst>
          <pc:docMk/>
          <pc:sldMk cId="3587194365" sldId="438"/>
        </pc:sldMkLst>
      </pc:sldChg>
      <pc:sldChg chg="del">
        <pc:chgData name="Sebastian Andres Ulloa Quezada" userId="e3cba82caada5b63" providerId="LiveId" clId="{12BD165B-28B0-46EA-ADC8-4965A04BE316}" dt="2022-06-11T04:41:24.826" v="5" actId="47"/>
        <pc:sldMkLst>
          <pc:docMk/>
          <pc:sldMk cId="0" sldId="440"/>
        </pc:sldMkLst>
      </pc:sldChg>
      <pc:sldChg chg="del">
        <pc:chgData name="Sebastian Andres Ulloa Quezada" userId="e3cba82caada5b63" providerId="LiveId" clId="{12BD165B-28B0-46EA-ADC8-4965A04BE316}" dt="2022-06-11T04:41:24.826" v="5" actId="47"/>
        <pc:sldMkLst>
          <pc:docMk/>
          <pc:sldMk cId="817312315" sldId="441"/>
        </pc:sldMkLst>
      </pc:sldChg>
      <pc:sldChg chg="modSp new del mod">
        <pc:chgData name="Sebastian Andres Ulloa Quezada" userId="e3cba82caada5b63" providerId="LiveId" clId="{12BD165B-28B0-46EA-ADC8-4965A04BE316}" dt="2022-06-11T04:41:24.826" v="5" actId="47"/>
        <pc:sldMkLst>
          <pc:docMk/>
          <pc:sldMk cId="40748891" sldId="442"/>
        </pc:sldMkLst>
        <pc:spChg chg="mod">
          <ac:chgData name="Sebastian Andres Ulloa Quezada" userId="e3cba82caada5b63" providerId="LiveId" clId="{12BD165B-28B0-46EA-ADC8-4965A04BE316}" dt="2022-06-11T03:28:14.632" v="3"/>
          <ac:spMkLst>
            <pc:docMk/>
            <pc:sldMk cId="40748891" sldId="442"/>
            <ac:spMk id="3" creationId="{983A5F07-0DC8-E4EC-047E-E50B0F28D10E}"/>
          </ac:spMkLst>
        </pc:spChg>
      </pc:sldChg>
      <pc:sldChg chg="modSp add del">
        <pc:chgData name="Sebastian Andres Ulloa Quezada" userId="e3cba82caada5b63" providerId="LiveId" clId="{12BD165B-28B0-46EA-ADC8-4965A04BE316}" dt="2022-06-11T05:21:24.417" v="152" actId="47"/>
        <pc:sldMkLst>
          <pc:docMk/>
          <pc:sldMk cId="1238124464" sldId="854"/>
        </pc:sldMkLst>
        <pc:spChg chg="mod">
          <ac:chgData name="Sebastian Andres Ulloa Quezada" userId="e3cba82caada5b63" providerId="LiveId" clId="{12BD165B-28B0-46EA-ADC8-4965A04BE316}" dt="2022-06-11T04:54:18.624" v="102"/>
          <ac:spMkLst>
            <pc:docMk/>
            <pc:sldMk cId="1238124464" sldId="854"/>
            <ac:spMk id="2" creationId="{00000000-0000-0000-0000-000000000000}"/>
          </ac:spMkLst>
        </pc:spChg>
      </pc:sldChg>
      <pc:sldChg chg="modSp add del">
        <pc:chgData name="Sebastian Andres Ulloa Quezada" userId="e3cba82caada5b63" providerId="LiveId" clId="{12BD165B-28B0-46EA-ADC8-4965A04BE316}" dt="2022-06-11T05:21:24.417" v="152" actId="47"/>
        <pc:sldMkLst>
          <pc:docMk/>
          <pc:sldMk cId="945973545" sldId="855"/>
        </pc:sldMkLst>
        <pc:spChg chg="mod">
          <ac:chgData name="Sebastian Andres Ulloa Quezada" userId="e3cba82caada5b63" providerId="LiveId" clId="{12BD165B-28B0-46EA-ADC8-4965A04BE316}" dt="2022-06-11T04:54:26.779" v="103"/>
          <ac:spMkLst>
            <pc:docMk/>
            <pc:sldMk cId="945973545" sldId="855"/>
            <ac:spMk id="2" creationId="{00000000-0000-0000-0000-000000000000}"/>
          </ac:spMkLst>
        </pc:spChg>
      </pc:sldChg>
      <pc:sldChg chg="modSp add del mod">
        <pc:chgData name="Sebastian Andres Ulloa Quezada" userId="e3cba82caada5b63" providerId="LiveId" clId="{12BD165B-28B0-46EA-ADC8-4965A04BE316}" dt="2022-06-11T05:21:24.417" v="152" actId="47"/>
        <pc:sldMkLst>
          <pc:docMk/>
          <pc:sldMk cId="1613296956" sldId="856"/>
        </pc:sldMkLst>
        <pc:spChg chg="mod">
          <ac:chgData name="Sebastian Andres Ulloa Quezada" userId="e3cba82caada5b63" providerId="LiveId" clId="{12BD165B-28B0-46EA-ADC8-4965A04BE316}" dt="2022-06-11T04:54:56.836" v="104" actId="1076"/>
          <ac:spMkLst>
            <pc:docMk/>
            <pc:sldMk cId="1613296956" sldId="856"/>
            <ac:spMk id="109" creationId="{00000000-0000-0000-0000-000000000000}"/>
          </ac:spMkLst>
        </pc:spChg>
      </pc:sldChg>
      <pc:sldChg chg="add del">
        <pc:chgData name="Sebastian Andres Ulloa Quezada" userId="e3cba82caada5b63" providerId="LiveId" clId="{12BD165B-28B0-46EA-ADC8-4965A04BE316}" dt="2022-06-11T05:21:24.417" v="152" actId="47"/>
        <pc:sldMkLst>
          <pc:docMk/>
          <pc:sldMk cId="451708133" sldId="857"/>
        </pc:sldMkLst>
      </pc:sldChg>
      <pc:sldChg chg="addSp delSp modSp new mod">
        <pc:chgData name="Sebastian Andres Ulloa Quezada" userId="e3cba82caada5b63" providerId="LiveId" clId="{12BD165B-28B0-46EA-ADC8-4965A04BE316}" dt="2022-06-11T05:13:42.590" v="134" actId="1076"/>
        <pc:sldMkLst>
          <pc:docMk/>
          <pc:sldMk cId="250125487" sldId="858"/>
        </pc:sldMkLst>
        <pc:spChg chg="del">
          <ac:chgData name="Sebastian Andres Ulloa Quezada" userId="e3cba82caada5b63" providerId="LiveId" clId="{12BD165B-28B0-46EA-ADC8-4965A04BE316}" dt="2022-06-11T05:13:28.356" v="127" actId="478"/>
          <ac:spMkLst>
            <pc:docMk/>
            <pc:sldMk cId="250125487" sldId="858"/>
            <ac:spMk id="2" creationId="{ACA03DFE-07C8-6A2C-1207-00778DF10D58}"/>
          </ac:spMkLst>
        </pc:spChg>
        <pc:spChg chg="del">
          <ac:chgData name="Sebastian Andres Ulloa Quezada" userId="e3cba82caada5b63" providerId="LiveId" clId="{12BD165B-28B0-46EA-ADC8-4965A04BE316}" dt="2022-06-11T05:13:27.525" v="126" actId="478"/>
          <ac:spMkLst>
            <pc:docMk/>
            <pc:sldMk cId="250125487" sldId="858"/>
            <ac:spMk id="3" creationId="{873DBB53-BC10-DA15-C5F2-EA51116DCEA3}"/>
          </ac:spMkLst>
        </pc:spChg>
        <pc:picChg chg="add mod">
          <ac:chgData name="Sebastian Andres Ulloa Quezada" userId="e3cba82caada5b63" providerId="LiveId" clId="{12BD165B-28B0-46EA-ADC8-4965A04BE316}" dt="2022-06-11T05:13:42.590" v="134" actId="1076"/>
          <ac:picMkLst>
            <pc:docMk/>
            <pc:sldMk cId="250125487" sldId="858"/>
            <ac:picMk id="2050" creationId="{73C40445-2879-2063-DCFD-790B66E6F770}"/>
          </ac:picMkLst>
        </pc:picChg>
      </pc:sldChg>
      <pc:sldChg chg="modSp new mod">
        <pc:chgData name="Sebastian Andres Ulloa Quezada" userId="e3cba82caada5b63" providerId="LiveId" clId="{12BD165B-28B0-46EA-ADC8-4965A04BE316}" dt="2022-06-11T06:03:55.330" v="219" actId="27636"/>
        <pc:sldMkLst>
          <pc:docMk/>
          <pc:sldMk cId="3638404002" sldId="859"/>
        </pc:sldMkLst>
        <pc:spChg chg="mod">
          <ac:chgData name="Sebastian Andres Ulloa Quezada" userId="e3cba82caada5b63" providerId="LiveId" clId="{12BD165B-28B0-46EA-ADC8-4965A04BE316}" dt="2022-06-11T05:57:52.403" v="208" actId="108"/>
          <ac:spMkLst>
            <pc:docMk/>
            <pc:sldMk cId="3638404002" sldId="859"/>
            <ac:spMk id="2" creationId="{BB05E44B-7B13-691A-D1BA-69FFE5F3A18C}"/>
          </ac:spMkLst>
        </pc:spChg>
        <pc:spChg chg="mod">
          <ac:chgData name="Sebastian Andres Ulloa Quezada" userId="e3cba82caada5b63" providerId="LiveId" clId="{12BD165B-28B0-46EA-ADC8-4965A04BE316}" dt="2022-06-11T06:03:55.330" v="219" actId="27636"/>
          <ac:spMkLst>
            <pc:docMk/>
            <pc:sldMk cId="3638404002" sldId="859"/>
            <ac:spMk id="3" creationId="{296D0994-8A5B-9809-9452-EE5E10AA11DA}"/>
          </ac:spMkLst>
        </pc:spChg>
      </pc:sldChg>
      <pc:sldChg chg="delSp modSp new del mod">
        <pc:chgData name="Sebastian Andres Ulloa Quezada" userId="e3cba82caada5b63" providerId="LiveId" clId="{12BD165B-28B0-46EA-ADC8-4965A04BE316}" dt="2022-06-11T05:14:58.041" v="151" actId="47"/>
        <pc:sldMkLst>
          <pc:docMk/>
          <pc:sldMk cId="3983599820" sldId="859"/>
        </pc:sldMkLst>
        <pc:spChg chg="del">
          <ac:chgData name="Sebastian Andres Ulloa Quezada" userId="e3cba82caada5b63" providerId="LiveId" clId="{12BD165B-28B0-46EA-ADC8-4965A04BE316}" dt="2022-06-11T05:14:23.866" v="138" actId="478"/>
          <ac:spMkLst>
            <pc:docMk/>
            <pc:sldMk cId="3983599820" sldId="859"/>
            <ac:spMk id="2" creationId="{ADE57A0D-5100-DE1C-9577-AF37B666CF08}"/>
          </ac:spMkLst>
        </pc:spChg>
        <pc:spChg chg="mod">
          <ac:chgData name="Sebastian Andres Ulloa Quezada" userId="e3cba82caada5b63" providerId="LiveId" clId="{12BD165B-28B0-46EA-ADC8-4965A04BE316}" dt="2022-06-11T05:14:52.927" v="150" actId="120"/>
          <ac:spMkLst>
            <pc:docMk/>
            <pc:sldMk cId="3983599820" sldId="859"/>
            <ac:spMk id="3" creationId="{EA9B4C76-2E12-1F55-17A9-8F18ABC33417}"/>
          </ac:spMkLst>
        </pc:spChg>
      </pc:sldChg>
      <pc:sldChg chg="addSp delSp modSp new mod">
        <pc:chgData name="Sebastian Andres Ulloa Quezada" userId="e3cba82caada5b63" providerId="LiveId" clId="{12BD165B-28B0-46EA-ADC8-4965A04BE316}" dt="2022-06-11T22:16:00.530" v="275" actId="14100"/>
        <pc:sldMkLst>
          <pc:docMk/>
          <pc:sldMk cId="3120710014" sldId="860"/>
        </pc:sldMkLst>
        <pc:spChg chg="del">
          <ac:chgData name="Sebastian Andres Ulloa Quezada" userId="e3cba82caada5b63" providerId="LiveId" clId="{12BD165B-28B0-46EA-ADC8-4965A04BE316}" dt="2022-06-11T18:20:16.079" v="222" actId="478"/>
          <ac:spMkLst>
            <pc:docMk/>
            <pc:sldMk cId="3120710014" sldId="860"/>
            <ac:spMk id="2" creationId="{BC1D8642-243C-485F-A031-075AB3966122}"/>
          </ac:spMkLst>
        </pc:spChg>
        <pc:spChg chg="del">
          <ac:chgData name="Sebastian Andres Ulloa Quezada" userId="e3cba82caada5b63" providerId="LiveId" clId="{12BD165B-28B0-46EA-ADC8-4965A04BE316}" dt="2022-06-11T18:20:12.202" v="221" actId="478"/>
          <ac:spMkLst>
            <pc:docMk/>
            <pc:sldMk cId="3120710014" sldId="860"/>
            <ac:spMk id="3" creationId="{B9DF8F23-FE3F-9466-2284-79AC23FD5892}"/>
          </ac:spMkLst>
        </pc:spChg>
        <pc:spChg chg="add">
          <ac:chgData name="Sebastian Andres Ulloa Quezada" userId="e3cba82caada5b63" providerId="LiveId" clId="{12BD165B-28B0-46EA-ADC8-4965A04BE316}" dt="2022-06-11T22:14:06.582" v="223" actId="11529"/>
          <ac:spMkLst>
            <pc:docMk/>
            <pc:sldMk cId="3120710014" sldId="860"/>
            <ac:spMk id="4" creationId="{02335183-E413-796D-4139-361DD98DD695}"/>
          </ac:spMkLst>
        </pc:spChg>
        <pc:spChg chg="add mod">
          <ac:chgData name="Sebastian Andres Ulloa Quezada" userId="e3cba82caada5b63" providerId="LiveId" clId="{12BD165B-28B0-46EA-ADC8-4965A04BE316}" dt="2022-06-11T22:14:21.297" v="236" actId="1076"/>
          <ac:spMkLst>
            <pc:docMk/>
            <pc:sldMk cId="3120710014" sldId="860"/>
            <ac:spMk id="5" creationId="{1372C91F-4E92-3345-3975-9C9ADA2D7ED1}"/>
          </ac:spMkLst>
        </pc:spChg>
        <pc:spChg chg="add mod">
          <ac:chgData name="Sebastian Andres Ulloa Quezada" userId="e3cba82caada5b63" providerId="LiveId" clId="{12BD165B-28B0-46EA-ADC8-4965A04BE316}" dt="2022-06-11T22:14:11.227" v="227" actId="1076"/>
          <ac:spMkLst>
            <pc:docMk/>
            <pc:sldMk cId="3120710014" sldId="860"/>
            <ac:spMk id="6" creationId="{2D704221-5D25-8CC6-9B7E-DB2995600C99}"/>
          </ac:spMkLst>
        </pc:spChg>
        <pc:spChg chg="add mod">
          <ac:chgData name="Sebastian Andres Ulloa Quezada" userId="e3cba82caada5b63" providerId="LiveId" clId="{12BD165B-28B0-46EA-ADC8-4965A04BE316}" dt="2022-06-11T22:14:13.332" v="229" actId="1076"/>
          <ac:spMkLst>
            <pc:docMk/>
            <pc:sldMk cId="3120710014" sldId="860"/>
            <ac:spMk id="7" creationId="{8F153AAC-93CA-3EBF-5D6F-32EE97AE47FF}"/>
          </ac:spMkLst>
        </pc:spChg>
        <pc:spChg chg="add mod">
          <ac:chgData name="Sebastian Andres Ulloa Quezada" userId="e3cba82caada5b63" providerId="LiveId" clId="{12BD165B-28B0-46EA-ADC8-4965A04BE316}" dt="2022-06-11T22:14:15.459" v="231" actId="1076"/>
          <ac:spMkLst>
            <pc:docMk/>
            <pc:sldMk cId="3120710014" sldId="860"/>
            <ac:spMk id="8" creationId="{CFD96126-40BE-70D2-5F38-B1C596B34226}"/>
          </ac:spMkLst>
        </pc:spChg>
        <pc:spChg chg="add mod">
          <ac:chgData name="Sebastian Andres Ulloa Quezada" userId="e3cba82caada5b63" providerId="LiveId" clId="{12BD165B-28B0-46EA-ADC8-4965A04BE316}" dt="2022-06-11T22:14:17.316" v="233" actId="1076"/>
          <ac:spMkLst>
            <pc:docMk/>
            <pc:sldMk cId="3120710014" sldId="860"/>
            <ac:spMk id="9" creationId="{1914AD17-D84D-8325-76BD-E3A33F75DD5B}"/>
          </ac:spMkLst>
        </pc:spChg>
        <pc:spChg chg="add mod">
          <ac:chgData name="Sebastian Andres Ulloa Quezada" userId="e3cba82caada5b63" providerId="LiveId" clId="{12BD165B-28B0-46EA-ADC8-4965A04BE316}" dt="2022-06-11T22:14:19.971" v="235" actId="1076"/>
          <ac:spMkLst>
            <pc:docMk/>
            <pc:sldMk cId="3120710014" sldId="860"/>
            <ac:spMk id="10" creationId="{55C57715-1687-34FF-F2BD-59B151239338}"/>
          </ac:spMkLst>
        </pc:spChg>
        <pc:cxnChg chg="add">
          <ac:chgData name="Sebastian Andres Ulloa Quezada" userId="e3cba82caada5b63" providerId="LiveId" clId="{12BD165B-28B0-46EA-ADC8-4965A04BE316}" dt="2022-06-11T22:14:27.234" v="237" actId="11529"/>
          <ac:cxnSpMkLst>
            <pc:docMk/>
            <pc:sldMk cId="3120710014" sldId="860"/>
            <ac:cxnSpMk id="12" creationId="{C526BF13-3C75-4F21-B305-F725C8DEC490}"/>
          </ac:cxnSpMkLst>
        </pc:cxnChg>
        <pc:cxnChg chg="add mod">
          <ac:chgData name="Sebastian Andres Ulloa Quezada" userId="e3cba82caada5b63" providerId="LiveId" clId="{12BD165B-28B0-46EA-ADC8-4965A04BE316}" dt="2022-06-11T22:14:31.371" v="239" actId="1076"/>
          <ac:cxnSpMkLst>
            <pc:docMk/>
            <pc:sldMk cId="3120710014" sldId="860"/>
            <ac:cxnSpMk id="13" creationId="{276269FA-06F6-362F-CEB9-ABBF2DACAD53}"/>
          </ac:cxnSpMkLst>
        </pc:cxnChg>
        <pc:cxnChg chg="add mod">
          <ac:chgData name="Sebastian Andres Ulloa Quezada" userId="e3cba82caada5b63" providerId="LiveId" clId="{12BD165B-28B0-46EA-ADC8-4965A04BE316}" dt="2022-06-11T22:14:36.146" v="242" actId="14100"/>
          <ac:cxnSpMkLst>
            <pc:docMk/>
            <pc:sldMk cId="3120710014" sldId="860"/>
            <ac:cxnSpMk id="14" creationId="{898B6C37-1B75-183E-92C8-C724EF73EB5E}"/>
          </ac:cxnSpMkLst>
        </pc:cxnChg>
        <pc:cxnChg chg="add mod">
          <ac:chgData name="Sebastian Andres Ulloa Quezada" userId="e3cba82caada5b63" providerId="LiveId" clId="{12BD165B-28B0-46EA-ADC8-4965A04BE316}" dt="2022-06-11T22:14:43.553" v="245" actId="14100"/>
          <ac:cxnSpMkLst>
            <pc:docMk/>
            <pc:sldMk cId="3120710014" sldId="860"/>
            <ac:cxnSpMk id="17" creationId="{FA5863C2-6085-8AB6-6F82-715BFA24A080}"/>
          </ac:cxnSpMkLst>
        </pc:cxnChg>
        <pc:cxnChg chg="add mod">
          <ac:chgData name="Sebastian Andres Ulloa Quezada" userId="e3cba82caada5b63" providerId="LiveId" clId="{12BD165B-28B0-46EA-ADC8-4965A04BE316}" dt="2022-06-11T22:14:49.810" v="248" actId="14100"/>
          <ac:cxnSpMkLst>
            <pc:docMk/>
            <pc:sldMk cId="3120710014" sldId="860"/>
            <ac:cxnSpMk id="20" creationId="{2F980FC6-5A8C-AB52-F557-E4296C944E1F}"/>
          </ac:cxnSpMkLst>
        </pc:cxnChg>
        <pc:cxnChg chg="add mod">
          <ac:chgData name="Sebastian Andres Ulloa Quezada" userId="e3cba82caada5b63" providerId="LiveId" clId="{12BD165B-28B0-46EA-ADC8-4965A04BE316}" dt="2022-06-11T22:14:54.939" v="251" actId="14100"/>
          <ac:cxnSpMkLst>
            <pc:docMk/>
            <pc:sldMk cId="3120710014" sldId="860"/>
            <ac:cxnSpMk id="23" creationId="{D79BF4FB-1A54-5CFF-5017-182A0AF2624D}"/>
          </ac:cxnSpMkLst>
        </pc:cxnChg>
        <pc:cxnChg chg="add mod">
          <ac:chgData name="Sebastian Andres Ulloa Quezada" userId="e3cba82caada5b63" providerId="LiveId" clId="{12BD165B-28B0-46EA-ADC8-4965A04BE316}" dt="2022-06-11T22:15:00.072" v="254" actId="14100"/>
          <ac:cxnSpMkLst>
            <pc:docMk/>
            <pc:sldMk cId="3120710014" sldId="860"/>
            <ac:cxnSpMk id="26" creationId="{701BDBFD-93AA-A33E-1602-3841CDB80A34}"/>
          </ac:cxnSpMkLst>
        </pc:cxnChg>
        <pc:cxnChg chg="add mod">
          <ac:chgData name="Sebastian Andres Ulloa Quezada" userId="e3cba82caada5b63" providerId="LiveId" clId="{12BD165B-28B0-46EA-ADC8-4965A04BE316}" dt="2022-06-11T22:15:07.745" v="257" actId="14100"/>
          <ac:cxnSpMkLst>
            <pc:docMk/>
            <pc:sldMk cId="3120710014" sldId="860"/>
            <ac:cxnSpMk id="29" creationId="{42717228-D4BB-01CA-06FD-286F24117A20}"/>
          </ac:cxnSpMkLst>
        </pc:cxnChg>
        <pc:cxnChg chg="add mod">
          <ac:chgData name="Sebastian Andres Ulloa Quezada" userId="e3cba82caada5b63" providerId="LiveId" clId="{12BD165B-28B0-46EA-ADC8-4965A04BE316}" dt="2022-06-11T22:15:24.820" v="260" actId="14100"/>
          <ac:cxnSpMkLst>
            <pc:docMk/>
            <pc:sldMk cId="3120710014" sldId="860"/>
            <ac:cxnSpMk id="32" creationId="{0A1A4477-29CC-ADF6-A194-44324901B864}"/>
          </ac:cxnSpMkLst>
        </pc:cxnChg>
        <pc:cxnChg chg="add mod">
          <ac:chgData name="Sebastian Andres Ulloa Quezada" userId="e3cba82caada5b63" providerId="LiveId" clId="{12BD165B-28B0-46EA-ADC8-4965A04BE316}" dt="2022-06-11T22:15:32.283" v="263" actId="14100"/>
          <ac:cxnSpMkLst>
            <pc:docMk/>
            <pc:sldMk cId="3120710014" sldId="860"/>
            <ac:cxnSpMk id="35" creationId="{69CFCA8B-BFE1-371C-6D0D-5C733AEC0C64}"/>
          </ac:cxnSpMkLst>
        </pc:cxnChg>
        <pc:cxnChg chg="add mod">
          <ac:chgData name="Sebastian Andres Ulloa Quezada" userId="e3cba82caada5b63" providerId="LiveId" clId="{12BD165B-28B0-46EA-ADC8-4965A04BE316}" dt="2022-06-11T22:15:38.578" v="266" actId="14100"/>
          <ac:cxnSpMkLst>
            <pc:docMk/>
            <pc:sldMk cId="3120710014" sldId="860"/>
            <ac:cxnSpMk id="38" creationId="{64AA6ACC-6F80-9561-1C97-10001570F304}"/>
          </ac:cxnSpMkLst>
        </pc:cxnChg>
        <pc:cxnChg chg="add mod">
          <ac:chgData name="Sebastian Andres Ulloa Quezada" userId="e3cba82caada5b63" providerId="LiveId" clId="{12BD165B-28B0-46EA-ADC8-4965A04BE316}" dt="2022-06-11T22:15:51.289" v="269" actId="14100"/>
          <ac:cxnSpMkLst>
            <pc:docMk/>
            <pc:sldMk cId="3120710014" sldId="860"/>
            <ac:cxnSpMk id="41" creationId="{F662394B-79EF-A873-9B11-702CDE831E55}"/>
          </ac:cxnSpMkLst>
        </pc:cxnChg>
        <pc:cxnChg chg="add mod">
          <ac:chgData name="Sebastian Andres Ulloa Quezada" userId="e3cba82caada5b63" providerId="LiveId" clId="{12BD165B-28B0-46EA-ADC8-4965A04BE316}" dt="2022-06-11T22:15:56.154" v="272" actId="14100"/>
          <ac:cxnSpMkLst>
            <pc:docMk/>
            <pc:sldMk cId="3120710014" sldId="860"/>
            <ac:cxnSpMk id="44" creationId="{70278BD4-EEE9-080C-9F2D-7996DAAF8077}"/>
          </ac:cxnSpMkLst>
        </pc:cxnChg>
        <pc:cxnChg chg="add mod">
          <ac:chgData name="Sebastian Andres Ulloa Quezada" userId="e3cba82caada5b63" providerId="LiveId" clId="{12BD165B-28B0-46EA-ADC8-4965A04BE316}" dt="2022-06-11T22:16:00.530" v="275" actId="14100"/>
          <ac:cxnSpMkLst>
            <pc:docMk/>
            <pc:sldMk cId="3120710014" sldId="860"/>
            <ac:cxnSpMk id="47" creationId="{F7485BC7-0F66-EE2D-AB00-34825B8A3163}"/>
          </ac:cxnSpMkLst>
        </pc:cxnChg>
      </pc:sldChg>
      <pc:sldChg chg="delSp new mod">
        <pc:chgData name="Sebastian Andres Ulloa Quezada" userId="e3cba82caada5b63" providerId="LiveId" clId="{12BD165B-28B0-46EA-ADC8-4965A04BE316}" dt="2022-06-11T22:49:05.893" v="278" actId="478"/>
        <pc:sldMkLst>
          <pc:docMk/>
          <pc:sldMk cId="1603740505" sldId="861"/>
        </pc:sldMkLst>
        <pc:spChg chg="del">
          <ac:chgData name="Sebastian Andres Ulloa Quezada" userId="e3cba82caada5b63" providerId="LiveId" clId="{12BD165B-28B0-46EA-ADC8-4965A04BE316}" dt="2022-06-11T22:49:05.893" v="278" actId="478"/>
          <ac:spMkLst>
            <pc:docMk/>
            <pc:sldMk cId="1603740505" sldId="861"/>
            <ac:spMk id="2" creationId="{D7AB8E90-CA28-6B90-641A-D72031F03D0A}"/>
          </ac:spMkLst>
        </pc:spChg>
        <pc:spChg chg="del">
          <ac:chgData name="Sebastian Andres Ulloa Quezada" userId="e3cba82caada5b63" providerId="LiveId" clId="{12BD165B-28B0-46EA-ADC8-4965A04BE316}" dt="2022-06-11T22:49:04.451" v="277" actId="478"/>
          <ac:spMkLst>
            <pc:docMk/>
            <pc:sldMk cId="1603740505" sldId="861"/>
            <ac:spMk id="3" creationId="{ECBFBB48-27E0-F725-DFE6-90595FC82DDC}"/>
          </ac:spMkLst>
        </pc:spChg>
      </pc:sldChg>
      <pc:sldChg chg="add del">
        <pc:chgData name="Sebastian Andres Ulloa Quezada" userId="e3cba82caada5b63" providerId="LiveId" clId="{12BD165B-28B0-46EA-ADC8-4965A04BE316}" dt="2022-06-11T05:09:25.959" v="121" actId="47"/>
        <pc:sldMkLst>
          <pc:docMk/>
          <pc:sldMk cId="2044849922" sldId="863"/>
        </pc:sldMkLst>
      </pc:sldChg>
      <pc:sldChg chg="add del">
        <pc:chgData name="Sebastian Andres Ulloa Quezada" userId="e3cba82caada5b63" providerId="LiveId" clId="{12BD165B-28B0-46EA-ADC8-4965A04BE316}" dt="2022-06-11T05:08:09.836" v="105" actId="47"/>
        <pc:sldMkLst>
          <pc:docMk/>
          <pc:sldMk cId="944486292" sldId="864"/>
        </pc:sldMkLst>
      </pc:sldChg>
      <pc:sldChg chg="addSp delSp modSp new del mod">
        <pc:chgData name="Sebastian Andres Ulloa Quezada" userId="e3cba82caada5b63" providerId="LiveId" clId="{12BD165B-28B0-46EA-ADC8-4965A04BE316}" dt="2022-06-11T05:09:21.691" v="120" actId="47"/>
        <pc:sldMkLst>
          <pc:docMk/>
          <pc:sldMk cId="1510672659" sldId="864"/>
        </pc:sldMkLst>
        <pc:spChg chg="del">
          <ac:chgData name="Sebastian Andres Ulloa Quezada" userId="e3cba82caada5b63" providerId="LiveId" clId="{12BD165B-28B0-46EA-ADC8-4965A04BE316}" dt="2022-06-11T05:09:04.105" v="119" actId="478"/>
          <ac:spMkLst>
            <pc:docMk/>
            <pc:sldMk cId="1510672659" sldId="864"/>
            <ac:spMk id="2" creationId="{9DB825F0-0A55-4A0E-EE6C-2F02A01BEB4C}"/>
          </ac:spMkLst>
        </pc:spChg>
        <pc:picChg chg="add mod modCrop">
          <ac:chgData name="Sebastian Andres Ulloa Quezada" userId="e3cba82caada5b63" providerId="LiveId" clId="{12BD165B-28B0-46EA-ADC8-4965A04BE316}" dt="2022-06-11T05:08:41.785" v="113" actId="1076"/>
          <ac:picMkLst>
            <pc:docMk/>
            <pc:sldMk cId="1510672659" sldId="864"/>
            <ac:picMk id="3" creationId="{46219DCC-CEE6-444F-9018-D1DE95179922}"/>
          </ac:picMkLst>
        </pc:picChg>
        <pc:picChg chg="add mod modCrop">
          <ac:chgData name="Sebastian Andres Ulloa Quezada" userId="e3cba82caada5b63" providerId="LiveId" clId="{12BD165B-28B0-46EA-ADC8-4965A04BE316}" dt="2022-06-11T05:09:01.529" v="118" actId="1076"/>
          <ac:picMkLst>
            <pc:docMk/>
            <pc:sldMk cId="1510672659" sldId="864"/>
            <ac:picMk id="4" creationId="{46219DCC-CEE6-444F-9018-D1DE95179922}"/>
          </ac:picMkLst>
        </pc:picChg>
      </pc:sldChg>
      <pc:sldMasterChg chg="delSldLayout">
        <pc:chgData name="Sebastian Andres Ulloa Quezada" userId="e3cba82caada5b63" providerId="LiveId" clId="{12BD165B-28B0-46EA-ADC8-4965A04BE316}" dt="2022-06-11T05:21:24.417" v="152" actId="47"/>
        <pc:sldMasterMkLst>
          <pc:docMk/>
          <pc:sldMasterMk cId="3367451103" sldId="2147483648"/>
        </pc:sldMasterMkLst>
        <pc:sldLayoutChg chg="del">
          <pc:chgData name="Sebastian Andres Ulloa Quezada" userId="e3cba82caada5b63" providerId="LiveId" clId="{12BD165B-28B0-46EA-ADC8-4965A04BE316}" dt="2022-06-11T05:21:24.417" v="152" actId="47"/>
          <pc:sldLayoutMkLst>
            <pc:docMk/>
            <pc:sldMasterMk cId="3367451103" sldId="2147483648"/>
            <pc:sldLayoutMk cId="2601239798" sldId="2147483660"/>
          </pc:sldLayoutMkLst>
        </pc:sldLayoutChg>
      </pc:sldMasterChg>
    </pc:docChg>
  </pc:docChgLst>
  <pc:docChgLst>
    <pc:chgData name="Sebastian Andres Ulloa Quezada" userId="e3cba82caada5b63" providerId="LiveId" clId="{14418627-0181-4483-85E4-3BD2A40B9D5E}"/>
    <pc:docChg chg="undo custSel addSld delSld modSld sldOrd">
      <pc:chgData name="Sebastian Andres Ulloa Quezada" userId="e3cba82caada5b63" providerId="LiveId" clId="{14418627-0181-4483-85E4-3BD2A40B9D5E}" dt="2022-06-24T21:41:08.423" v="718" actId="20577"/>
      <pc:docMkLst>
        <pc:docMk/>
      </pc:docMkLst>
      <pc:sldChg chg="modSp">
        <pc:chgData name="Sebastian Andres Ulloa Quezada" userId="e3cba82caada5b63" providerId="LiveId" clId="{14418627-0181-4483-85E4-3BD2A40B9D5E}" dt="2022-06-23T13:58:18.279" v="1" actId="20577"/>
        <pc:sldMkLst>
          <pc:docMk/>
          <pc:sldMk cId="488143113" sldId="257"/>
        </pc:sldMkLst>
        <pc:spChg chg="mod">
          <ac:chgData name="Sebastian Andres Ulloa Quezada" userId="e3cba82caada5b63" providerId="LiveId" clId="{14418627-0181-4483-85E4-3BD2A40B9D5E}" dt="2022-06-23T13:58:18.279" v="1" actId="20577"/>
          <ac:spMkLst>
            <pc:docMk/>
            <pc:sldMk cId="488143113" sldId="257"/>
            <ac:spMk id="4" creationId="{4827A918-39AC-44E7-8C06-EF719EF149C0}"/>
          </ac:spMkLst>
        </pc:spChg>
      </pc:sldChg>
      <pc:sldChg chg="delSp modSp add mod">
        <pc:chgData name="Sebastian Andres Ulloa Quezada" userId="e3cba82caada5b63" providerId="LiveId" clId="{14418627-0181-4483-85E4-3BD2A40B9D5E}" dt="2022-06-23T15:04:59.477" v="16" actId="120"/>
        <pc:sldMkLst>
          <pc:docMk/>
          <pc:sldMk cId="0" sldId="267"/>
        </pc:sldMkLst>
        <pc:spChg chg="mod">
          <ac:chgData name="Sebastian Andres Ulloa Quezada" userId="e3cba82caada5b63" providerId="LiveId" clId="{14418627-0181-4483-85E4-3BD2A40B9D5E}" dt="2022-06-23T15:04:48.761" v="14" actId="2711"/>
          <ac:spMkLst>
            <pc:docMk/>
            <pc:sldMk cId="0" sldId="267"/>
            <ac:spMk id="293" creationId="{00000000-0000-0000-0000-000000000000}"/>
          </ac:spMkLst>
        </pc:spChg>
        <pc:spChg chg="mod">
          <ac:chgData name="Sebastian Andres Ulloa Quezada" userId="e3cba82caada5b63" providerId="LiveId" clId="{14418627-0181-4483-85E4-3BD2A40B9D5E}" dt="2022-06-23T15:04:59.477" v="16" actId="120"/>
          <ac:spMkLst>
            <pc:docMk/>
            <pc:sldMk cId="0" sldId="267"/>
            <ac:spMk id="294" creationId="{00000000-0000-0000-0000-000000000000}"/>
          </ac:spMkLst>
        </pc:spChg>
        <pc:picChg chg="del">
          <ac:chgData name="Sebastian Andres Ulloa Quezada" userId="e3cba82caada5b63" providerId="LiveId" clId="{14418627-0181-4483-85E4-3BD2A40B9D5E}" dt="2022-06-23T15:04:50.721" v="15" actId="478"/>
          <ac:picMkLst>
            <pc:docMk/>
            <pc:sldMk cId="0" sldId="267"/>
            <ac:picMk id="292" creationId="{00000000-0000-0000-0000-000000000000}"/>
          </ac:picMkLst>
        </pc:picChg>
      </pc:sldChg>
      <pc:sldChg chg="add del setBg modNotes">
        <pc:chgData name="Sebastian Andres Ulloa Quezada" userId="e3cba82caada5b63" providerId="LiveId" clId="{14418627-0181-4483-85E4-3BD2A40B9D5E}" dt="2022-06-23T14:32:08.499" v="6" actId="47"/>
        <pc:sldMkLst>
          <pc:docMk/>
          <pc:sldMk cId="0" sldId="268"/>
        </pc:sldMkLst>
      </pc:sldChg>
      <pc:sldChg chg="addSp delSp modSp add del mod">
        <pc:chgData name="Sebastian Andres Ulloa Quezada" userId="e3cba82caada5b63" providerId="LiveId" clId="{14418627-0181-4483-85E4-3BD2A40B9D5E}" dt="2022-06-23T15:05:22.215" v="29" actId="20577"/>
        <pc:sldMkLst>
          <pc:docMk/>
          <pc:sldMk cId="0" sldId="269"/>
        </pc:sldMkLst>
        <pc:spChg chg="mod">
          <ac:chgData name="Sebastian Andres Ulloa Quezada" userId="e3cba82caada5b63" providerId="LiveId" clId="{14418627-0181-4483-85E4-3BD2A40B9D5E}" dt="2022-06-23T15:05:22.215" v="29" actId="20577"/>
          <ac:spMkLst>
            <pc:docMk/>
            <pc:sldMk cId="0" sldId="269"/>
            <ac:spMk id="308" creationId="{00000000-0000-0000-0000-000000000000}"/>
          </ac:spMkLst>
        </pc:spChg>
        <pc:spChg chg="add del mod">
          <ac:chgData name="Sebastian Andres Ulloa Quezada" userId="e3cba82caada5b63" providerId="LiveId" clId="{14418627-0181-4483-85E4-3BD2A40B9D5E}" dt="2022-06-23T15:05:11.935" v="23" actId="108"/>
          <ac:spMkLst>
            <pc:docMk/>
            <pc:sldMk cId="0" sldId="269"/>
            <ac:spMk id="309" creationId="{00000000-0000-0000-0000-000000000000}"/>
          </ac:spMkLst>
        </pc:spChg>
        <pc:picChg chg="del mod">
          <ac:chgData name="Sebastian Andres Ulloa Quezada" userId="e3cba82caada5b63" providerId="LiveId" clId="{14418627-0181-4483-85E4-3BD2A40B9D5E}" dt="2022-06-23T15:05:18.485" v="26" actId="478"/>
          <ac:picMkLst>
            <pc:docMk/>
            <pc:sldMk cId="0" sldId="269"/>
            <ac:picMk id="306" creationId="{00000000-0000-0000-0000-000000000000}"/>
          </ac:picMkLst>
        </pc:picChg>
      </pc:sldChg>
      <pc:sldChg chg="delSp modSp add del mod setBg">
        <pc:chgData name="Sebastian Andres Ulloa Quezada" userId="e3cba82caada5b63" providerId="LiveId" clId="{14418627-0181-4483-85E4-3BD2A40B9D5E}" dt="2022-06-23T15:05:43.881" v="33" actId="478"/>
        <pc:sldMkLst>
          <pc:docMk/>
          <pc:sldMk cId="0" sldId="270"/>
        </pc:sldMkLst>
        <pc:spChg chg="mod">
          <ac:chgData name="Sebastian Andres Ulloa Quezada" userId="e3cba82caada5b63" providerId="LiveId" clId="{14418627-0181-4483-85E4-3BD2A40B9D5E}" dt="2022-06-23T15:05:41.636" v="32" actId="108"/>
          <ac:spMkLst>
            <pc:docMk/>
            <pc:sldMk cId="0" sldId="270"/>
            <ac:spMk id="316" creationId="{00000000-0000-0000-0000-000000000000}"/>
          </ac:spMkLst>
        </pc:spChg>
        <pc:picChg chg="del">
          <ac:chgData name="Sebastian Andres Ulloa Quezada" userId="e3cba82caada5b63" providerId="LiveId" clId="{14418627-0181-4483-85E4-3BD2A40B9D5E}" dt="2022-06-23T15:05:43.881" v="33" actId="478"/>
          <ac:picMkLst>
            <pc:docMk/>
            <pc:sldMk cId="0" sldId="270"/>
            <ac:picMk id="314" creationId="{00000000-0000-0000-0000-000000000000}"/>
          </ac:picMkLst>
        </pc:picChg>
      </pc:sldChg>
      <pc:sldChg chg="add del setBg modNotes">
        <pc:chgData name="Sebastian Andres Ulloa Quezada" userId="e3cba82caada5b63" providerId="LiveId" clId="{14418627-0181-4483-85E4-3BD2A40B9D5E}" dt="2022-06-23T15:05:46.252" v="34" actId="47"/>
        <pc:sldMkLst>
          <pc:docMk/>
          <pc:sldMk cId="0" sldId="271"/>
        </pc:sldMkLst>
      </pc:sldChg>
      <pc:sldChg chg="addSp delSp modSp add del mod">
        <pc:chgData name="Sebastian Andres Ulloa Quezada" userId="e3cba82caada5b63" providerId="LiveId" clId="{14418627-0181-4483-85E4-3BD2A40B9D5E}" dt="2022-06-23T15:06:35.943" v="45" actId="47"/>
        <pc:sldMkLst>
          <pc:docMk/>
          <pc:sldMk cId="0" sldId="272"/>
        </pc:sldMkLst>
        <pc:spChg chg="add mod">
          <ac:chgData name="Sebastian Andres Ulloa Quezada" userId="e3cba82caada5b63" providerId="LiveId" clId="{14418627-0181-4483-85E4-3BD2A40B9D5E}" dt="2022-06-23T15:06:24.359" v="42" actId="1076"/>
          <ac:spMkLst>
            <pc:docMk/>
            <pc:sldMk cId="0" sldId="272"/>
            <ac:spMk id="5" creationId="{95815677-217C-EA29-788F-B2EE066E8A88}"/>
          </ac:spMkLst>
        </pc:spChg>
        <pc:spChg chg="mod">
          <ac:chgData name="Sebastian Andres Ulloa Quezada" userId="e3cba82caada5b63" providerId="LiveId" clId="{14418627-0181-4483-85E4-3BD2A40B9D5E}" dt="2022-06-23T15:06:26.747" v="43" actId="1076"/>
          <ac:spMkLst>
            <pc:docMk/>
            <pc:sldMk cId="0" sldId="272"/>
            <ac:spMk id="328" creationId="{00000000-0000-0000-0000-000000000000}"/>
          </ac:spMkLst>
        </pc:spChg>
        <pc:picChg chg="del">
          <ac:chgData name="Sebastian Andres Ulloa Quezada" userId="e3cba82caada5b63" providerId="LiveId" clId="{14418627-0181-4483-85E4-3BD2A40B9D5E}" dt="2022-06-23T15:06:27.977" v="44" actId="478"/>
          <ac:picMkLst>
            <pc:docMk/>
            <pc:sldMk cId="0" sldId="272"/>
            <ac:picMk id="327" creationId="{00000000-0000-0000-0000-000000000000}"/>
          </ac:picMkLst>
        </pc:picChg>
      </pc:sldChg>
      <pc:sldChg chg="delSp modSp add del mod">
        <pc:chgData name="Sebastian Andres Ulloa Quezada" userId="e3cba82caada5b63" providerId="LiveId" clId="{14418627-0181-4483-85E4-3BD2A40B9D5E}" dt="2022-06-23T15:07:04.240" v="51" actId="478"/>
        <pc:sldMkLst>
          <pc:docMk/>
          <pc:sldMk cId="0" sldId="273"/>
        </pc:sldMkLst>
        <pc:spChg chg="mod">
          <ac:chgData name="Sebastian Andres Ulloa Quezada" userId="e3cba82caada5b63" providerId="LiveId" clId="{14418627-0181-4483-85E4-3BD2A40B9D5E}" dt="2022-06-23T15:07:00.240" v="49" actId="2711"/>
          <ac:spMkLst>
            <pc:docMk/>
            <pc:sldMk cId="0" sldId="273"/>
            <ac:spMk id="333" creationId="{00000000-0000-0000-0000-000000000000}"/>
          </ac:spMkLst>
        </pc:spChg>
        <pc:picChg chg="del mod">
          <ac:chgData name="Sebastian Andres Ulloa Quezada" userId="e3cba82caada5b63" providerId="LiveId" clId="{14418627-0181-4483-85E4-3BD2A40B9D5E}" dt="2022-06-23T15:07:04.240" v="51" actId="478"/>
          <ac:picMkLst>
            <pc:docMk/>
            <pc:sldMk cId="0" sldId="273"/>
            <ac:picMk id="336" creationId="{00000000-0000-0000-0000-000000000000}"/>
          </ac:picMkLst>
        </pc:picChg>
      </pc:sldChg>
      <pc:sldChg chg="add del setBg modNotes">
        <pc:chgData name="Sebastian Andres Ulloa Quezada" userId="e3cba82caada5b63" providerId="LiveId" clId="{14418627-0181-4483-85E4-3BD2A40B9D5E}" dt="2022-06-23T14:32:38.821" v="7" actId="47"/>
        <pc:sldMkLst>
          <pc:docMk/>
          <pc:sldMk cId="0" sldId="274"/>
        </pc:sldMkLst>
      </pc:sldChg>
      <pc:sldChg chg="delSp modSp add del mod setBg">
        <pc:chgData name="Sebastian Andres Ulloa Quezada" userId="e3cba82caada5b63" providerId="LiveId" clId="{14418627-0181-4483-85E4-3BD2A40B9D5E}" dt="2022-06-23T15:07:18.484" v="53" actId="2711"/>
        <pc:sldMkLst>
          <pc:docMk/>
          <pc:sldMk cId="0" sldId="275"/>
        </pc:sldMkLst>
        <pc:spChg chg="mod">
          <ac:chgData name="Sebastian Andres Ulloa Quezada" userId="e3cba82caada5b63" providerId="LiveId" clId="{14418627-0181-4483-85E4-3BD2A40B9D5E}" dt="2022-06-23T15:07:18.484" v="53" actId="2711"/>
          <ac:spMkLst>
            <pc:docMk/>
            <pc:sldMk cId="0" sldId="275"/>
            <ac:spMk id="348" creationId="{00000000-0000-0000-0000-000000000000}"/>
          </ac:spMkLst>
        </pc:spChg>
        <pc:picChg chg="del">
          <ac:chgData name="Sebastian Andres Ulloa Quezada" userId="e3cba82caada5b63" providerId="LiveId" clId="{14418627-0181-4483-85E4-3BD2A40B9D5E}" dt="2022-06-23T15:07:11.159" v="52" actId="478"/>
          <ac:picMkLst>
            <pc:docMk/>
            <pc:sldMk cId="0" sldId="275"/>
            <ac:picMk id="347" creationId="{00000000-0000-0000-0000-000000000000}"/>
          </ac:picMkLst>
        </pc:picChg>
      </pc:sldChg>
      <pc:sldChg chg="add del setBg modNotes">
        <pc:chgData name="Sebastian Andres Ulloa Quezada" userId="e3cba82caada5b63" providerId="LiveId" clId="{14418627-0181-4483-85E4-3BD2A40B9D5E}" dt="2022-06-23T14:32:41.143" v="8" actId="47"/>
        <pc:sldMkLst>
          <pc:docMk/>
          <pc:sldMk cId="0" sldId="276"/>
        </pc:sldMkLst>
      </pc:sldChg>
      <pc:sldChg chg="delSp modSp add del mod">
        <pc:chgData name="Sebastian Andres Ulloa Quezada" userId="e3cba82caada5b63" providerId="LiveId" clId="{14418627-0181-4483-85E4-3BD2A40B9D5E}" dt="2022-06-23T15:08:00.405" v="56" actId="478"/>
        <pc:sldMkLst>
          <pc:docMk/>
          <pc:sldMk cId="0" sldId="277"/>
        </pc:sldMkLst>
        <pc:spChg chg="mod">
          <ac:chgData name="Sebastian Andres Ulloa Quezada" userId="e3cba82caada5b63" providerId="LiveId" clId="{14418627-0181-4483-85E4-3BD2A40B9D5E}" dt="2022-06-23T15:07:47.293" v="54" actId="108"/>
          <ac:spMkLst>
            <pc:docMk/>
            <pc:sldMk cId="0" sldId="277"/>
            <ac:spMk id="360" creationId="{00000000-0000-0000-0000-000000000000}"/>
          </ac:spMkLst>
        </pc:spChg>
        <pc:spChg chg="mod">
          <ac:chgData name="Sebastian Andres Ulloa Quezada" userId="e3cba82caada5b63" providerId="LiveId" clId="{14418627-0181-4483-85E4-3BD2A40B9D5E}" dt="2022-06-23T15:07:57.836" v="55" actId="2711"/>
          <ac:spMkLst>
            <pc:docMk/>
            <pc:sldMk cId="0" sldId="277"/>
            <ac:spMk id="361" creationId="{00000000-0000-0000-0000-000000000000}"/>
          </ac:spMkLst>
        </pc:spChg>
        <pc:picChg chg="del">
          <ac:chgData name="Sebastian Andres Ulloa Quezada" userId="e3cba82caada5b63" providerId="LiveId" clId="{14418627-0181-4483-85E4-3BD2A40B9D5E}" dt="2022-06-23T15:08:00.405" v="56" actId="478"/>
          <ac:picMkLst>
            <pc:docMk/>
            <pc:sldMk cId="0" sldId="277"/>
            <ac:picMk id="359" creationId="{00000000-0000-0000-0000-000000000000}"/>
          </ac:picMkLst>
        </pc:picChg>
      </pc:sldChg>
      <pc:sldChg chg="delSp modSp add mod">
        <pc:chgData name="Sebastian Andres Ulloa Quezada" userId="e3cba82caada5b63" providerId="LiveId" clId="{14418627-0181-4483-85E4-3BD2A40B9D5E}" dt="2022-06-23T15:09:03.078" v="66" actId="1076"/>
        <pc:sldMkLst>
          <pc:docMk/>
          <pc:sldMk cId="0" sldId="278"/>
        </pc:sldMkLst>
        <pc:spChg chg="mod">
          <ac:chgData name="Sebastian Andres Ulloa Quezada" userId="e3cba82caada5b63" providerId="LiveId" clId="{14418627-0181-4483-85E4-3BD2A40B9D5E}" dt="2022-06-23T15:09:03.078" v="66" actId="1076"/>
          <ac:spMkLst>
            <pc:docMk/>
            <pc:sldMk cId="0" sldId="278"/>
            <ac:spMk id="367" creationId="{00000000-0000-0000-0000-000000000000}"/>
          </ac:spMkLst>
        </pc:spChg>
        <pc:spChg chg="mod">
          <ac:chgData name="Sebastian Andres Ulloa Quezada" userId="e3cba82caada5b63" providerId="LiveId" clId="{14418627-0181-4483-85E4-3BD2A40B9D5E}" dt="2022-06-23T15:08:17.437" v="58" actId="2711"/>
          <ac:spMkLst>
            <pc:docMk/>
            <pc:sldMk cId="0" sldId="278"/>
            <ac:spMk id="368" creationId="{00000000-0000-0000-0000-000000000000}"/>
          </ac:spMkLst>
        </pc:spChg>
        <pc:spChg chg="del">
          <ac:chgData name="Sebastian Andres Ulloa Quezada" userId="e3cba82caada5b63" providerId="LiveId" clId="{14418627-0181-4483-85E4-3BD2A40B9D5E}" dt="2022-06-23T15:08:26.444" v="60" actId="478"/>
          <ac:spMkLst>
            <pc:docMk/>
            <pc:sldMk cId="0" sldId="278"/>
            <ac:spMk id="369" creationId="{00000000-0000-0000-0000-000000000000}"/>
          </ac:spMkLst>
        </pc:spChg>
        <pc:picChg chg="del">
          <ac:chgData name="Sebastian Andres Ulloa Quezada" userId="e3cba82caada5b63" providerId="LiveId" clId="{14418627-0181-4483-85E4-3BD2A40B9D5E}" dt="2022-06-23T15:08:24.485" v="59" actId="478"/>
          <ac:picMkLst>
            <pc:docMk/>
            <pc:sldMk cId="0" sldId="278"/>
            <ac:picMk id="366" creationId="{00000000-0000-0000-0000-000000000000}"/>
          </ac:picMkLst>
        </pc:picChg>
      </pc:sldChg>
      <pc:sldChg chg="add del">
        <pc:chgData name="Sebastian Andres Ulloa Quezada" userId="e3cba82caada5b63" providerId="LiveId" clId="{14418627-0181-4483-85E4-3BD2A40B9D5E}" dt="2022-06-23T15:08:37.136" v="61" actId="47"/>
        <pc:sldMkLst>
          <pc:docMk/>
          <pc:sldMk cId="0" sldId="279"/>
        </pc:sldMkLst>
      </pc:sldChg>
      <pc:sldChg chg="add del">
        <pc:chgData name="Sebastian Andres Ulloa Quezada" userId="e3cba82caada5b63" providerId="LiveId" clId="{14418627-0181-4483-85E4-3BD2A40B9D5E}" dt="2022-06-23T15:08:37.774" v="62" actId="47"/>
        <pc:sldMkLst>
          <pc:docMk/>
          <pc:sldMk cId="0" sldId="280"/>
        </pc:sldMkLst>
      </pc:sldChg>
      <pc:sldChg chg="add del">
        <pc:chgData name="Sebastian Andres Ulloa Quezada" userId="e3cba82caada5b63" providerId="LiveId" clId="{14418627-0181-4483-85E4-3BD2A40B9D5E}" dt="2022-06-23T15:08:38.672" v="63" actId="47"/>
        <pc:sldMkLst>
          <pc:docMk/>
          <pc:sldMk cId="0" sldId="281"/>
        </pc:sldMkLst>
      </pc:sldChg>
      <pc:sldChg chg="addSp delSp modSp add mod">
        <pc:chgData name="Sebastian Andres Ulloa Quezada" userId="e3cba82caada5b63" providerId="LiveId" clId="{14418627-0181-4483-85E4-3BD2A40B9D5E}" dt="2022-06-23T15:09:34.327" v="74" actId="571"/>
        <pc:sldMkLst>
          <pc:docMk/>
          <pc:sldMk cId="0" sldId="282"/>
        </pc:sldMkLst>
        <pc:spChg chg="add mod">
          <ac:chgData name="Sebastian Andres Ulloa Quezada" userId="e3cba82caada5b63" providerId="LiveId" clId="{14418627-0181-4483-85E4-3BD2A40B9D5E}" dt="2022-06-23T15:09:34.327" v="74" actId="571"/>
          <ac:spMkLst>
            <pc:docMk/>
            <pc:sldMk cId="0" sldId="282"/>
            <ac:spMk id="6" creationId="{E76ED8E5-7D9E-CD4B-6EA0-D349E5F69B47}"/>
          </ac:spMkLst>
        </pc:spChg>
        <pc:spChg chg="add del mod">
          <ac:chgData name="Sebastian Andres Ulloa Quezada" userId="e3cba82caada5b63" providerId="LiveId" clId="{14418627-0181-4483-85E4-3BD2A40B9D5E}" dt="2022-06-23T15:09:32.731" v="72" actId="21"/>
          <ac:spMkLst>
            <pc:docMk/>
            <pc:sldMk cId="0" sldId="282"/>
            <ac:spMk id="399" creationId="{00000000-0000-0000-0000-000000000000}"/>
          </ac:spMkLst>
        </pc:spChg>
        <pc:spChg chg="mod">
          <ac:chgData name="Sebastian Andres Ulloa Quezada" userId="e3cba82caada5b63" providerId="LiveId" clId="{14418627-0181-4483-85E4-3BD2A40B9D5E}" dt="2022-06-23T15:08:55.118" v="64" actId="2711"/>
          <ac:spMkLst>
            <pc:docMk/>
            <pc:sldMk cId="0" sldId="282"/>
            <ac:spMk id="400" creationId="{00000000-0000-0000-0000-000000000000}"/>
          </ac:spMkLst>
        </pc:spChg>
        <pc:picChg chg="del">
          <ac:chgData name="Sebastian Andres Ulloa Quezada" userId="e3cba82caada5b63" providerId="LiveId" clId="{14418627-0181-4483-85E4-3BD2A40B9D5E}" dt="2022-06-23T15:09:14.407" v="68" actId="478"/>
          <ac:picMkLst>
            <pc:docMk/>
            <pc:sldMk cId="0" sldId="282"/>
            <ac:picMk id="398" creationId="{00000000-0000-0000-0000-000000000000}"/>
          </ac:picMkLst>
        </pc:picChg>
      </pc:sldChg>
      <pc:sldChg chg="delSp modSp add mod">
        <pc:chgData name="Sebastian Andres Ulloa Quezada" userId="e3cba82caada5b63" providerId="LiveId" clId="{14418627-0181-4483-85E4-3BD2A40B9D5E}" dt="2022-06-24T16:57:04.291" v="287" actId="108"/>
        <pc:sldMkLst>
          <pc:docMk/>
          <pc:sldMk cId="0" sldId="283"/>
        </pc:sldMkLst>
        <pc:spChg chg="mod">
          <ac:chgData name="Sebastian Andres Ulloa Quezada" userId="e3cba82caada5b63" providerId="LiveId" clId="{14418627-0181-4483-85E4-3BD2A40B9D5E}" dt="2022-06-24T16:57:04.291" v="287" actId="108"/>
          <ac:spMkLst>
            <pc:docMk/>
            <pc:sldMk cId="0" sldId="283"/>
            <ac:spMk id="407" creationId="{00000000-0000-0000-0000-000000000000}"/>
          </ac:spMkLst>
        </pc:spChg>
        <pc:spChg chg="mod">
          <ac:chgData name="Sebastian Andres Ulloa Quezada" userId="e3cba82caada5b63" providerId="LiveId" clId="{14418627-0181-4483-85E4-3BD2A40B9D5E}" dt="2022-06-23T15:09:21.118" v="69" actId="2711"/>
          <ac:spMkLst>
            <pc:docMk/>
            <pc:sldMk cId="0" sldId="283"/>
            <ac:spMk id="409" creationId="{00000000-0000-0000-0000-000000000000}"/>
          </ac:spMkLst>
        </pc:spChg>
        <pc:picChg chg="del">
          <ac:chgData name="Sebastian Andres Ulloa Quezada" userId="e3cba82caada5b63" providerId="LiveId" clId="{14418627-0181-4483-85E4-3BD2A40B9D5E}" dt="2022-06-23T15:09:42.503" v="76" actId="478"/>
          <ac:picMkLst>
            <pc:docMk/>
            <pc:sldMk cId="0" sldId="283"/>
            <ac:picMk id="406" creationId="{00000000-0000-0000-0000-000000000000}"/>
          </ac:picMkLst>
        </pc:picChg>
      </pc:sldChg>
      <pc:sldChg chg="add del">
        <pc:chgData name="Sebastian Andres Ulloa Quezada" userId="e3cba82caada5b63" providerId="LiveId" clId="{14418627-0181-4483-85E4-3BD2A40B9D5E}" dt="2022-06-23T15:09:48.492" v="77" actId="47"/>
        <pc:sldMkLst>
          <pc:docMk/>
          <pc:sldMk cId="0" sldId="284"/>
        </pc:sldMkLst>
      </pc:sldChg>
      <pc:sldChg chg="addSp delSp modSp new mod">
        <pc:chgData name="Sebastian Andres Ulloa Quezada" userId="e3cba82caada5b63" providerId="LiveId" clId="{14418627-0181-4483-85E4-3BD2A40B9D5E}" dt="2022-06-23T15:14:29.600" v="121" actId="1076"/>
        <pc:sldMkLst>
          <pc:docMk/>
          <pc:sldMk cId="1267335745" sldId="284"/>
        </pc:sldMkLst>
        <pc:spChg chg="del mod">
          <ac:chgData name="Sebastian Andres Ulloa Quezada" userId="e3cba82caada5b63" providerId="LiveId" clId="{14418627-0181-4483-85E4-3BD2A40B9D5E}" dt="2022-06-23T15:14:18.423" v="115" actId="478"/>
          <ac:spMkLst>
            <pc:docMk/>
            <pc:sldMk cId="1267335745" sldId="284"/>
            <ac:spMk id="2" creationId="{3F43D332-DF46-0AE3-C494-4A312238A768}"/>
          </ac:spMkLst>
        </pc:spChg>
        <pc:spChg chg="del">
          <ac:chgData name="Sebastian Andres Ulloa Quezada" userId="e3cba82caada5b63" providerId="LiveId" clId="{14418627-0181-4483-85E4-3BD2A40B9D5E}" dt="2022-06-23T15:14:22.576" v="117" actId="478"/>
          <ac:spMkLst>
            <pc:docMk/>
            <pc:sldMk cId="1267335745" sldId="284"/>
            <ac:spMk id="3" creationId="{2B03FBBC-3306-853A-AB64-50C78BAA7AD5}"/>
          </ac:spMkLst>
        </pc:spChg>
        <pc:spChg chg="add del mod">
          <ac:chgData name="Sebastian Andres Ulloa Quezada" userId="e3cba82caada5b63" providerId="LiveId" clId="{14418627-0181-4483-85E4-3BD2A40B9D5E}" dt="2022-06-23T15:14:21.450" v="116" actId="478"/>
          <ac:spMkLst>
            <pc:docMk/>
            <pc:sldMk cId="1267335745" sldId="284"/>
            <ac:spMk id="5" creationId="{680D6056-9039-AF88-7563-F65A61D57B09}"/>
          </ac:spMkLst>
        </pc:spChg>
        <pc:picChg chg="add mod">
          <ac:chgData name="Sebastian Andres Ulloa Quezada" userId="e3cba82caada5b63" providerId="LiveId" clId="{14418627-0181-4483-85E4-3BD2A40B9D5E}" dt="2022-06-23T15:14:29.600" v="121" actId="1076"/>
          <ac:picMkLst>
            <pc:docMk/>
            <pc:sldMk cId="1267335745" sldId="284"/>
            <ac:picMk id="1026" creationId="{D3FC3403-EAEB-8525-3479-2DFE109023C8}"/>
          </ac:picMkLst>
        </pc:picChg>
      </pc:sldChg>
      <pc:sldChg chg="addSp delSp modSp new mod">
        <pc:chgData name="Sebastian Andres Ulloa Quezada" userId="e3cba82caada5b63" providerId="LiveId" clId="{14418627-0181-4483-85E4-3BD2A40B9D5E}" dt="2022-06-24T16:58:32.304" v="319" actId="1076"/>
        <pc:sldMkLst>
          <pc:docMk/>
          <pc:sldMk cId="1190689461" sldId="285"/>
        </pc:sldMkLst>
        <pc:spChg chg="mod">
          <ac:chgData name="Sebastian Andres Ulloa Quezada" userId="e3cba82caada5b63" providerId="LiveId" clId="{14418627-0181-4483-85E4-3BD2A40B9D5E}" dt="2022-06-24T16:58:32.304" v="319" actId="1076"/>
          <ac:spMkLst>
            <pc:docMk/>
            <pc:sldMk cId="1190689461" sldId="285"/>
            <ac:spMk id="2" creationId="{3DB76799-5C70-C9C4-2B2F-468AED06A5B5}"/>
          </ac:spMkLst>
        </pc:spChg>
        <pc:spChg chg="del mod">
          <ac:chgData name="Sebastian Andres Ulloa Quezada" userId="e3cba82caada5b63" providerId="LiveId" clId="{14418627-0181-4483-85E4-3BD2A40B9D5E}" dt="2022-06-24T16:45:50.608" v="174" actId="478"/>
          <ac:spMkLst>
            <pc:docMk/>
            <pc:sldMk cId="1190689461" sldId="285"/>
            <ac:spMk id="3" creationId="{9B88FDE0-92B8-2C3C-CC5B-2E1F2339E4D7}"/>
          </ac:spMkLst>
        </pc:spChg>
        <pc:spChg chg="add del">
          <ac:chgData name="Sebastian Andres Ulloa Quezada" userId="e3cba82caada5b63" providerId="LiveId" clId="{14418627-0181-4483-85E4-3BD2A40B9D5E}" dt="2022-06-24T16:45:33.676" v="167"/>
          <ac:spMkLst>
            <pc:docMk/>
            <pc:sldMk cId="1190689461" sldId="285"/>
            <ac:spMk id="4" creationId="{7E980143-A73B-085D-7A0F-A93916C2A813}"/>
          </ac:spMkLst>
        </pc:spChg>
        <pc:spChg chg="add del mod">
          <ac:chgData name="Sebastian Andres Ulloa Quezada" userId="e3cba82caada5b63" providerId="LiveId" clId="{14418627-0181-4483-85E4-3BD2A40B9D5E}" dt="2022-06-24T16:45:47.408" v="173"/>
          <ac:spMkLst>
            <pc:docMk/>
            <pc:sldMk cId="1190689461" sldId="285"/>
            <ac:spMk id="5" creationId="{D214F7D0-16E7-2D14-4E7A-211918B0F298}"/>
          </ac:spMkLst>
        </pc:spChg>
        <pc:spChg chg="add mod">
          <ac:chgData name="Sebastian Andres Ulloa Quezada" userId="e3cba82caada5b63" providerId="LiveId" clId="{14418627-0181-4483-85E4-3BD2A40B9D5E}" dt="2022-06-24T16:58:17.416" v="317" actId="14100"/>
          <ac:spMkLst>
            <pc:docMk/>
            <pc:sldMk cId="1190689461" sldId="285"/>
            <ac:spMk id="6" creationId="{392351BF-B33D-F1F6-83B3-2C1F17E63EF7}"/>
          </ac:spMkLst>
        </pc:spChg>
        <pc:spChg chg="add mod">
          <ac:chgData name="Sebastian Andres Ulloa Quezada" userId="e3cba82caada5b63" providerId="LiveId" clId="{14418627-0181-4483-85E4-3BD2A40B9D5E}" dt="2022-06-24T16:58:15.033" v="316" actId="14100"/>
          <ac:spMkLst>
            <pc:docMk/>
            <pc:sldMk cId="1190689461" sldId="285"/>
            <ac:spMk id="7" creationId="{8731EEFD-330F-FEAB-5813-30C3228D9EA8}"/>
          </ac:spMkLst>
        </pc:spChg>
        <pc:picChg chg="add del mod">
          <ac:chgData name="Sebastian Andres Ulloa Quezada" userId="e3cba82caada5b63" providerId="LiveId" clId="{14418627-0181-4483-85E4-3BD2A40B9D5E}" dt="2022-06-24T16:47:30.290" v="190" actId="21"/>
          <ac:picMkLst>
            <pc:docMk/>
            <pc:sldMk cId="1190689461" sldId="285"/>
            <ac:picMk id="13" creationId="{0B0D19B3-5C6E-E8BB-8A30-80C9B662BDE3}"/>
          </ac:picMkLst>
        </pc:picChg>
        <pc:picChg chg="add del">
          <ac:chgData name="Sebastian Andres Ulloa Quezada" userId="e3cba82caada5b63" providerId="LiveId" clId="{14418627-0181-4483-85E4-3BD2A40B9D5E}" dt="2022-06-24T16:45:33.676" v="167"/>
          <ac:picMkLst>
            <pc:docMk/>
            <pc:sldMk cId="1190689461" sldId="285"/>
            <ac:picMk id="2050" creationId="{00017DE2-8F91-173D-3BDD-86459C43D8A6}"/>
          </ac:picMkLst>
        </pc:picChg>
        <pc:picChg chg="add del mod">
          <ac:chgData name="Sebastian Andres Ulloa Quezada" userId="e3cba82caada5b63" providerId="LiveId" clId="{14418627-0181-4483-85E4-3BD2A40B9D5E}" dt="2022-06-24T16:45:47.408" v="173"/>
          <ac:picMkLst>
            <pc:docMk/>
            <pc:sldMk cId="1190689461" sldId="285"/>
            <ac:picMk id="2052" creationId="{B9A40427-F45A-608D-49B7-7C72427341D0}"/>
          </ac:picMkLst>
        </pc:picChg>
        <pc:picChg chg="add mod">
          <ac:chgData name="Sebastian Andres Ulloa Quezada" userId="e3cba82caada5b63" providerId="LiveId" clId="{14418627-0181-4483-85E4-3BD2A40B9D5E}" dt="2022-06-24T16:46:02.383" v="179" actId="14100"/>
          <ac:picMkLst>
            <pc:docMk/>
            <pc:sldMk cId="1190689461" sldId="285"/>
            <ac:picMk id="2054" creationId="{BF19655C-8946-2900-8116-8F4F8FA439D6}"/>
          </ac:picMkLst>
        </pc:picChg>
        <pc:picChg chg="add mod">
          <ac:chgData name="Sebastian Andres Ulloa Quezada" userId="e3cba82caada5b63" providerId="LiveId" clId="{14418627-0181-4483-85E4-3BD2A40B9D5E}" dt="2022-06-24T16:46:33.572" v="185" actId="14100"/>
          <ac:picMkLst>
            <pc:docMk/>
            <pc:sldMk cId="1190689461" sldId="285"/>
            <ac:picMk id="2056" creationId="{35A8EA4D-0A73-6EDD-30BA-24B44805053E}"/>
          </ac:picMkLst>
        </pc:picChg>
        <pc:picChg chg="add del">
          <ac:chgData name="Sebastian Andres Ulloa Quezada" userId="e3cba82caada5b63" providerId="LiveId" clId="{14418627-0181-4483-85E4-3BD2A40B9D5E}" dt="2022-06-24T16:47:31.856" v="191" actId="21"/>
          <ac:picMkLst>
            <pc:docMk/>
            <pc:sldMk cId="1190689461" sldId="285"/>
            <ac:picMk id="2058" creationId="{40928E5C-7EFA-8C46-07BE-86B2DE223503}"/>
          </ac:picMkLst>
        </pc:picChg>
      </pc:sldChg>
      <pc:sldChg chg="addSp delSp modSp new mod">
        <pc:chgData name="Sebastian Andres Ulloa Quezada" userId="e3cba82caada5b63" providerId="LiveId" clId="{14418627-0181-4483-85E4-3BD2A40B9D5E}" dt="2022-06-24T16:59:24.870" v="346" actId="1076"/>
        <pc:sldMkLst>
          <pc:docMk/>
          <pc:sldMk cId="1604497445" sldId="286"/>
        </pc:sldMkLst>
        <pc:spChg chg="del mod">
          <ac:chgData name="Sebastian Andres Ulloa Quezada" userId="e3cba82caada5b63" providerId="LiveId" clId="{14418627-0181-4483-85E4-3BD2A40B9D5E}" dt="2022-06-24T16:56:50.455" v="285" actId="478"/>
          <ac:spMkLst>
            <pc:docMk/>
            <pc:sldMk cId="1604497445" sldId="286"/>
            <ac:spMk id="2" creationId="{E8296729-2A4B-7B1A-D4AB-2C577CCEDA15}"/>
          </ac:spMkLst>
        </pc:spChg>
        <pc:spChg chg="del mod">
          <ac:chgData name="Sebastian Andres Ulloa Quezada" userId="e3cba82caada5b63" providerId="LiveId" clId="{14418627-0181-4483-85E4-3BD2A40B9D5E}" dt="2022-06-24T16:58:56.523" v="336" actId="478"/>
          <ac:spMkLst>
            <pc:docMk/>
            <pc:sldMk cId="1604497445" sldId="286"/>
            <ac:spMk id="3" creationId="{45FD313D-166F-B9A0-9532-A7F80437FB60}"/>
          </ac:spMkLst>
        </pc:spChg>
        <pc:spChg chg="add mod">
          <ac:chgData name="Sebastian Andres Ulloa Quezada" userId="e3cba82caada5b63" providerId="LiveId" clId="{14418627-0181-4483-85E4-3BD2A40B9D5E}" dt="2022-06-24T16:59:24.870" v="346" actId="1076"/>
          <ac:spMkLst>
            <pc:docMk/>
            <pc:sldMk cId="1604497445" sldId="286"/>
            <ac:spMk id="5" creationId="{2C72B6BB-1E73-3350-4C96-8B05C2A847FC}"/>
          </ac:spMkLst>
        </pc:spChg>
        <pc:spChg chg="add del">
          <ac:chgData name="Sebastian Andres Ulloa Quezada" userId="e3cba82caada5b63" providerId="LiveId" clId="{14418627-0181-4483-85E4-3BD2A40B9D5E}" dt="2022-06-24T16:48:29.282" v="198"/>
          <ac:spMkLst>
            <pc:docMk/>
            <pc:sldMk cId="1604497445" sldId="286"/>
            <ac:spMk id="6" creationId="{F4C50FF7-3E03-643A-BD07-B6EB0B77C94F}"/>
          </ac:spMkLst>
        </pc:spChg>
        <pc:spChg chg="add mod">
          <ac:chgData name="Sebastian Andres Ulloa Quezada" userId="e3cba82caada5b63" providerId="LiveId" clId="{14418627-0181-4483-85E4-3BD2A40B9D5E}" dt="2022-06-24T16:58:34.584" v="320"/>
          <ac:spMkLst>
            <pc:docMk/>
            <pc:sldMk cId="1604497445" sldId="286"/>
            <ac:spMk id="9" creationId="{117F269A-6E83-C423-5C47-B5D711995B56}"/>
          </ac:spMkLst>
        </pc:spChg>
        <pc:picChg chg="add del mod">
          <ac:chgData name="Sebastian Andres Ulloa Quezada" userId="e3cba82caada5b63" providerId="LiveId" clId="{14418627-0181-4483-85E4-3BD2A40B9D5E}" dt="2022-06-24T16:59:13.635" v="343" actId="21"/>
          <ac:picMkLst>
            <pc:docMk/>
            <pc:sldMk cId="1604497445" sldId="286"/>
            <ac:picMk id="8" creationId="{97BC65CE-E9E0-BA4D-67AF-B990CC5443C7}"/>
          </ac:picMkLst>
        </pc:picChg>
      </pc:sldChg>
      <pc:sldChg chg="addSp delSp modSp new mod ord">
        <pc:chgData name="Sebastian Andres Ulloa Quezada" userId="e3cba82caada5b63" providerId="LiveId" clId="{14418627-0181-4483-85E4-3BD2A40B9D5E}" dt="2022-06-24T17:11:38.642" v="466" actId="478"/>
        <pc:sldMkLst>
          <pc:docMk/>
          <pc:sldMk cId="1966071112" sldId="287"/>
        </pc:sldMkLst>
        <pc:spChg chg="del">
          <ac:chgData name="Sebastian Andres Ulloa Quezada" userId="e3cba82caada5b63" providerId="LiveId" clId="{14418627-0181-4483-85E4-3BD2A40B9D5E}" dt="2022-06-24T17:11:38.642" v="466" actId="478"/>
          <ac:spMkLst>
            <pc:docMk/>
            <pc:sldMk cId="1966071112" sldId="287"/>
            <ac:spMk id="2" creationId="{D318E9A0-141C-02CC-3949-0CA009F85E5C}"/>
          </ac:spMkLst>
        </pc:spChg>
        <pc:spChg chg="del">
          <ac:chgData name="Sebastian Andres Ulloa Quezada" userId="e3cba82caada5b63" providerId="LiveId" clId="{14418627-0181-4483-85E4-3BD2A40B9D5E}" dt="2022-06-24T16:47:36.204" v="193" actId="478"/>
          <ac:spMkLst>
            <pc:docMk/>
            <pc:sldMk cId="1966071112" sldId="287"/>
            <ac:spMk id="3" creationId="{E7ED34CF-8FAB-0E52-720A-1E97B6198A6D}"/>
          </ac:spMkLst>
        </pc:spChg>
        <pc:picChg chg="add mod">
          <ac:chgData name="Sebastian Andres Ulloa Quezada" userId="e3cba82caada5b63" providerId="LiveId" clId="{14418627-0181-4483-85E4-3BD2A40B9D5E}" dt="2022-06-24T16:54:23.373" v="272" actId="1076"/>
          <ac:picMkLst>
            <pc:docMk/>
            <pc:sldMk cId="1966071112" sldId="287"/>
            <ac:picMk id="4" creationId="{CA8BA0FA-4FA9-E9E6-DAAC-C179C6DDCD2B}"/>
          </ac:picMkLst>
        </pc:picChg>
        <pc:picChg chg="add mod">
          <ac:chgData name="Sebastian Andres Ulloa Quezada" userId="e3cba82caada5b63" providerId="LiveId" clId="{14418627-0181-4483-85E4-3BD2A40B9D5E}" dt="2022-06-24T16:54:21.095" v="271" actId="1076"/>
          <ac:picMkLst>
            <pc:docMk/>
            <pc:sldMk cId="1966071112" sldId="287"/>
            <ac:picMk id="4098" creationId="{F866FAD6-23A1-9175-0E49-A9BB7DA3FBCA}"/>
          </ac:picMkLst>
        </pc:picChg>
      </pc:sldChg>
      <pc:sldChg chg="addSp delSp modSp new del mod">
        <pc:chgData name="Sebastian Andres Ulloa Quezada" userId="e3cba82caada5b63" providerId="LiveId" clId="{14418627-0181-4483-85E4-3BD2A40B9D5E}" dt="2022-06-24T17:19:46.652" v="525" actId="47"/>
        <pc:sldMkLst>
          <pc:docMk/>
          <pc:sldMk cId="2631391696" sldId="288"/>
        </pc:sldMkLst>
        <pc:spChg chg="del">
          <ac:chgData name="Sebastian Andres Ulloa Quezada" userId="e3cba82caada5b63" providerId="LiveId" clId="{14418627-0181-4483-85E4-3BD2A40B9D5E}" dt="2022-06-24T17:00:10.372" v="355" actId="478"/>
          <ac:spMkLst>
            <pc:docMk/>
            <pc:sldMk cId="2631391696" sldId="288"/>
            <ac:spMk id="2" creationId="{1281AA89-E70A-955D-269A-6CD4915D4C5D}"/>
          </ac:spMkLst>
        </pc:spChg>
        <pc:spChg chg="del mod">
          <ac:chgData name="Sebastian Andres Ulloa Quezada" userId="e3cba82caada5b63" providerId="LiveId" clId="{14418627-0181-4483-85E4-3BD2A40B9D5E}" dt="2022-06-24T17:19:45.227" v="524" actId="21"/>
          <ac:spMkLst>
            <pc:docMk/>
            <pc:sldMk cId="2631391696" sldId="288"/>
            <ac:spMk id="3" creationId="{53277966-5D93-6227-276D-DCB80FDB8657}"/>
          </ac:spMkLst>
        </pc:spChg>
        <pc:spChg chg="add mod">
          <ac:chgData name="Sebastian Andres Ulloa Quezada" userId="e3cba82caada5b63" providerId="LiveId" clId="{14418627-0181-4483-85E4-3BD2A40B9D5E}" dt="2022-06-24T17:19:45.227" v="524" actId="21"/>
          <ac:spMkLst>
            <pc:docMk/>
            <pc:sldMk cId="2631391696" sldId="288"/>
            <ac:spMk id="5" creationId="{4F92619B-46AC-06E7-D351-CF134824F505}"/>
          </ac:spMkLst>
        </pc:spChg>
      </pc:sldChg>
      <pc:sldChg chg="addSp delSp modSp new mod">
        <pc:chgData name="Sebastian Andres Ulloa Quezada" userId="e3cba82caada5b63" providerId="LiveId" clId="{14418627-0181-4483-85E4-3BD2A40B9D5E}" dt="2022-06-24T17:21:20.509" v="538" actId="1076"/>
        <pc:sldMkLst>
          <pc:docMk/>
          <pc:sldMk cId="4006679984" sldId="289"/>
        </pc:sldMkLst>
        <pc:spChg chg="del">
          <ac:chgData name="Sebastian Andres Ulloa Quezada" userId="e3cba82caada5b63" providerId="LiveId" clId="{14418627-0181-4483-85E4-3BD2A40B9D5E}" dt="2022-06-24T17:01:14.692" v="363" actId="478"/>
          <ac:spMkLst>
            <pc:docMk/>
            <pc:sldMk cId="4006679984" sldId="289"/>
            <ac:spMk id="2" creationId="{1E55A334-7E0A-5CD8-AA8B-1AC226218F94}"/>
          </ac:spMkLst>
        </pc:spChg>
        <pc:spChg chg="del">
          <ac:chgData name="Sebastian Andres Ulloa Quezada" userId="e3cba82caada5b63" providerId="LiveId" clId="{14418627-0181-4483-85E4-3BD2A40B9D5E}" dt="2022-06-24T16:49:29.240" v="206"/>
          <ac:spMkLst>
            <pc:docMk/>
            <pc:sldMk cId="4006679984" sldId="289"/>
            <ac:spMk id="3" creationId="{040C434F-AD65-E119-46E0-BDBDD21C179A}"/>
          </ac:spMkLst>
        </pc:spChg>
        <pc:spChg chg="add del mod">
          <ac:chgData name="Sebastian Andres Ulloa Quezada" userId="e3cba82caada5b63" providerId="LiveId" clId="{14418627-0181-4483-85E4-3BD2A40B9D5E}" dt="2022-06-24T17:06:39.139" v="384" actId="478"/>
          <ac:spMkLst>
            <pc:docMk/>
            <pc:sldMk cId="4006679984" sldId="289"/>
            <ac:spMk id="4" creationId="{04134FEB-E56E-E92E-50C7-D26B335E1CEF}"/>
          </ac:spMkLst>
        </pc:spChg>
        <pc:spChg chg="add mod">
          <ac:chgData name="Sebastian Andres Ulloa Quezada" userId="e3cba82caada5b63" providerId="LiveId" clId="{14418627-0181-4483-85E4-3BD2A40B9D5E}" dt="2022-06-24T17:20:30.799" v="531" actId="20577"/>
          <ac:spMkLst>
            <pc:docMk/>
            <pc:sldMk cId="4006679984" sldId="289"/>
            <ac:spMk id="5" creationId="{3B8EA0F7-626B-5AF4-2D98-2C69737F1F7B}"/>
          </ac:spMkLst>
        </pc:spChg>
        <pc:spChg chg="add mod">
          <ac:chgData name="Sebastian Andres Ulloa Quezada" userId="e3cba82caada5b63" providerId="LiveId" clId="{14418627-0181-4483-85E4-3BD2A40B9D5E}" dt="2022-06-24T17:01:53.581" v="376" actId="1076"/>
          <ac:spMkLst>
            <pc:docMk/>
            <pc:sldMk cId="4006679984" sldId="289"/>
            <ac:spMk id="6" creationId="{D497CEF9-B384-B7CA-411E-E3CBF6A40507}"/>
          </ac:spMkLst>
        </pc:spChg>
        <pc:spChg chg="add del mod">
          <ac:chgData name="Sebastian Andres Ulloa Quezada" userId="e3cba82caada5b63" providerId="LiveId" clId="{14418627-0181-4483-85E4-3BD2A40B9D5E}" dt="2022-06-24T17:06:42.215" v="385" actId="478"/>
          <ac:spMkLst>
            <pc:docMk/>
            <pc:sldMk cId="4006679984" sldId="289"/>
            <ac:spMk id="7" creationId="{276AF84C-FDD1-D00B-3986-3CA15789B84D}"/>
          </ac:spMkLst>
        </pc:spChg>
        <pc:picChg chg="add del mod">
          <ac:chgData name="Sebastian Andres Ulloa Quezada" userId="e3cba82caada5b63" providerId="LiveId" clId="{14418627-0181-4483-85E4-3BD2A40B9D5E}" dt="2022-06-24T17:14:30.094" v="498" actId="478"/>
          <ac:picMkLst>
            <pc:docMk/>
            <pc:sldMk cId="4006679984" sldId="289"/>
            <ac:picMk id="9" creationId="{90E01577-FA68-A782-DA86-C04E7A348E6A}"/>
          </ac:picMkLst>
        </pc:picChg>
        <pc:picChg chg="add mod">
          <ac:chgData name="Sebastian Andres Ulloa Quezada" userId="e3cba82caada5b63" providerId="LiveId" clId="{14418627-0181-4483-85E4-3BD2A40B9D5E}" dt="2022-06-24T17:21:20.509" v="538" actId="1076"/>
          <ac:picMkLst>
            <pc:docMk/>
            <pc:sldMk cId="4006679984" sldId="289"/>
            <ac:picMk id="11" creationId="{14968E46-638B-26E1-0198-4EA2387E4BE3}"/>
          </ac:picMkLst>
        </pc:picChg>
        <pc:picChg chg="add mod">
          <ac:chgData name="Sebastian Andres Ulloa Quezada" userId="e3cba82caada5b63" providerId="LiveId" clId="{14418627-0181-4483-85E4-3BD2A40B9D5E}" dt="2022-06-24T17:21:19.086" v="537" actId="1076"/>
          <ac:picMkLst>
            <pc:docMk/>
            <pc:sldMk cId="4006679984" sldId="289"/>
            <ac:picMk id="13" creationId="{25439ABA-E5FB-BD68-3A13-D9E29DFC3681}"/>
          </ac:picMkLst>
        </pc:picChg>
      </pc:sldChg>
      <pc:sldChg chg="addSp delSp modSp new mod">
        <pc:chgData name="Sebastian Andres Ulloa Quezada" userId="e3cba82caada5b63" providerId="LiveId" clId="{14418627-0181-4483-85E4-3BD2A40B9D5E}" dt="2022-06-24T17:09:33.160" v="436" actId="108"/>
        <pc:sldMkLst>
          <pc:docMk/>
          <pc:sldMk cId="1337271317" sldId="290"/>
        </pc:sldMkLst>
        <pc:spChg chg="del">
          <ac:chgData name="Sebastian Andres Ulloa Quezada" userId="e3cba82caada5b63" providerId="LiveId" clId="{14418627-0181-4483-85E4-3BD2A40B9D5E}" dt="2022-06-24T17:02:15.384" v="379" actId="478"/>
          <ac:spMkLst>
            <pc:docMk/>
            <pc:sldMk cId="1337271317" sldId="290"/>
            <ac:spMk id="2" creationId="{84363494-2817-4D47-392C-9CAF8669A48F}"/>
          </ac:spMkLst>
        </pc:spChg>
        <pc:spChg chg="del">
          <ac:chgData name="Sebastian Andres Ulloa Quezada" userId="e3cba82caada5b63" providerId="LiveId" clId="{14418627-0181-4483-85E4-3BD2A40B9D5E}" dt="2022-06-24T16:50:10.585" v="212"/>
          <ac:spMkLst>
            <pc:docMk/>
            <pc:sldMk cId="1337271317" sldId="290"/>
            <ac:spMk id="3" creationId="{8120078B-9E97-1835-0F90-8674EC0E6119}"/>
          </ac:spMkLst>
        </pc:spChg>
        <pc:spChg chg="add mod">
          <ac:chgData name="Sebastian Andres Ulloa Quezada" userId="e3cba82caada5b63" providerId="LiveId" clId="{14418627-0181-4483-85E4-3BD2A40B9D5E}" dt="2022-06-24T17:09:27.205" v="435" actId="14100"/>
          <ac:spMkLst>
            <pc:docMk/>
            <pc:sldMk cId="1337271317" sldId="290"/>
            <ac:spMk id="4" creationId="{4477115D-9C4F-1FC6-181B-6A32841125A9}"/>
          </ac:spMkLst>
        </pc:spChg>
        <pc:spChg chg="add mod">
          <ac:chgData name="Sebastian Andres Ulloa Quezada" userId="e3cba82caada5b63" providerId="LiveId" clId="{14418627-0181-4483-85E4-3BD2A40B9D5E}" dt="2022-06-24T17:09:33.160" v="436" actId="108"/>
          <ac:spMkLst>
            <pc:docMk/>
            <pc:sldMk cId="1337271317" sldId="290"/>
            <ac:spMk id="7" creationId="{7B35E49D-26D1-4C50-0964-7ECAD046D5BA}"/>
          </ac:spMkLst>
        </pc:spChg>
        <pc:spChg chg="add mod">
          <ac:chgData name="Sebastian Andres Ulloa Quezada" userId="e3cba82caada5b63" providerId="LiveId" clId="{14418627-0181-4483-85E4-3BD2A40B9D5E}" dt="2022-06-24T17:02:11.499" v="378"/>
          <ac:spMkLst>
            <pc:docMk/>
            <pc:sldMk cId="1337271317" sldId="290"/>
            <ac:spMk id="11" creationId="{896CC26D-0552-554B-E6B0-DAC98091F169}"/>
          </ac:spMkLst>
        </pc:spChg>
        <pc:picChg chg="add mod">
          <ac:chgData name="Sebastian Andres Ulloa Quezada" userId="e3cba82caada5b63" providerId="LiveId" clId="{14418627-0181-4483-85E4-3BD2A40B9D5E}" dt="2022-06-24T17:07:24.874" v="400" actId="14100"/>
          <ac:picMkLst>
            <pc:docMk/>
            <pc:sldMk cId="1337271317" sldId="290"/>
            <ac:picMk id="6" creationId="{3F1EDEAE-00A1-E240-8608-930193DDC283}"/>
          </ac:picMkLst>
        </pc:picChg>
        <pc:picChg chg="add mod">
          <ac:chgData name="Sebastian Andres Ulloa Quezada" userId="e3cba82caada5b63" providerId="LiveId" clId="{14418627-0181-4483-85E4-3BD2A40B9D5E}" dt="2022-06-24T17:07:22.271" v="398" actId="1076"/>
          <ac:picMkLst>
            <pc:docMk/>
            <pc:sldMk cId="1337271317" sldId="290"/>
            <ac:picMk id="9" creationId="{5B9E5389-C9EA-F85B-C086-C52552D8D1DF}"/>
          </ac:picMkLst>
        </pc:picChg>
        <pc:picChg chg="add mod">
          <ac:chgData name="Sebastian Andres Ulloa Quezada" userId="e3cba82caada5b63" providerId="LiveId" clId="{14418627-0181-4483-85E4-3BD2A40B9D5E}" dt="2022-06-24T17:07:25.987" v="401" actId="1076"/>
          <ac:picMkLst>
            <pc:docMk/>
            <pc:sldMk cId="1337271317" sldId="290"/>
            <ac:picMk id="6148" creationId="{ED89A05A-95CA-5F17-65BB-847834ABBA2D}"/>
          </ac:picMkLst>
        </pc:picChg>
      </pc:sldChg>
      <pc:sldChg chg="addSp delSp modSp new mod">
        <pc:chgData name="Sebastian Andres Ulloa Quezada" userId="e3cba82caada5b63" providerId="LiveId" clId="{14418627-0181-4483-85E4-3BD2A40B9D5E}" dt="2022-06-24T18:34:26.462" v="716" actId="14100"/>
        <pc:sldMkLst>
          <pc:docMk/>
          <pc:sldMk cId="1863813235" sldId="291"/>
        </pc:sldMkLst>
        <pc:spChg chg="del">
          <ac:chgData name="Sebastian Andres Ulloa Quezada" userId="e3cba82caada5b63" providerId="LiveId" clId="{14418627-0181-4483-85E4-3BD2A40B9D5E}" dt="2022-06-24T17:07:40.406" v="404" actId="478"/>
          <ac:spMkLst>
            <pc:docMk/>
            <pc:sldMk cId="1863813235" sldId="291"/>
            <ac:spMk id="2" creationId="{6CB8929F-6FFE-AD5F-9848-F004A10E7362}"/>
          </ac:spMkLst>
        </pc:spChg>
        <pc:spChg chg="del">
          <ac:chgData name="Sebastian Andres Ulloa Quezada" userId="e3cba82caada5b63" providerId="LiveId" clId="{14418627-0181-4483-85E4-3BD2A40B9D5E}" dt="2022-06-24T17:07:39.451" v="403" actId="478"/>
          <ac:spMkLst>
            <pc:docMk/>
            <pc:sldMk cId="1863813235" sldId="291"/>
            <ac:spMk id="3" creationId="{D36CF571-BA49-47A1-6319-A3E4AA5BDE73}"/>
          </ac:spMkLst>
        </pc:spChg>
        <pc:spChg chg="add mod">
          <ac:chgData name="Sebastian Andres Ulloa Quezada" userId="e3cba82caada5b63" providerId="LiveId" clId="{14418627-0181-4483-85E4-3BD2A40B9D5E}" dt="2022-06-24T17:07:47.930" v="407"/>
          <ac:spMkLst>
            <pc:docMk/>
            <pc:sldMk cId="1863813235" sldId="291"/>
            <ac:spMk id="5" creationId="{C7B16710-CE85-A0BA-B9F6-D86350D3CF8E}"/>
          </ac:spMkLst>
        </pc:spChg>
        <pc:picChg chg="add del mod">
          <ac:chgData name="Sebastian Andres Ulloa Quezada" userId="e3cba82caada5b63" providerId="LiveId" clId="{14418627-0181-4483-85E4-3BD2A40B9D5E}" dt="2022-06-24T18:34:22.295" v="714" actId="478"/>
          <ac:picMkLst>
            <pc:docMk/>
            <pc:sldMk cId="1863813235" sldId="291"/>
            <ac:picMk id="7170" creationId="{AFC2FB0D-6463-F0C0-F4ED-C3301EE95E4F}"/>
          </ac:picMkLst>
        </pc:picChg>
        <pc:picChg chg="add mod">
          <ac:chgData name="Sebastian Andres Ulloa Quezada" userId="e3cba82caada5b63" providerId="LiveId" clId="{14418627-0181-4483-85E4-3BD2A40B9D5E}" dt="2022-06-24T18:34:26.462" v="716" actId="14100"/>
          <ac:picMkLst>
            <pc:docMk/>
            <pc:sldMk cId="1863813235" sldId="291"/>
            <ac:picMk id="7172" creationId="{69867699-5703-2095-4CC2-E3EB76078B4D}"/>
          </ac:picMkLst>
        </pc:picChg>
      </pc:sldChg>
      <pc:sldChg chg="addSp delSp modSp new mod">
        <pc:chgData name="Sebastian Andres Ulloa Quezada" userId="e3cba82caada5b63" providerId="LiveId" clId="{14418627-0181-4483-85E4-3BD2A40B9D5E}" dt="2022-06-24T21:41:08.423" v="718" actId="20577"/>
        <pc:sldMkLst>
          <pc:docMk/>
          <pc:sldMk cId="4097886224" sldId="292"/>
        </pc:sldMkLst>
        <pc:spChg chg="del">
          <ac:chgData name="Sebastian Andres Ulloa Quezada" userId="e3cba82caada5b63" providerId="LiveId" clId="{14418627-0181-4483-85E4-3BD2A40B9D5E}" dt="2022-06-24T17:07:54.033" v="408" actId="478"/>
          <ac:spMkLst>
            <pc:docMk/>
            <pc:sldMk cId="4097886224" sldId="292"/>
            <ac:spMk id="2" creationId="{4FB4DFC5-40EC-AD88-EA0C-E1AA3023013B}"/>
          </ac:spMkLst>
        </pc:spChg>
        <pc:spChg chg="del">
          <ac:chgData name="Sebastian Andres Ulloa Quezada" userId="e3cba82caada5b63" providerId="LiveId" clId="{14418627-0181-4483-85E4-3BD2A40B9D5E}" dt="2022-06-24T16:51:39.546" v="229"/>
          <ac:spMkLst>
            <pc:docMk/>
            <pc:sldMk cId="4097886224" sldId="292"/>
            <ac:spMk id="3" creationId="{703D5F42-379A-CA58-4B72-545516D2A2D1}"/>
          </ac:spMkLst>
        </pc:spChg>
        <pc:spChg chg="add mod">
          <ac:chgData name="Sebastian Andres Ulloa Quezada" userId="e3cba82caada5b63" providerId="LiveId" clId="{14418627-0181-4483-85E4-3BD2A40B9D5E}" dt="2022-06-24T17:09:02.208" v="431" actId="14100"/>
          <ac:spMkLst>
            <pc:docMk/>
            <pc:sldMk cId="4097886224" sldId="292"/>
            <ac:spMk id="4" creationId="{0A46E1D9-FD55-42A5-51AA-394BC2BF8562}"/>
          </ac:spMkLst>
        </pc:spChg>
        <pc:spChg chg="add mod">
          <ac:chgData name="Sebastian Andres Ulloa Quezada" userId="e3cba82caada5b63" providerId="LiveId" clId="{14418627-0181-4483-85E4-3BD2A40B9D5E}" dt="2022-06-24T21:41:08.423" v="718" actId="20577"/>
          <ac:spMkLst>
            <pc:docMk/>
            <pc:sldMk cId="4097886224" sldId="292"/>
            <ac:spMk id="7" creationId="{7B9FB58D-C1A3-E408-FF11-DC8C4821E8B8}"/>
          </ac:spMkLst>
        </pc:spChg>
        <pc:spChg chg="add mod">
          <ac:chgData name="Sebastian Andres Ulloa Quezada" userId="e3cba82caada5b63" providerId="LiveId" clId="{14418627-0181-4483-85E4-3BD2A40B9D5E}" dt="2022-06-24T17:08:48.766" v="428" actId="571"/>
          <ac:spMkLst>
            <pc:docMk/>
            <pc:sldMk cId="4097886224" sldId="292"/>
            <ac:spMk id="12" creationId="{959F083F-6DE5-4558-CEC1-74E2DAD18AA8}"/>
          </ac:spMkLst>
        </pc:spChg>
        <pc:spChg chg="add mod">
          <ac:chgData name="Sebastian Andres Ulloa Quezada" userId="e3cba82caada5b63" providerId="LiveId" clId="{14418627-0181-4483-85E4-3BD2A40B9D5E}" dt="2022-06-24T17:08:48.766" v="428" actId="571"/>
          <ac:spMkLst>
            <pc:docMk/>
            <pc:sldMk cId="4097886224" sldId="292"/>
            <ac:spMk id="13" creationId="{A46E88A6-5126-867F-34DC-181F550B4A1D}"/>
          </ac:spMkLst>
        </pc:spChg>
        <pc:spChg chg="add mod">
          <ac:chgData name="Sebastian Andres Ulloa Quezada" userId="e3cba82caada5b63" providerId="LiveId" clId="{14418627-0181-4483-85E4-3BD2A40B9D5E}" dt="2022-06-24T17:09:09.472" v="433"/>
          <ac:spMkLst>
            <pc:docMk/>
            <pc:sldMk cId="4097886224" sldId="292"/>
            <ac:spMk id="14" creationId="{0F516BD6-8DAB-FD78-2A5B-F605978F75D5}"/>
          </ac:spMkLst>
        </pc:spChg>
        <pc:spChg chg="add mod">
          <ac:chgData name="Sebastian Andres Ulloa Quezada" userId="e3cba82caada5b63" providerId="LiveId" clId="{14418627-0181-4483-85E4-3BD2A40B9D5E}" dt="2022-06-24T17:10:46.980" v="458" actId="20577"/>
          <ac:spMkLst>
            <pc:docMk/>
            <pc:sldMk cId="4097886224" sldId="292"/>
            <ac:spMk id="16" creationId="{BADD2669-1845-947D-4B2D-6BB798D2FF8B}"/>
          </ac:spMkLst>
        </pc:spChg>
        <pc:picChg chg="add del mod">
          <ac:chgData name="Sebastian Andres Ulloa Quezada" userId="e3cba82caada5b63" providerId="LiveId" clId="{14418627-0181-4483-85E4-3BD2A40B9D5E}" dt="2022-06-24T16:52:20.943" v="239" actId="478"/>
          <ac:picMkLst>
            <pc:docMk/>
            <pc:sldMk cId="4097886224" sldId="292"/>
            <ac:picMk id="6" creationId="{4E357163-9B29-0A6A-32F4-57BE8E43A04F}"/>
          </ac:picMkLst>
        </pc:picChg>
        <pc:picChg chg="add mod">
          <ac:chgData name="Sebastian Andres Ulloa Quezada" userId="e3cba82caada5b63" providerId="LiveId" clId="{14418627-0181-4483-85E4-3BD2A40B9D5E}" dt="2022-06-24T17:08:06.591" v="414" actId="1076"/>
          <ac:picMkLst>
            <pc:docMk/>
            <pc:sldMk cId="4097886224" sldId="292"/>
            <ac:picMk id="9" creationId="{B9A7430D-0A3E-2CBA-4BEF-DA99CDB8940B}"/>
          </ac:picMkLst>
        </pc:picChg>
        <pc:picChg chg="add mod">
          <ac:chgData name="Sebastian Andres Ulloa Quezada" userId="e3cba82caada5b63" providerId="LiveId" clId="{14418627-0181-4483-85E4-3BD2A40B9D5E}" dt="2022-06-24T17:08:27.236" v="424" actId="1076"/>
          <ac:picMkLst>
            <pc:docMk/>
            <pc:sldMk cId="4097886224" sldId="292"/>
            <ac:picMk id="11" creationId="{4813E6BD-B84A-3223-F0C1-00D0D39191C6}"/>
          </ac:picMkLst>
        </pc:picChg>
      </pc:sldChg>
      <pc:sldChg chg="addSp delSp modSp new mod">
        <pc:chgData name="Sebastian Andres Ulloa Quezada" userId="e3cba82caada5b63" providerId="LiveId" clId="{14418627-0181-4483-85E4-3BD2A40B9D5E}" dt="2022-06-24T17:11:35.638" v="465"/>
        <pc:sldMkLst>
          <pc:docMk/>
          <pc:sldMk cId="1141005917" sldId="293"/>
        </pc:sldMkLst>
        <pc:spChg chg="del mod">
          <ac:chgData name="Sebastian Andres Ulloa Quezada" userId="e3cba82caada5b63" providerId="LiveId" clId="{14418627-0181-4483-85E4-3BD2A40B9D5E}" dt="2022-06-24T17:09:39.731" v="438" actId="478"/>
          <ac:spMkLst>
            <pc:docMk/>
            <pc:sldMk cId="1141005917" sldId="293"/>
            <ac:spMk id="2" creationId="{B097216E-F6BD-8538-509D-22640BFFB88D}"/>
          </ac:spMkLst>
        </pc:spChg>
        <pc:spChg chg="del">
          <ac:chgData name="Sebastian Andres Ulloa Quezada" userId="e3cba82caada5b63" providerId="LiveId" clId="{14418627-0181-4483-85E4-3BD2A40B9D5E}" dt="2022-06-24T16:52:46.085" v="245"/>
          <ac:spMkLst>
            <pc:docMk/>
            <pc:sldMk cId="1141005917" sldId="293"/>
            <ac:spMk id="3" creationId="{81CE121C-621E-DBF6-70EA-3FF7EC6A713A}"/>
          </ac:spMkLst>
        </pc:spChg>
        <pc:spChg chg="add mod">
          <ac:chgData name="Sebastian Andres Ulloa Quezada" userId="e3cba82caada5b63" providerId="LiveId" clId="{14418627-0181-4483-85E4-3BD2A40B9D5E}" dt="2022-06-24T17:11:02.307" v="459" actId="108"/>
          <ac:spMkLst>
            <pc:docMk/>
            <pc:sldMk cId="1141005917" sldId="293"/>
            <ac:spMk id="4" creationId="{AA006674-A0B4-FB92-D049-2829AEC59DEA}"/>
          </ac:spMkLst>
        </pc:spChg>
        <pc:spChg chg="add mod">
          <ac:chgData name="Sebastian Andres Ulloa Quezada" userId="e3cba82caada5b63" providerId="LiveId" clId="{14418627-0181-4483-85E4-3BD2A40B9D5E}" dt="2022-06-24T17:11:17.721" v="461" actId="108"/>
          <ac:spMkLst>
            <pc:docMk/>
            <pc:sldMk cId="1141005917" sldId="293"/>
            <ac:spMk id="7" creationId="{1B35781B-B94D-AC55-D6C3-70E7A8C8E738}"/>
          </ac:spMkLst>
        </pc:spChg>
        <pc:spChg chg="add mod">
          <ac:chgData name="Sebastian Andres Ulloa Quezada" userId="e3cba82caada5b63" providerId="LiveId" clId="{14418627-0181-4483-85E4-3BD2A40B9D5E}" dt="2022-06-24T17:11:23.102" v="462" actId="108"/>
          <ac:spMkLst>
            <pc:docMk/>
            <pc:sldMk cId="1141005917" sldId="293"/>
            <ac:spMk id="10" creationId="{44D26722-9323-4B03-24F2-DA845F5169B9}"/>
          </ac:spMkLst>
        </pc:spChg>
        <pc:spChg chg="add mod">
          <ac:chgData name="Sebastian Andres Ulloa Quezada" userId="e3cba82caada5b63" providerId="LiveId" clId="{14418627-0181-4483-85E4-3BD2A40B9D5E}" dt="2022-06-24T17:11:35.638" v="465"/>
          <ac:spMkLst>
            <pc:docMk/>
            <pc:sldMk cId="1141005917" sldId="293"/>
            <ac:spMk id="14" creationId="{85F2AAFB-4AF5-E176-276B-A7E82B068DEE}"/>
          </ac:spMkLst>
        </pc:spChg>
        <pc:picChg chg="add mod">
          <ac:chgData name="Sebastian Andres Ulloa Quezada" userId="e3cba82caada5b63" providerId="LiveId" clId="{14418627-0181-4483-85E4-3BD2A40B9D5E}" dt="2022-06-24T17:10:04.114" v="446" actId="1076"/>
          <ac:picMkLst>
            <pc:docMk/>
            <pc:sldMk cId="1141005917" sldId="293"/>
            <ac:picMk id="6" creationId="{5CFDFAA4-BA64-CDEC-2DC2-4C10F1A438D6}"/>
          </ac:picMkLst>
        </pc:picChg>
        <pc:picChg chg="add mod">
          <ac:chgData name="Sebastian Andres Ulloa Quezada" userId="e3cba82caada5b63" providerId="LiveId" clId="{14418627-0181-4483-85E4-3BD2A40B9D5E}" dt="2022-06-24T16:53:36.531" v="256" actId="1076"/>
          <ac:picMkLst>
            <pc:docMk/>
            <pc:sldMk cId="1141005917" sldId="293"/>
            <ac:picMk id="9" creationId="{8EA8FC4E-FD70-F834-C713-945AD73419B2}"/>
          </ac:picMkLst>
        </pc:picChg>
        <pc:picChg chg="add del mod">
          <ac:chgData name="Sebastian Andres Ulloa Quezada" userId="e3cba82caada5b63" providerId="LiveId" clId="{14418627-0181-4483-85E4-3BD2A40B9D5E}" dt="2022-06-24T16:53:45.570" v="264" actId="22"/>
          <ac:picMkLst>
            <pc:docMk/>
            <pc:sldMk cId="1141005917" sldId="293"/>
            <ac:picMk id="12" creationId="{BABFCBE8-AEA3-45D2-6667-9022EE05D7F2}"/>
          </ac:picMkLst>
        </pc:picChg>
        <pc:picChg chg="add mod">
          <ac:chgData name="Sebastian Andres Ulloa Quezada" userId="e3cba82caada5b63" providerId="LiveId" clId="{14418627-0181-4483-85E4-3BD2A40B9D5E}" dt="2022-06-24T17:11:29.185" v="464" actId="14100"/>
          <ac:picMkLst>
            <pc:docMk/>
            <pc:sldMk cId="1141005917" sldId="293"/>
            <ac:picMk id="13" creationId="{DA887C74-9A1B-5E99-5211-C270A9FA8D45}"/>
          </ac:picMkLst>
        </pc:picChg>
      </pc:sldChg>
      <pc:sldChg chg="addSp delSp modSp new mod">
        <pc:chgData name="Sebastian Andres Ulloa Quezada" userId="e3cba82caada5b63" providerId="LiveId" clId="{14418627-0181-4483-85E4-3BD2A40B9D5E}" dt="2022-06-24T16:54:54.985" v="279" actId="1076"/>
        <pc:sldMkLst>
          <pc:docMk/>
          <pc:sldMk cId="2120146187" sldId="294"/>
        </pc:sldMkLst>
        <pc:spChg chg="del">
          <ac:chgData name="Sebastian Andres Ulloa Quezada" userId="e3cba82caada5b63" providerId="LiveId" clId="{14418627-0181-4483-85E4-3BD2A40B9D5E}" dt="2022-06-24T16:54:42.669" v="274" actId="478"/>
          <ac:spMkLst>
            <pc:docMk/>
            <pc:sldMk cId="2120146187" sldId="294"/>
            <ac:spMk id="2" creationId="{40D30B03-75DC-CC4E-26F9-67D1D61EFD4E}"/>
          </ac:spMkLst>
        </pc:spChg>
        <pc:spChg chg="del">
          <ac:chgData name="Sebastian Andres Ulloa Quezada" userId="e3cba82caada5b63" providerId="LiveId" clId="{14418627-0181-4483-85E4-3BD2A40B9D5E}" dt="2022-06-24T16:54:41.502" v="273" actId="478"/>
          <ac:spMkLst>
            <pc:docMk/>
            <pc:sldMk cId="2120146187" sldId="294"/>
            <ac:spMk id="3" creationId="{8DB47C92-C620-A5FA-CC7E-CB4CA9D8D5BD}"/>
          </ac:spMkLst>
        </pc:spChg>
        <pc:picChg chg="add mod">
          <ac:chgData name="Sebastian Andres Ulloa Quezada" userId="e3cba82caada5b63" providerId="LiveId" clId="{14418627-0181-4483-85E4-3BD2A40B9D5E}" dt="2022-06-24T16:54:46.737" v="277" actId="1076"/>
          <ac:picMkLst>
            <pc:docMk/>
            <pc:sldMk cId="2120146187" sldId="294"/>
            <ac:picMk id="5" creationId="{E15B2C60-9947-9B1B-4621-5FF4BC9850D5}"/>
          </ac:picMkLst>
        </pc:picChg>
        <pc:picChg chg="add mod">
          <ac:chgData name="Sebastian Andres Ulloa Quezada" userId="e3cba82caada5b63" providerId="LiveId" clId="{14418627-0181-4483-85E4-3BD2A40B9D5E}" dt="2022-06-24T16:54:54.985" v="279" actId="1076"/>
          <ac:picMkLst>
            <pc:docMk/>
            <pc:sldMk cId="2120146187" sldId="294"/>
            <ac:picMk id="10242" creationId="{F71D788C-B8DD-B48A-A26F-81E4EB5DFAEA}"/>
          </ac:picMkLst>
        </pc:picChg>
      </pc:sldChg>
      <pc:sldChg chg="addSp delSp modSp new mod">
        <pc:chgData name="Sebastian Andres Ulloa Quezada" userId="e3cba82caada5b63" providerId="LiveId" clId="{14418627-0181-4483-85E4-3BD2A40B9D5E}" dt="2022-06-24T17:12:08.211" v="475" actId="1076"/>
        <pc:sldMkLst>
          <pc:docMk/>
          <pc:sldMk cId="3047541166" sldId="295"/>
        </pc:sldMkLst>
        <pc:spChg chg="del">
          <ac:chgData name="Sebastian Andres Ulloa Quezada" userId="e3cba82caada5b63" providerId="LiveId" clId="{14418627-0181-4483-85E4-3BD2A40B9D5E}" dt="2022-06-24T17:11:45.677" v="468" actId="478"/>
          <ac:spMkLst>
            <pc:docMk/>
            <pc:sldMk cId="3047541166" sldId="295"/>
            <ac:spMk id="2" creationId="{639BE75D-434C-03D8-C081-01E83C37C44C}"/>
          </ac:spMkLst>
        </pc:spChg>
        <pc:spChg chg="mod">
          <ac:chgData name="Sebastian Andres Ulloa Quezada" userId="e3cba82caada5b63" providerId="LiveId" clId="{14418627-0181-4483-85E4-3BD2A40B9D5E}" dt="2022-06-24T17:12:00.564" v="472" actId="14100"/>
          <ac:spMkLst>
            <pc:docMk/>
            <pc:sldMk cId="3047541166" sldId="295"/>
            <ac:spMk id="3" creationId="{5FDF64F9-5964-0F0D-6CEC-B34296AC5474}"/>
          </ac:spMkLst>
        </pc:spChg>
        <pc:spChg chg="add mod">
          <ac:chgData name="Sebastian Andres Ulloa Quezada" userId="e3cba82caada5b63" providerId="LiveId" clId="{14418627-0181-4483-85E4-3BD2A40B9D5E}" dt="2022-06-24T17:12:08.211" v="475" actId="1076"/>
          <ac:spMkLst>
            <pc:docMk/>
            <pc:sldMk cId="3047541166" sldId="295"/>
            <ac:spMk id="5" creationId="{567B5A95-5F9B-660D-19B1-4D3C5821E499}"/>
          </ac:spMkLst>
        </pc:spChg>
      </pc:sldChg>
      <pc:sldChg chg="modSp new del mod">
        <pc:chgData name="Sebastian Andres Ulloa Quezada" userId="e3cba82caada5b63" providerId="LiveId" clId="{14418627-0181-4483-85E4-3BD2A40B9D5E}" dt="2022-06-24T17:12:09.818" v="476" actId="47"/>
        <pc:sldMkLst>
          <pc:docMk/>
          <pc:sldMk cId="181705310" sldId="296"/>
        </pc:sldMkLst>
        <pc:spChg chg="mod">
          <ac:chgData name="Sebastian Andres Ulloa Quezada" userId="e3cba82caada5b63" providerId="LiveId" clId="{14418627-0181-4483-85E4-3BD2A40B9D5E}" dt="2022-06-24T17:12:05.345" v="473" actId="21"/>
          <ac:spMkLst>
            <pc:docMk/>
            <pc:sldMk cId="181705310" sldId="296"/>
            <ac:spMk id="3" creationId="{A644A06A-7099-76DD-8487-C883AC6CD44A}"/>
          </ac:spMkLst>
        </pc:spChg>
      </pc:sldChg>
      <pc:sldChg chg="addSp delSp modSp new mod">
        <pc:chgData name="Sebastian Andres Ulloa Quezada" userId="e3cba82caada5b63" providerId="LiveId" clId="{14418627-0181-4483-85E4-3BD2A40B9D5E}" dt="2022-06-24T17:19:15.375" v="510" actId="20577"/>
        <pc:sldMkLst>
          <pc:docMk/>
          <pc:sldMk cId="2003981436" sldId="297"/>
        </pc:sldMkLst>
        <pc:spChg chg="del">
          <ac:chgData name="Sebastian Andres Ulloa Quezada" userId="e3cba82caada5b63" providerId="LiveId" clId="{14418627-0181-4483-85E4-3BD2A40B9D5E}" dt="2022-06-24T16:59:36.213" v="348" actId="478"/>
          <ac:spMkLst>
            <pc:docMk/>
            <pc:sldMk cId="2003981436" sldId="297"/>
            <ac:spMk id="2" creationId="{EA35E429-FAF3-9178-A333-F1C4DFD3EB6A}"/>
          </ac:spMkLst>
        </pc:spChg>
        <pc:spChg chg="del">
          <ac:chgData name="Sebastian Andres Ulloa Quezada" userId="e3cba82caada5b63" providerId="LiveId" clId="{14418627-0181-4483-85E4-3BD2A40B9D5E}" dt="2022-06-24T16:59:37.503" v="349" actId="478"/>
          <ac:spMkLst>
            <pc:docMk/>
            <pc:sldMk cId="2003981436" sldId="297"/>
            <ac:spMk id="3" creationId="{99B3D266-DAC6-957E-1B9B-0AD718A489EA}"/>
          </ac:spMkLst>
        </pc:spChg>
        <pc:spChg chg="add mod">
          <ac:chgData name="Sebastian Andres Ulloa Quezada" userId="e3cba82caada5b63" providerId="LiveId" clId="{14418627-0181-4483-85E4-3BD2A40B9D5E}" dt="2022-06-24T17:19:15.375" v="510" actId="20577"/>
          <ac:spMkLst>
            <pc:docMk/>
            <pc:sldMk cId="2003981436" sldId="297"/>
            <ac:spMk id="9" creationId="{2B465A02-1F64-0DF8-BC9F-98FB28AAF26C}"/>
          </ac:spMkLst>
        </pc:spChg>
        <pc:picChg chg="add del mod">
          <ac:chgData name="Sebastian Andres Ulloa Quezada" userId="e3cba82caada5b63" providerId="LiveId" clId="{14418627-0181-4483-85E4-3BD2A40B9D5E}" dt="2022-06-24T17:12:51.735" v="477" actId="478"/>
          <ac:picMkLst>
            <pc:docMk/>
            <pc:sldMk cId="2003981436" sldId="297"/>
            <ac:picMk id="4" creationId="{24C8A8D0-0E0A-B964-1334-C199937AC86C}"/>
          </ac:picMkLst>
        </pc:picChg>
        <pc:picChg chg="add mod">
          <ac:chgData name="Sebastian Andres Ulloa Quezada" userId="e3cba82caada5b63" providerId="LiveId" clId="{14418627-0181-4483-85E4-3BD2A40B9D5E}" dt="2022-06-24T17:13:18.684" v="485" actId="1076"/>
          <ac:picMkLst>
            <pc:docMk/>
            <pc:sldMk cId="2003981436" sldId="297"/>
            <ac:picMk id="6" creationId="{5A00BADA-865E-E1AE-98DF-9A71EA29F349}"/>
          </ac:picMkLst>
        </pc:picChg>
        <pc:picChg chg="add mod">
          <ac:chgData name="Sebastian Andres Ulloa Quezada" userId="e3cba82caada5b63" providerId="LiveId" clId="{14418627-0181-4483-85E4-3BD2A40B9D5E}" dt="2022-06-24T17:13:17.371" v="483" actId="1076"/>
          <ac:picMkLst>
            <pc:docMk/>
            <pc:sldMk cId="2003981436" sldId="297"/>
            <ac:picMk id="11266" creationId="{EFB4CE3B-E9A9-9926-01AF-3AA963900D7E}"/>
          </ac:picMkLst>
        </pc:picChg>
      </pc:sldChg>
      <pc:sldChg chg="addSp delSp modSp new mod">
        <pc:chgData name="Sebastian Andres Ulloa Quezada" userId="e3cba82caada5b63" providerId="LiveId" clId="{14418627-0181-4483-85E4-3BD2A40B9D5E}" dt="2022-06-24T17:19:53.809" v="527" actId="14100"/>
        <pc:sldMkLst>
          <pc:docMk/>
          <pc:sldMk cId="3155403784" sldId="298"/>
        </pc:sldMkLst>
        <pc:spChg chg="del">
          <ac:chgData name="Sebastian Andres Ulloa Quezada" userId="e3cba82caada5b63" providerId="LiveId" clId="{14418627-0181-4483-85E4-3BD2A40B9D5E}" dt="2022-06-24T17:13:30.435" v="488" actId="478"/>
          <ac:spMkLst>
            <pc:docMk/>
            <pc:sldMk cId="3155403784" sldId="298"/>
            <ac:spMk id="2" creationId="{4A4E1989-C36A-B787-4D2F-0C0610CC0C57}"/>
          </ac:spMkLst>
        </pc:spChg>
        <pc:spChg chg="del">
          <ac:chgData name="Sebastian Andres Ulloa Quezada" userId="e3cba82caada5b63" providerId="LiveId" clId="{14418627-0181-4483-85E4-3BD2A40B9D5E}" dt="2022-06-24T17:13:30.069" v="487" actId="478"/>
          <ac:spMkLst>
            <pc:docMk/>
            <pc:sldMk cId="3155403784" sldId="298"/>
            <ac:spMk id="3" creationId="{F7681140-6741-1EBA-7C96-69EA6F317A85}"/>
          </ac:spMkLst>
        </pc:spChg>
        <pc:spChg chg="add mod">
          <ac:chgData name="Sebastian Andres Ulloa Quezada" userId="e3cba82caada5b63" providerId="LiveId" clId="{14418627-0181-4483-85E4-3BD2A40B9D5E}" dt="2022-06-24T17:19:42.309" v="523" actId="14100"/>
          <ac:spMkLst>
            <pc:docMk/>
            <pc:sldMk cId="3155403784" sldId="298"/>
            <ac:spMk id="6" creationId="{94CB6FFB-900F-C584-FF39-4E5EFB0FE0AA}"/>
          </ac:spMkLst>
        </pc:spChg>
        <pc:spChg chg="add mod">
          <ac:chgData name="Sebastian Andres Ulloa Quezada" userId="e3cba82caada5b63" providerId="LiveId" clId="{14418627-0181-4483-85E4-3BD2A40B9D5E}" dt="2022-06-24T17:19:53.809" v="527" actId="14100"/>
          <ac:spMkLst>
            <pc:docMk/>
            <pc:sldMk cId="3155403784" sldId="298"/>
            <ac:spMk id="7" creationId="{86AE35E5-0200-F0CF-0E00-81C3511858C1}"/>
          </ac:spMkLst>
        </pc:spChg>
        <pc:picChg chg="add mod">
          <ac:chgData name="Sebastian Andres Ulloa Quezada" userId="e3cba82caada5b63" providerId="LiveId" clId="{14418627-0181-4483-85E4-3BD2A40B9D5E}" dt="2022-06-24T17:13:36.757" v="492" actId="1076"/>
          <ac:picMkLst>
            <pc:docMk/>
            <pc:sldMk cId="3155403784" sldId="298"/>
            <ac:picMk id="12290" creationId="{35C56419-7227-9496-EE0A-7D794C5E9B99}"/>
          </ac:picMkLst>
        </pc:picChg>
      </pc:sldChg>
      <pc:sldChg chg="addSp delSp modSp new mod">
        <pc:chgData name="Sebastian Andres Ulloa Quezada" userId="e3cba82caada5b63" providerId="LiveId" clId="{14418627-0181-4483-85E4-3BD2A40B9D5E}" dt="2022-06-24T17:47:22.606" v="635" actId="1076"/>
        <pc:sldMkLst>
          <pc:docMk/>
          <pc:sldMk cId="1642188736" sldId="299"/>
        </pc:sldMkLst>
        <pc:spChg chg="del">
          <ac:chgData name="Sebastian Andres Ulloa Quezada" userId="e3cba82caada5b63" providerId="LiveId" clId="{14418627-0181-4483-85E4-3BD2A40B9D5E}" dt="2022-06-24T17:43:15.474" v="540" actId="478"/>
          <ac:spMkLst>
            <pc:docMk/>
            <pc:sldMk cId="1642188736" sldId="299"/>
            <ac:spMk id="2" creationId="{A939296C-FF16-7ABC-648E-AB76CCEE1EF2}"/>
          </ac:spMkLst>
        </pc:spChg>
        <pc:spChg chg="del">
          <ac:chgData name="Sebastian Andres Ulloa Quezada" userId="e3cba82caada5b63" providerId="LiveId" clId="{14418627-0181-4483-85E4-3BD2A40B9D5E}" dt="2022-06-24T17:43:18.107" v="541" actId="478"/>
          <ac:spMkLst>
            <pc:docMk/>
            <pc:sldMk cId="1642188736" sldId="299"/>
            <ac:spMk id="3" creationId="{745A5BCC-7989-64DF-C24C-2EA14D0BCE81}"/>
          </ac:spMkLst>
        </pc:spChg>
        <pc:spChg chg="add mod">
          <ac:chgData name="Sebastian Andres Ulloa Quezada" userId="e3cba82caada5b63" providerId="LiveId" clId="{14418627-0181-4483-85E4-3BD2A40B9D5E}" dt="2022-06-24T17:46:54.500" v="627" actId="1076"/>
          <ac:spMkLst>
            <pc:docMk/>
            <pc:sldMk cId="1642188736" sldId="299"/>
            <ac:spMk id="4" creationId="{F238842A-3B60-6651-10C7-7A09A96C6E16}"/>
          </ac:spMkLst>
        </pc:spChg>
        <pc:spChg chg="add mod">
          <ac:chgData name="Sebastian Andres Ulloa Quezada" userId="e3cba82caada5b63" providerId="LiveId" clId="{14418627-0181-4483-85E4-3BD2A40B9D5E}" dt="2022-06-24T17:47:22.606" v="635" actId="1076"/>
          <ac:spMkLst>
            <pc:docMk/>
            <pc:sldMk cId="1642188736" sldId="299"/>
            <ac:spMk id="6" creationId="{0B70F0C7-2215-E61A-8A8F-6831DEF041C6}"/>
          </ac:spMkLst>
        </pc:spChg>
      </pc:sldChg>
      <pc:sldChg chg="delSp modSp new mod">
        <pc:chgData name="Sebastian Andres Ulloa Quezada" userId="e3cba82caada5b63" providerId="LiveId" clId="{14418627-0181-4483-85E4-3BD2A40B9D5E}" dt="2022-06-24T17:47:40.896" v="640" actId="15"/>
        <pc:sldMkLst>
          <pc:docMk/>
          <pc:sldMk cId="1367659919" sldId="300"/>
        </pc:sldMkLst>
        <pc:spChg chg="del">
          <ac:chgData name="Sebastian Andres Ulloa Quezada" userId="e3cba82caada5b63" providerId="LiveId" clId="{14418627-0181-4483-85E4-3BD2A40B9D5E}" dt="2022-06-24T17:44:22.245" v="580" actId="478"/>
          <ac:spMkLst>
            <pc:docMk/>
            <pc:sldMk cId="1367659919" sldId="300"/>
            <ac:spMk id="2" creationId="{15E0036E-E872-BD37-B42B-DF78923944DF}"/>
          </ac:spMkLst>
        </pc:spChg>
        <pc:spChg chg="mod">
          <ac:chgData name="Sebastian Andres Ulloa Quezada" userId="e3cba82caada5b63" providerId="LiveId" clId="{14418627-0181-4483-85E4-3BD2A40B9D5E}" dt="2022-06-24T17:47:40.896" v="640" actId="15"/>
          <ac:spMkLst>
            <pc:docMk/>
            <pc:sldMk cId="1367659919" sldId="300"/>
            <ac:spMk id="3" creationId="{86BD764A-5D4C-391F-F250-C243012AFE7E}"/>
          </ac:spMkLst>
        </pc:spChg>
      </pc:sldChg>
      <pc:sldChg chg="addSp delSp modSp new mod">
        <pc:chgData name="Sebastian Andres Ulloa Quezada" userId="e3cba82caada5b63" providerId="LiveId" clId="{14418627-0181-4483-85E4-3BD2A40B9D5E}" dt="2022-06-24T17:44:59.524" v="604" actId="1076"/>
        <pc:sldMkLst>
          <pc:docMk/>
          <pc:sldMk cId="1224206929" sldId="301"/>
        </pc:sldMkLst>
        <pc:spChg chg="del">
          <ac:chgData name="Sebastian Andres Ulloa Quezada" userId="e3cba82caada5b63" providerId="LiveId" clId="{14418627-0181-4483-85E4-3BD2A40B9D5E}" dt="2022-06-24T17:44:57.713" v="602" actId="478"/>
          <ac:spMkLst>
            <pc:docMk/>
            <pc:sldMk cId="1224206929" sldId="301"/>
            <ac:spMk id="2" creationId="{C1127260-D385-A9FF-6D2F-8D2AD19C94CA}"/>
          </ac:spMkLst>
        </pc:spChg>
        <pc:spChg chg="del">
          <ac:chgData name="Sebastian Andres Ulloa Quezada" userId="e3cba82caada5b63" providerId="LiveId" clId="{14418627-0181-4483-85E4-3BD2A40B9D5E}" dt="2022-06-24T17:44:56.600" v="601" actId="478"/>
          <ac:spMkLst>
            <pc:docMk/>
            <pc:sldMk cId="1224206929" sldId="301"/>
            <ac:spMk id="3" creationId="{94C6F486-5371-CD17-A3FA-D45A039CEE56}"/>
          </ac:spMkLst>
        </pc:spChg>
        <pc:picChg chg="add mod">
          <ac:chgData name="Sebastian Andres Ulloa Quezada" userId="e3cba82caada5b63" providerId="LiveId" clId="{14418627-0181-4483-85E4-3BD2A40B9D5E}" dt="2022-06-24T17:44:59.524" v="604" actId="1076"/>
          <ac:picMkLst>
            <pc:docMk/>
            <pc:sldMk cId="1224206929" sldId="301"/>
            <ac:picMk id="13314" creationId="{1B4755CC-CC3B-AFF0-34D0-D34C49BA0281}"/>
          </ac:picMkLst>
        </pc:picChg>
      </pc:sldChg>
      <pc:sldChg chg="addSp delSp modSp new mod">
        <pc:chgData name="Sebastian Andres Ulloa Quezada" userId="e3cba82caada5b63" providerId="LiveId" clId="{14418627-0181-4483-85E4-3BD2A40B9D5E}" dt="2022-06-24T17:51:40.126" v="654" actId="1076"/>
        <pc:sldMkLst>
          <pc:docMk/>
          <pc:sldMk cId="2039850926" sldId="302"/>
        </pc:sldMkLst>
        <pc:spChg chg="del">
          <ac:chgData name="Sebastian Andres Ulloa Quezada" userId="e3cba82caada5b63" providerId="LiveId" clId="{14418627-0181-4483-85E4-3BD2A40B9D5E}" dt="2022-06-24T17:45:05.955" v="607" actId="478"/>
          <ac:spMkLst>
            <pc:docMk/>
            <pc:sldMk cId="2039850926" sldId="302"/>
            <ac:spMk id="2" creationId="{7B5DE9CE-5DCB-56B6-557C-22AAD32E10EA}"/>
          </ac:spMkLst>
        </pc:spChg>
        <pc:spChg chg="del">
          <ac:chgData name="Sebastian Andres Ulloa Quezada" userId="e3cba82caada5b63" providerId="LiveId" clId="{14418627-0181-4483-85E4-3BD2A40B9D5E}" dt="2022-06-24T17:45:04.963" v="606" actId="478"/>
          <ac:spMkLst>
            <pc:docMk/>
            <pc:sldMk cId="2039850926" sldId="302"/>
            <ac:spMk id="3" creationId="{8B8D86E5-813E-558E-7573-32D8F19E88B3}"/>
          </ac:spMkLst>
        </pc:spChg>
        <pc:spChg chg="add mod">
          <ac:chgData name="Sebastian Andres Ulloa Quezada" userId="e3cba82caada5b63" providerId="LiveId" clId="{14418627-0181-4483-85E4-3BD2A40B9D5E}" dt="2022-06-24T17:47:57.442" v="641" actId="108"/>
          <ac:spMkLst>
            <pc:docMk/>
            <pc:sldMk cId="2039850926" sldId="302"/>
            <ac:spMk id="5" creationId="{CE1E8C59-73C7-C882-07DC-B5CD0A3D54D2}"/>
          </ac:spMkLst>
        </pc:spChg>
        <pc:spChg chg="add mod">
          <ac:chgData name="Sebastian Andres Ulloa Quezada" userId="e3cba82caada5b63" providerId="LiveId" clId="{14418627-0181-4483-85E4-3BD2A40B9D5E}" dt="2022-06-24T17:48:40.415" v="652" actId="1076"/>
          <ac:spMkLst>
            <pc:docMk/>
            <pc:sldMk cId="2039850926" sldId="302"/>
            <ac:spMk id="7" creationId="{620D74A9-5E19-D5B1-8A29-46F5CA2DE71E}"/>
          </ac:spMkLst>
        </pc:spChg>
        <pc:spChg chg="add mod">
          <ac:chgData name="Sebastian Andres Ulloa Quezada" userId="e3cba82caada5b63" providerId="LiveId" clId="{14418627-0181-4483-85E4-3BD2A40B9D5E}" dt="2022-06-24T17:51:40.126" v="654" actId="1076"/>
          <ac:spMkLst>
            <pc:docMk/>
            <pc:sldMk cId="2039850926" sldId="302"/>
            <ac:spMk id="9" creationId="{99819CB2-6EC0-CA64-4729-3480B890DFE0}"/>
          </ac:spMkLst>
        </pc:spChg>
      </pc:sldChg>
      <pc:sldChg chg="addSp delSp modSp new mod">
        <pc:chgData name="Sebastian Andres Ulloa Quezada" userId="e3cba82caada5b63" providerId="LiveId" clId="{14418627-0181-4483-85E4-3BD2A40B9D5E}" dt="2022-06-24T17:58:47.872" v="703" actId="20577"/>
        <pc:sldMkLst>
          <pc:docMk/>
          <pc:sldMk cId="1405081498" sldId="303"/>
        </pc:sldMkLst>
        <pc:spChg chg="del">
          <ac:chgData name="Sebastian Andres Ulloa Quezada" userId="e3cba82caada5b63" providerId="LiveId" clId="{14418627-0181-4483-85E4-3BD2A40B9D5E}" dt="2022-06-24T17:56:46.631" v="671" actId="478"/>
          <ac:spMkLst>
            <pc:docMk/>
            <pc:sldMk cId="1405081498" sldId="303"/>
            <ac:spMk id="2" creationId="{58202E73-1A24-62C0-6631-298AAAD4C0B5}"/>
          </ac:spMkLst>
        </pc:spChg>
        <pc:spChg chg="del mod">
          <ac:chgData name="Sebastian Andres Ulloa Quezada" userId="e3cba82caada5b63" providerId="LiveId" clId="{14418627-0181-4483-85E4-3BD2A40B9D5E}" dt="2022-06-24T17:56:45.710" v="670" actId="478"/>
          <ac:spMkLst>
            <pc:docMk/>
            <pc:sldMk cId="1405081498" sldId="303"/>
            <ac:spMk id="3" creationId="{88A957C8-A1DE-8AC4-B540-D6B46D135292}"/>
          </ac:spMkLst>
        </pc:spChg>
        <pc:spChg chg="add mod">
          <ac:chgData name="Sebastian Andres Ulloa Quezada" userId="e3cba82caada5b63" providerId="LiveId" clId="{14418627-0181-4483-85E4-3BD2A40B9D5E}" dt="2022-06-24T17:58:25.746" v="692" actId="20577"/>
          <ac:spMkLst>
            <pc:docMk/>
            <pc:sldMk cId="1405081498" sldId="303"/>
            <ac:spMk id="7" creationId="{2550869A-16D2-C7C3-803E-72B451B8CC57}"/>
          </ac:spMkLst>
        </pc:spChg>
        <pc:spChg chg="add mod">
          <ac:chgData name="Sebastian Andres Ulloa Quezada" userId="e3cba82caada5b63" providerId="LiveId" clId="{14418627-0181-4483-85E4-3BD2A40B9D5E}" dt="2022-06-24T17:58:47.872" v="703" actId="20577"/>
          <ac:spMkLst>
            <pc:docMk/>
            <pc:sldMk cId="1405081498" sldId="303"/>
            <ac:spMk id="8" creationId="{E2811482-DA62-18E6-BC62-3523A6F8CE8E}"/>
          </ac:spMkLst>
        </pc:spChg>
        <pc:picChg chg="add del mod">
          <ac:chgData name="Sebastian Andres Ulloa Quezada" userId="e3cba82caada5b63" providerId="LiveId" clId="{14418627-0181-4483-85E4-3BD2A40B9D5E}" dt="2022-06-24T17:56:45.710" v="670" actId="478"/>
          <ac:picMkLst>
            <pc:docMk/>
            <pc:sldMk cId="1405081498" sldId="303"/>
            <ac:picMk id="17410" creationId="{4A509C37-306A-90B9-439A-5059CA341252}"/>
          </ac:picMkLst>
        </pc:picChg>
        <pc:picChg chg="add mod">
          <ac:chgData name="Sebastian Andres Ulloa Quezada" userId="e3cba82caada5b63" providerId="LiveId" clId="{14418627-0181-4483-85E4-3BD2A40B9D5E}" dt="2022-06-24T17:57:47.358" v="678" actId="1076"/>
          <ac:picMkLst>
            <pc:docMk/>
            <pc:sldMk cId="1405081498" sldId="303"/>
            <ac:picMk id="17412" creationId="{650B1E59-A7A4-8B8F-3966-BE612E81D909}"/>
          </ac:picMkLst>
        </pc:picChg>
      </pc:sldChg>
      <pc:sldChg chg="addSp delSp new del mod">
        <pc:chgData name="Sebastian Andres Ulloa Quezada" userId="e3cba82caada5b63" providerId="LiveId" clId="{14418627-0181-4483-85E4-3BD2A40B9D5E}" dt="2022-06-24T17:56:36.457" v="666" actId="47"/>
        <pc:sldMkLst>
          <pc:docMk/>
          <pc:sldMk cId="2414084981" sldId="303"/>
        </pc:sldMkLst>
        <pc:spChg chg="del">
          <ac:chgData name="Sebastian Andres Ulloa Quezada" userId="e3cba82caada5b63" providerId="LiveId" clId="{14418627-0181-4483-85E4-3BD2A40B9D5E}" dt="2022-06-24T17:52:05.087" v="657" actId="478"/>
          <ac:spMkLst>
            <pc:docMk/>
            <pc:sldMk cId="2414084981" sldId="303"/>
            <ac:spMk id="2" creationId="{BBA7A012-FA2E-DBAE-8954-96A613F6C633}"/>
          </ac:spMkLst>
        </pc:spChg>
        <pc:spChg chg="del">
          <ac:chgData name="Sebastian Andres Ulloa Quezada" userId="e3cba82caada5b63" providerId="LiveId" clId="{14418627-0181-4483-85E4-3BD2A40B9D5E}" dt="2022-06-24T17:52:04.311" v="656" actId="478"/>
          <ac:spMkLst>
            <pc:docMk/>
            <pc:sldMk cId="2414084981" sldId="303"/>
            <ac:spMk id="3" creationId="{23599755-616B-D578-E245-BA63D1511CE5}"/>
          </ac:spMkLst>
        </pc:spChg>
        <pc:picChg chg="add">
          <ac:chgData name="Sebastian Andres Ulloa Quezada" userId="e3cba82caada5b63" providerId="LiveId" clId="{14418627-0181-4483-85E4-3BD2A40B9D5E}" dt="2022-06-24T17:52:06.089" v="658"/>
          <ac:picMkLst>
            <pc:docMk/>
            <pc:sldMk cId="2414084981" sldId="303"/>
            <ac:picMk id="14338" creationId="{E399B5BF-C17B-203A-5955-BA9B11548099}"/>
          </ac:picMkLst>
        </pc:picChg>
      </pc:sldChg>
      <pc:sldChg chg="addSp modSp new del">
        <pc:chgData name="Sebastian Andres Ulloa Quezada" userId="e3cba82caada5b63" providerId="LiveId" clId="{14418627-0181-4483-85E4-3BD2A40B9D5E}" dt="2022-06-24T17:56:36.457" v="666" actId="47"/>
        <pc:sldMkLst>
          <pc:docMk/>
          <pc:sldMk cId="33753606" sldId="304"/>
        </pc:sldMkLst>
        <pc:picChg chg="add mod">
          <ac:chgData name="Sebastian Andres Ulloa Quezada" userId="e3cba82caada5b63" providerId="LiveId" clId="{14418627-0181-4483-85E4-3BD2A40B9D5E}" dt="2022-06-24T17:52:37.219" v="661" actId="1076"/>
          <ac:picMkLst>
            <pc:docMk/>
            <pc:sldMk cId="33753606" sldId="304"/>
            <ac:picMk id="15362" creationId="{E10C35E3-26F4-6450-41B5-CA7C3190C716}"/>
          </ac:picMkLst>
        </pc:picChg>
      </pc:sldChg>
      <pc:sldChg chg="addSp delSp modSp new mod">
        <pc:chgData name="Sebastian Andres Ulloa Quezada" userId="e3cba82caada5b63" providerId="LiveId" clId="{14418627-0181-4483-85E4-3BD2A40B9D5E}" dt="2022-06-24T17:57:23.299" v="677"/>
        <pc:sldMkLst>
          <pc:docMk/>
          <pc:sldMk cId="2923466957" sldId="304"/>
        </pc:sldMkLst>
        <pc:spChg chg="del mod">
          <ac:chgData name="Sebastian Andres Ulloa Quezada" userId="e3cba82caada5b63" providerId="LiveId" clId="{14418627-0181-4483-85E4-3BD2A40B9D5E}" dt="2022-06-24T17:56:55.602" v="676" actId="478"/>
          <ac:spMkLst>
            <pc:docMk/>
            <pc:sldMk cId="2923466957" sldId="304"/>
            <ac:spMk id="2" creationId="{2EB619A7-E1DD-E75F-D8BC-51419F5CF132}"/>
          </ac:spMkLst>
        </pc:spChg>
        <pc:spChg chg="del">
          <ac:chgData name="Sebastian Andres Ulloa Quezada" userId="e3cba82caada5b63" providerId="LiveId" clId="{14418627-0181-4483-85E4-3BD2A40B9D5E}" dt="2022-06-24T17:56:54.482" v="674" actId="478"/>
          <ac:spMkLst>
            <pc:docMk/>
            <pc:sldMk cId="2923466957" sldId="304"/>
            <ac:spMk id="3" creationId="{A5D43161-4E6E-5BEC-6D2B-01C459D1C588}"/>
          </ac:spMkLst>
        </pc:spChg>
        <pc:picChg chg="add">
          <ac:chgData name="Sebastian Andres Ulloa Quezada" userId="e3cba82caada5b63" providerId="LiveId" clId="{14418627-0181-4483-85E4-3BD2A40B9D5E}" dt="2022-06-24T17:57:23.299" v="677"/>
          <ac:picMkLst>
            <pc:docMk/>
            <pc:sldMk cId="2923466957" sldId="304"/>
            <ac:picMk id="18434" creationId="{0188ACD8-5BCA-D528-0709-8D0170B856C9}"/>
          </ac:picMkLst>
        </pc:picChg>
      </pc:sldChg>
      <pc:sldChg chg="addSp modSp new del">
        <pc:chgData name="Sebastian Andres Ulloa Quezada" userId="e3cba82caada5b63" providerId="LiveId" clId="{14418627-0181-4483-85E4-3BD2A40B9D5E}" dt="2022-06-24T17:56:36.457" v="666" actId="47"/>
        <pc:sldMkLst>
          <pc:docMk/>
          <pc:sldMk cId="1181150134" sldId="305"/>
        </pc:sldMkLst>
        <pc:picChg chg="add mod">
          <ac:chgData name="Sebastian Andres Ulloa Quezada" userId="e3cba82caada5b63" providerId="LiveId" clId="{14418627-0181-4483-85E4-3BD2A40B9D5E}" dt="2022-06-24T17:53:17.541" v="665" actId="1076"/>
          <ac:picMkLst>
            <pc:docMk/>
            <pc:sldMk cId="1181150134" sldId="305"/>
            <ac:picMk id="16386" creationId="{7F85D856-95C5-34E7-3477-26AECE926E88}"/>
          </ac:picMkLst>
        </pc:picChg>
      </pc:sldChg>
      <pc:sldChg chg="addSp delSp modSp new del mod">
        <pc:chgData name="Sebastian Andres Ulloa Quezada" userId="e3cba82caada5b63" providerId="LiveId" clId="{14418627-0181-4483-85E4-3BD2A40B9D5E}" dt="2022-06-24T19:57:44.308" v="717" actId="47"/>
        <pc:sldMkLst>
          <pc:docMk/>
          <pc:sldMk cId="3414933733" sldId="305"/>
        </pc:sldMkLst>
        <pc:spChg chg="del">
          <ac:chgData name="Sebastian Andres Ulloa Quezada" userId="e3cba82caada5b63" providerId="LiveId" clId="{14418627-0181-4483-85E4-3BD2A40B9D5E}" dt="2022-06-24T18:31:53.206" v="706" actId="478"/>
          <ac:spMkLst>
            <pc:docMk/>
            <pc:sldMk cId="3414933733" sldId="305"/>
            <ac:spMk id="2" creationId="{A46B29A5-4142-5A31-2113-8B3C8BAEFE09}"/>
          </ac:spMkLst>
        </pc:spChg>
        <pc:spChg chg="del">
          <ac:chgData name="Sebastian Andres Ulloa Quezada" userId="e3cba82caada5b63" providerId="LiveId" clId="{14418627-0181-4483-85E4-3BD2A40B9D5E}" dt="2022-06-24T18:31:52.108" v="705" actId="478"/>
          <ac:spMkLst>
            <pc:docMk/>
            <pc:sldMk cId="3414933733" sldId="305"/>
            <ac:spMk id="3" creationId="{F3C4BA1B-5E21-F7C3-2C04-4A475E8A6871}"/>
          </ac:spMkLst>
        </pc:spChg>
        <pc:spChg chg="add del">
          <ac:chgData name="Sebastian Andres Ulloa Quezada" userId="e3cba82caada5b63" providerId="LiveId" clId="{14418627-0181-4483-85E4-3BD2A40B9D5E}" dt="2022-06-24T18:32:23.686" v="708" actId="478"/>
          <ac:spMkLst>
            <pc:docMk/>
            <pc:sldMk cId="3414933733" sldId="305"/>
            <ac:spMk id="4" creationId="{FD94EEB2-783B-9F9B-366C-67199D2418D4}"/>
          </ac:spMkLst>
        </pc:spChg>
        <pc:spChg chg="add">
          <ac:chgData name="Sebastian Andres Ulloa Quezada" userId="e3cba82caada5b63" providerId="LiveId" clId="{14418627-0181-4483-85E4-3BD2A40B9D5E}" dt="2022-06-24T18:33:05.250" v="709"/>
          <ac:spMkLst>
            <pc:docMk/>
            <pc:sldMk cId="3414933733" sldId="305"/>
            <ac:spMk id="5" creationId="{6B84087B-EA8B-D232-1A2D-578D87069251}"/>
          </ac:spMkLst>
        </pc:spChg>
        <pc:picChg chg="add mod">
          <ac:chgData name="Sebastian Andres Ulloa Quezada" userId="e3cba82caada5b63" providerId="LiveId" clId="{14418627-0181-4483-85E4-3BD2A40B9D5E}" dt="2022-06-24T18:33:14.111" v="713" actId="1076"/>
          <ac:picMkLst>
            <pc:docMk/>
            <pc:sldMk cId="3414933733" sldId="305"/>
            <ac:picMk id="7" creationId="{0B48C3F0-1020-C505-1546-D756E0FA96F1}"/>
          </ac:picMkLst>
        </pc:picChg>
      </pc:sldChg>
      <pc:sldChg chg="modSp add del mod">
        <pc:chgData name="Sebastian Andres Ulloa Quezada" userId="e3cba82caada5b63" providerId="LiveId" clId="{14418627-0181-4483-85E4-3BD2A40B9D5E}" dt="2022-06-23T15:09:52.141" v="78" actId="47"/>
        <pc:sldMkLst>
          <pc:docMk/>
          <pc:sldMk cId="4229230240" sldId="429"/>
        </pc:sldMkLst>
        <pc:spChg chg="mod">
          <ac:chgData name="Sebastian Andres Ulloa Quezada" userId="e3cba82caada5b63" providerId="LiveId" clId="{14418627-0181-4483-85E4-3BD2A40B9D5E}" dt="2022-06-23T15:04:31.871" v="11" actId="1076"/>
          <ac:spMkLst>
            <pc:docMk/>
            <pc:sldMk cId="4229230240" sldId="429"/>
            <ac:spMk id="2" creationId="{09F9B561-340E-9BFF-3FFE-C47BAEABF557}"/>
          </ac:spMkLst>
        </pc:spChg>
      </pc:sldChg>
      <pc:sldChg chg="del">
        <pc:chgData name="Sebastian Andres Ulloa Quezada" userId="e3cba82caada5b63" providerId="LiveId" clId="{14418627-0181-4483-85E4-3BD2A40B9D5E}" dt="2022-06-23T14:29:27.494" v="2" actId="47"/>
        <pc:sldMkLst>
          <pc:docMk/>
          <pc:sldMk cId="86769961" sldId="430"/>
        </pc:sldMkLst>
      </pc:sldChg>
      <pc:sldChg chg="del">
        <pc:chgData name="Sebastian Andres Ulloa Quezada" userId="e3cba82caada5b63" providerId="LiveId" clId="{14418627-0181-4483-85E4-3BD2A40B9D5E}" dt="2022-06-23T14:29:27.494" v="2" actId="47"/>
        <pc:sldMkLst>
          <pc:docMk/>
          <pc:sldMk cId="4277537763" sldId="432"/>
        </pc:sldMkLst>
      </pc:sldChg>
      <pc:sldChg chg="del">
        <pc:chgData name="Sebastian Andres Ulloa Quezada" userId="e3cba82caada5b63" providerId="LiveId" clId="{14418627-0181-4483-85E4-3BD2A40B9D5E}" dt="2022-06-23T14:29:27.494" v="2" actId="47"/>
        <pc:sldMkLst>
          <pc:docMk/>
          <pc:sldMk cId="250125487" sldId="858"/>
        </pc:sldMkLst>
      </pc:sldChg>
      <pc:sldChg chg="del">
        <pc:chgData name="Sebastian Andres Ulloa Quezada" userId="e3cba82caada5b63" providerId="LiveId" clId="{14418627-0181-4483-85E4-3BD2A40B9D5E}" dt="2022-06-23T14:29:27.494" v="2" actId="47"/>
        <pc:sldMkLst>
          <pc:docMk/>
          <pc:sldMk cId="3638404002" sldId="859"/>
        </pc:sldMkLst>
      </pc:sldChg>
      <pc:sldChg chg="del">
        <pc:chgData name="Sebastian Andres Ulloa Quezada" userId="e3cba82caada5b63" providerId="LiveId" clId="{14418627-0181-4483-85E4-3BD2A40B9D5E}" dt="2022-06-23T14:29:27.494" v="2" actId="47"/>
        <pc:sldMkLst>
          <pc:docMk/>
          <pc:sldMk cId="3120710014" sldId="860"/>
        </pc:sldMkLst>
      </pc:sldChg>
      <pc:sldChg chg="del">
        <pc:chgData name="Sebastian Andres Ulloa Quezada" userId="e3cba82caada5b63" providerId="LiveId" clId="{14418627-0181-4483-85E4-3BD2A40B9D5E}" dt="2022-06-23T14:29:27.494" v="2" actId="47"/>
        <pc:sldMkLst>
          <pc:docMk/>
          <pc:sldMk cId="1603740505" sldId="861"/>
        </pc:sldMkLst>
      </pc:sldChg>
      <pc:sldMasterChg chg="delSldLayout">
        <pc:chgData name="Sebastian Andres Ulloa Quezada" userId="e3cba82caada5b63" providerId="LiveId" clId="{14418627-0181-4483-85E4-3BD2A40B9D5E}" dt="2022-06-23T14:31:45.699" v="4" actId="47"/>
        <pc:sldMasterMkLst>
          <pc:docMk/>
          <pc:sldMasterMk cId="3367451103" sldId="2147483648"/>
        </pc:sldMasterMkLst>
        <pc:sldLayoutChg chg="del">
          <pc:chgData name="Sebastian Andres Ulloa Quezada" userId="e3cba82caada5b63" providerId="LiveId" clId="{14418627-0181-4483-85E4-3BD2A40B9D5E}" dt="2022-06-23T14:31:45.699" v="4" actId="47"/>
          <pc:sldLayoutMkLst>
            <pc:docMk/>
            <pc:sldMasterMk cId="3367451103" sldId="2147483648"/>
            <pc:sldLayoutMk cId="2331707262"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6194B9-D819-4023-8836-D4831F4391A5}" type="datetimeFigureOut">
              <a:rPr lang="es-CL" smtClean="0"/>
              <a:t>23-06-2022</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00AE14-2E56-403E-A667-769D0F94AEE4}" type="slidenum">
              <a:rPr lang="es-CL" smtClean="0"/>
              <a:t>‹Nº›</a:t>
            </a:fld>
            <a:endParaRPr lang="es-CL"/>
          </a:p>
        </p:txBody>
      </p:sp>
    </p:spTree>
    <p:extLst>
      <p:ext uri="{BB962C8B-B14F-4D97-AF65-F5344CB8AC3E}">
        <p14:creationId xmlns:p14="http://schemas.microsoft.com/office/powerpoint/2010/main" val="301520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e04a3c4468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ge04a3c4468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e04a3c446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4" name="Google Shape;304;ge04a3c446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e04a3c4468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ge04a3c4468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1" name="Google Shape;33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7" name="Google Shape;35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4" name="Google Shape;36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6" name="Google Shape;39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4" name="Google Shape;40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BEB18C-FCB5-4FE4-87CF-B0E3F8F4011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7A7BC569-1745-48A8-B42A-DE4FD30FE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9D6920DF-1E4B-4A67-B41B-5ED32B836145}"/>
              </a:ext>
            </a:extLst>
          </p:cNvPr>
          <p:cNvSpPr>
            <a:spLocks noGrp="1"/>
          </p:cNvSpPr>
          <p:nvPr>
            <p:ph type="dt" sz="half" idx="10"/>
          </p:nvPr>
        </p:nvSpPr>
        <p:spPr/>
        <p:txBody>
          <a:bodyPr/>
          <a:lstStyle/>
          <a:p>
            <a:fld id="{06E1020F-2890-4D3B-B6EA-BF2FFFF16D76}" type="datetimeFigureOut">
              <a:rPr lang="es-CL" smtClean="0"/>
              <a:t>23-06-2022</a:t>
            </a:fld>
            <a:endParaRPr lang="es-CL"/>
          </a:p>
        </p:txBody>
      </p:sp>
      <p:sp>
        <p:nvSpPr>
          <p:cNvPr id="5" name="Marcador de pie de página 4">
            <a:extLst>
              <a:ext uri="{FF2B5EF4-FFF2-40B4-BE49-F238E27FC236}">
                <a16:creationId xmlns:a16="http://schemas.microsoft.com/office/drawing/2014/main" id="{F42207B7-03F3-406E-B363-19C31176BD0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EB129A9-0376-4B81-AFA6-F5ED3373ACC8}"/>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29518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B553F-AA8B-4862-827F-EEF7B6AF02F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D7C41F4-A68F-415D-A124-A91B328843D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8CD49357-7BC0-4AFC-8022-624E8B1E8B0A}"/>
              </a:ext>
            </a:extLst>
          </p:cNvPr>
          <p:cNvSpPr>
            <a:spLocks noGrp="1"/>
          </p:cNvSpPr>
          <p:nvPr>
            <p:ph type="dt" sz="half" idx="10"/>
          </p:nvPr>
        </p:nvSpPr>
        <p:spPr/>
        <p:txBody>
          <a:bodyPr/>
          <a:lstStyle/>
          <a:p>
            <a:fld id="{06E1020F-2890-4D3B-B6EA-BF2FFFF16D76}" type="datetimeFigureOut">
              <a:rPr lang="es-CL" smtClean="0"/>
              <a:t>23-06-2022</a:t>
            </a:fld>
            <a:endParaRPr lang="es-CL"/>
          </a:p>
        </p:txBody>
      </p:sp>
      <p:sp>
        <p:nvSpPr>
          <p:cNvPr id="5" name="Marcador de pie de página 4">
            <a:extLst>
              <a:ext uri="{FF2B5EF4-FFF2-40B4-BE49-F238E27FC236}">
                <a16:creationId xmlns:a16="http://schemas.microsoft.com/office/drawing/2014/main" id="{A25A650C-F190-491F-AD3D-0FD23A1C529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2665670E-59C2-4703-A96A-A956C41EC5E0}"/>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392678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BB11F4-F867-41B2-9FB6-9771064AFA4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B2B305F-36B1-4022-B77F-403C2752D5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F50DB7D-003D-4427-A9D6-AD1BF68D41C8}"/>
              </a:ext>
            </a:extLst>
          </p:cNvPr>
          <p:cNvSpPr>
            <a:spLocks noGrp="1"/>
          </p:cNvSpPr>
          <p:nvPr>
            <p:ph type="dt" sz="half" idx="10"/>
          </p:nvPr>
        </p:nvSpPr>
        <p:spPr/>
        <p:txBody>
          <a:bodyPr/>
          <a:lstStyle/>
          <a:p>
            <a:fld id="{06E1020F-2890-4D3B-B6EA-BF2FFFF16D76}" type="datetimeFigureOut">
              <a:rPr lang="es-CL" smtClean="0"/>
              <a:t>23-06-2022</a:t>
            </a:fld>
            <a:endParaRPr lang="es-CL"/>
          </a:p>
        </p:txBody>
      </p:sp>
      <p:sp>
        <p:nvSpPr>
          <p:cNvPr id="5" name="Marcador de pie de página 4">
            <a:extLst>
              <a:ext uri="{FF2B5EF4-FFF2-40B4-BE49-F238E27FC236}">
                <a16:creationId xmlns:a16="http://schemas.microsoft.com/office/drawing/2014/main" id="{14AA3486-3ED4-4A58-B3C8-B2A6D5AC50B8}"/>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CEF18C7-65B7-49A0-896D-9CD26EAF584D}"/>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3665231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9265CE-D306-4678-A1AD-8B1E9BC6824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80DA6931-7B45-4AA8-A2AF-150E3CBD023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1EC08749-FF8D-415C-987A-B7B90B0AA46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CB400639-9D6C-49E1-A221-00784C8916C1}"/>
              </a:ext>
            </a:extLst>
          </p:cNvPr>
          <p:cNvSpPr>
            <a:spLocks noGrp="1"/>
          </p:cNvSpPr>
          <p:nvPr>
            <p:ph type="dt" sz="half" idx="10"/>
          </p:nvPr>
        </p:nvSpPr>
        <p:spPr/>
        <p:txBody>
          <a:bodyPr/>
          <a:lstStyle/>
          <a:p>
            <a:fld id="{06E1020F-2890-4D3B-B6EA-BF2FFFF16D76}" type="datetimeFigureOut">
              <a:rPr lang="es-CL" smtClean="0"/>
              <a:t>23-06-2022</a:t>
            </a:fld>
            <a:endParaRPr lang="es-CL"/>
          </a:p>
        </p:txBody>
      </p:sp>
      <p:sp>
        <p:nvSpPr>
          <p:cNvPr id="6" name="Marcador de pie de página 5">
            <a:extLst>
              <a:ext uri="{FF2B5EF4-FFF2-40B4-BE49-F238E27FC236}">
                <a16:creationId xmlns:a16="http://schemas.microsoft.com/office/drawing/2014/main" id="{3379730B-5962-4CA8-9311-C0C55560422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D239088-7307-47AC-AEBE-B18AAA7493EE}"/>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842677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A7CB8C-8FB5-435C-A719-4C5F3A55AA8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582A6E03-5848-472A-9182-2832A26B8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14BFEC9-469D-4EDF-8895-E2A2AF9E809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6E3ECCC-1239-4E7C-AFF8-B9C0B5A9FD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43E52CC-3E7B-415B-982B-C3A2E58923C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C0E6ED8-B980-4139-BF3B-1ACABCE5CEFA}"/>
              </a:ext>
            </a:extLst>
          </p:cNvPr>
          <p:cNvSpPr>
            <a:spLocks noGrp="1"/>
          </p:cNvSpPr>
          <p:nvPr>
            <p:ph type="dt" sz="half" idx="10"/>
          </p:nvPr>
        </p:nvSpPr>
        <p:spPr/>
        <p:txBody>
          <a:bodyPr/>
          <a:lstStyle/>
          <a:p>
            <a:fld id="{06E1020F-2890-4D3B-B6EA-BF2FFFF16D76}" type="datetimeFigureOut">
              <a:rPr lang="es-CL" smtClean="0"/>
              <a:t>23-06-2022</a:t>
            </a:fld>
            <a:endParaRPr lang="es-CL"/>
          </a:p>
        </p:txBody>
      </p:sp>
      <p:sp>
        <p:nvSpPr>
          <p:cNvPr id="8" name="Marcador de pie de página 7">
            <a:extLst>
              <a:ext uri="{FF2B5EF4-FFF2-40B4-BE49-F238E27FC236}">
                <a16:creationId xmlns:a16="http://schemas.microsoft.com/office/drawing/2014/main" id="{1C76B8E0-7A17-4008-94C5-E41919FA7F34}"/>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7EAEEABC-BA7D-4990-801B-EAC869404968}"/>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741497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AA8205-4636-4BE2-A54E-00788B58C5F3}"/>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3C4E80B-0189-4E18-A222-9C8C613F7C80}"/>
              </a:ext>
            </a:extLst>
          </p:cNvPr>
          <p:cNvSpPr>
            <a:spLocks noGrp="1"/>
          </p:cNvSpPr>
          <p:nvPr>
            <p:ph type="dt" sz="half" idx="10"/>
          </p:nvPr>
        </p:nvSpPr>
        <p:spPr/>
        <p:txBody>
          <a:bodyPr/>
          <a:lstStyle/>
          <a:p>
            <a:fld id="{06E1020F-2890-4D3B-B6EA-BF2FFFF16D76}" type="datetimeFigureOut">
              <a:rPr lang="es-CL" smtClean="0"/>
              <a:t>23-06-2022</a:t>
            </a:fld>
            <a:endParaRPr lang="es-CL"/>
          </a:p>
        </p:txBody>
      </p:sp>
      <p:sp>
        <p:nvSpPr>
          <p:cNvPr id="4" name="Marcador de pie de página 3">
            <a:extLst>
              <a:ext uri="{FF2B5EF4-FFF2-40B4-BE49-F238E27FC236}">
                <a16:creationId xmlns:a16="http://schemas.microsoft.com/office/drawing/2014/main" id="{2B06F4F9-DC2B-40A2-97DA-9D8D91D9BF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C37AB72-E63D-4181-8AAB-C0D2854F49AB}"/>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611323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7016EE6-8658-4E81-AF81-49FDFC45D90A}"/>
              </a:ext>
            </a:extLst>
          </p:cNvPr>
          <p:cNvSpPr>
            <a:spLocks noGrp="1"/>
          </p:cNvSpPr>
          <p:nvPr>
            <p:ph type="dt" sz="half" idx="10"/>
          </p:nvPr>
        </p:nvSpPr>
        <p:spPr/>
        <p:txBody>
          <a:bodyPr/>
          <a:lstStyle/>
          <a:p>
            <a:fld id="{06E1020F-2890-4D3B-B6EA-BF2FFFF16D76}" type="datetimeFigureOut">
              <a:rPr lang="es-CL" smtClean="0"/>
              <a:t>23-06-2022</a:t>
            </a:fld>
            <a:endParaRPr lang="es-CL"/>
          </a:p>
        </p:txBody>
      </p:sp>
      <p:sp>
        <p:nvSpPr>
          <p:cNvPr id="3" name="Marcador de pie de página 2">
            <a:extLst>
              <a:ext uri="{FF2B5EF4-FFF2-40B4-BE49-F238E27FC236}">
                <a16:creationId xmlns:a16="http://schemas.microsoft.com/office/drawing/2014/main" id="{36671D31-8524-4484-A858-43DBCBB103D7}"/>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DB81062F-5508-4C5A-9871-7B25C1F57267}"/>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2785239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4E5FAB-CAC2-4FF5-A19F-F4B093959D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1EB91E2-C285-4929-AF28-BFD2A58207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BDCCCD3-53BF-4BDD-93C8-501B67723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5E955A9-7BA8-46A3-8314-1438477E8A12}"/>
              </a:ext>
            </a:extLst>
          </p:cNvPr>
          <p:cNvSpPr>
            <a:spLocks noGrp="1"/>
          </p:cNvSpPr>
          <p:nvPr>
            <p:ph type="dt" sz="half" idx="10"/>
          </p:nvPr>
        </p:nvSpPr>
        <p:spPr/>
        <p:txBody>
          <a:bodyPr/>
          <a:lstStyle/>
          <a:p>
            <a:fld id="{06E1020F-2890-4D3B-B6EA-BF2FFFF16D76}" type="datetimeFigureOut">
              <a:rPr lang="es-CL" smtClean="0"/>
              <a:t>23-06-2022</a:t>
            </a:fld>
            <a:endParaRPr lang="es-CL"/>
          </a:p>
        </p:txBody>
      </p:sp>
      <p:sp>
        <p:nvSpPr>
          <p:cNvPr id="6" name="Marcador de pie de página 5">
            <a:extLst>
              <a:ext uri="{FF2B5EF4-FFF2-40B4-BE49-F238E27FC236}">
                <a16:creationId xmlns:a16="http://schemas.microsoft.com/office/drawing/2014/main" id="{AEAF77C2-5C22-4CF2-B03E-999EB933001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D8AA25C7-589B-4E34-AF1F-BE3EB6601451}"/>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32981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925706-09A8-4B13-901D-FB968446254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0F6BC845-A8D0-49FE-9B4C-3E61980892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D1E8419C-20CF-4337-9D69-543C0584A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6EB6B5A-D6F8-4AF8-B3E2-86396157B5A1}"/>
              </a:ext>
            </a:extLst>
          </p:cNvPr>
          <p:cNvSpPr>
            <a:spLocks noGrp="1"/>
          </p:cNvSpPr>
          <p:nvPr>
            <p:ph type="dt" sz="half" idx="10"/>
          </p:nvPr>
        </p:nvSpPr>
        <p:spPr/>
        <p:txBody>
          <a:bodyPr/>
          <a:lstStyle/>
          <a:p>
            <a:fld id="{06E1020F-2890-4D3B-B6EA-BF2FFFF16D76}" type="datetimeFigureOut">
              <a:rPr lang="es-CL" smtClean="0"/>
              <a:t>23-06-2022</a:t>
            </a:fld>
            <a:endParaRPr lang="es-CL"/>
          </a:p>
        </p:txBody>
      </p:sp>
      <p:sp>
        <p:nvSpPr>
          <p:cNvPr id="6" name="Marcador de pie de página 5">
            <a:extLst>
              <a:ext uri="{FF2B5EF4-FFF2-40B4-BE49-F238E27FC236}">
                <a16:creationId xmlns:a16="http://schemas.microsoft.com/office/drawing/2014/main" id="{3A0708F8-9DF6-4BB1-A519-F33336DCA32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A640141-BDEC-43E2-8A43-F053476A025A}"/>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4245579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D96508-6566-4B8C-80EB-0BDBFEC0B60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520CDD96-AF5D-4952-B2F5-B912D798F3A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4B2377C-086D-40AF-AE49-2B2E6674EE42}"/>
              </a:ext>
            </a:extLst>
          </p:cNvPr>
          <p:cNvSpPr>
            <a:spLocks noGrp="1"/>
          </p:cNvSpPr>
          <p:nvPr>
            <p:ph type="dt" sz="half" idx="10"/>
          </p:nvPr>
        </p:nvSpPr>
        <p:spPr/>
        <p:txBody>
          <a:bodyPr/>
          <a:lstStyle/>
          <a:p>
            <a:fld id="{06E1020F-2890-4D3B-B6EA-BF2FFFF16D76}" type="datetimeFigureOut">
              <a:rPr lang="es-CL" smtClean="0"/>
              <a:t>23-06-2022</a:t>
            </a:fld>
            <a:endParaRPr lang="es-CL"/>
          </a:p>
        </p:txBody>
      </p:sp>
      <p:sp>
        <p:nvSpPr>
          <p:cNvPr id="5" name="Marcador de pie de página 4">
            <a:extLst>
              <a:ext uri="{FF2B5EF4-FFF2-40B4-BE49-F238E27FC236}">
                <a16:creationId xmlns:a16="http://schemas.microsoft.com/office/drawing/2014/main" id="{298CBAC9-DBF3-40BB-A191-B0262B5203F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A35AB9C-052B-4D6A-A249-16BADC2BF0DF}"/>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3041872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D55AA02-1C2B-43EB-936D-7B887B78027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FA61B6-3B25-4413-8106-3254CB467A8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0502D9B-AE90-4478-9C5F-A10B1ED13C8D}"/>
              </a:ext>
            </a:extLst>
          </p:cNvPr>
          <p:cNvSpPr>
            <a:spLocks noGrp="1"/>
          </p:cNvSpPr>
          <p:nvPr>
            <p:ph type="dt" sz="half" idx="10"/>
          </p:nvPr>
        </p:nvSpPr>
        <p:spPr/>
        <p:txBody>
          <a:bodyPr/>
          <a:lstStyle/>
          <a:p>
            <a:fld id="{06E1020F-2890-4D3B-B6EA-BF2FFFF16D76}" type="datetimeFigureOut">
              <a:rPr lang="es-CL" smtClean="0"/>
              <a:t>23-06-2022</a:t>
            </a:fld>
            <a:endParaRPr lang="es-CL"/>
          </a:p>
        </p:txBody>
      </p:sp>
      <p:sp>
        <p:nvSpPr>
          <p:cNvPr id="5" name="Marcador de pie de página 4">
            <a:extLst>
              <a:ext uri="{FF2B5EF4-FFF2-40B4-BE49-F238E27FC236}">
                <a16:creationId xmlns:a16="http://schemas.microsoft.com/office/drawing/2014/main" id="{635D8025-7AB8-44A7-8C25-4670B96F9C7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E870545-3F8D-4D57-940C-57F35C7AA7E5}"/>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001908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16" name="Google Shape;16;p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MX" smtClean="0"/>
              <a:pPr/>
              <a:t>‹Nº›</a:t>
            </a:fld>
            <a:endParaRPr lang="es-MX"/>
          </a:p>
        </p:txBody>
      </p:sp>
    </p:spTree>
    <p:extLst>
      <p:ext uri="{BB962C8B-B14F-4D97-AF65-F5344CB8AC3E}">
        <p14:creationId xmlns:p14="http://schemas.microsoft.com/office/powerpoint/2010/main" val="148435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F9CF74D-E24E-465D-BDE2-E55957E4E6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77D1D08-938E-451A-8241-29CA6BD289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4B55F070-F80B-4924-8F8F-4CAEB8DD3B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E1020F-2890-4D3B-B6EA-BF2FFFF16D76}" type="datetimeFigureOut">
              <a:rPr lang="es-CL" smtClean="0"/>
              <a:t>23-06-2022</a:t>
            </a:fld>
            <a:endParaRPr lang="es-CL"/>
          </a:p>
        </p:txBody>
      </p:sp>
      <p:sp>
        <p:nvSpPr>
          <p:cNvPr id="5" name="Marcador de pie de página 4">
            <a:extLst>
              <a:ext uri="{FF2B5EF4-FFF2-40B4-BE49-F238E27FC236}">
                <a16:creationId xmlns:a16="http://schemas.microsoft.com/office/drawing/2014/main" id="{4CC05B6A-F080-44BD-8DF4-FCC133F451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2DB98326-717A-4C7E-90A1-96D4D9632E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5FB1AE-D7CB-402F-BA8E-26785F07C898}" type="slidenum">
              <a:rPr lang="es-CL" smtClean="0"/>
              <a:t>‹Nº›</a:t>
            </a:fld>
            <a:endParaRPr lang="es-CL"/>
          </a:p>
        </p:txBody>
      </p:sp>
    </p:spTree>
    <p:extLst>
      <p:ext uri="{BB962C8B-B14F-4D97-AF65-F5344CB8AC3E}">
        <p14:creationId xmlns:p14="http://schemas.microsoft.com/office/powerpoint/2010/main" val="3367451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hyperlink" Target="https://en.wikipedia.org/wiki/Teuvo_Kohonen" TargetMode="External"/><Relationship Id="rId1" Type="http://schemas.openxmlformats.org/officeDocument/2006/relationships/slideLayout" Target="../slideLayouts/slideLayout12.xml"/><Relationship Id="rId4" Type="http://schemas.openxmlformats.org/officeDocument/2006/relationships/hyperlink" Target="http://cis.legacy.ics.tkk.fi/panus/papers/dtwsom.pd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hyperlink" Target="http://www.cis.hut.fi/research/som-research/" TargetMode="Externa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JunHyeok96/DeepFake" TargetMode="Externa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4">
            <a:extLst>
              <a:ext uri="{FF2B5EF4-FFF2-40B4-BE49-F238E27FC236}">
                <a16:creationId xmlns:a16="http://schemas.microsoft.com/office/drawing/2014/main" id="{5F0DFEF2-015D-499F-AECE-1C9F1019D4B2}"/>
              </a:ext>
            </a:extLst>
          </p:cNvPr>
          <p:cNvGraphicFramePr>
            <a:graphicFrameLocks noGrp="1"/>
          </p:cNvGraphicFramePr>
          <p:nvPr>
            <p:extLst>
              <p:ext uri="{D42A27DB-BD31-4B8C-83A1-F6EECF244321}">
                <p14:modId xmlns:p14="http://schemas.microsoft.com/office/powerpoint/2010/main" val="1996489518"/>
              </p:ext>
            </p:extLst>
          </p:nvPr>
        </p:nvGraphicFramePr>
        <p:xfrm>
          <a:off x="0" y="0"/>
          <a:ext cx="12192000" cy="68580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446312468"/>
                    </a:ext>
                  </a:extLst>
                </a:gridCol>
                <a:gridCol w="2438400">
                  <a:extLst>
                    <a:ext uri="{9D8B030D-6E8A-4147-A177-3AD203B41FA5}">
                      <a16:colId xmlns:a16="http://schemas.microsoft.com/office/drawing/2014/main" val="678679980"/>
                    </a:ext>
                  </a:extLst>
                </a:gridCol>
                <a:gridCol w="2438400">
                  <a:extLst>
                    <a:ext uri="{9D8B030D-6E8A-4147-A177-3AD203B41FA5}">
                      <a16:colId xmlns:a16="http://schemas.microsoft.com/office/drawing/2014/main" val="4151945094"/>
                    </a:ext>
                  </a:extLst>
                </a:gridCol>
                <a:gridCol w="2438400">
                  <a:extLst>
                    <a:ext uri="{9D8B030D-6E8A-4147-A177-3AD203B41FA5}">
                      <a16:colId xmlns:a16="http://schemas.microsoft.com/office/drawing/2014/main" val="2132859141"/>
                    </a:ext>
                  </a:extLst>
                </a:gridCol>
                <a:gridCol w="2438400">
                  <a:extLst>
                    <a:ext uri="{9D8B030D-6E8A-4147-A177-3AD203B41FA5}">
                      <a16:colId xmlns:a16="http://schemas.microsoft.com/office/drawing/2014/main" val="382557360"/>
                    </a:ext>
                  </a:extLst>
                </a:gridCol>
              </a:tblGrid>
              <a:tr h="6858000">
                <a:tc>
                  <a:txBody>
                    <a:bodyPr/>
                    <a:lstStyle/>
                    <a:p>
                      <a:endParaRPr lang="es-CL" dirty="0"/>
                    </a:p>
                  </a:txBody>
                  <a:tcPr>
                    <a:solidFill>
                      <a:srgbClr val="BF3F4A"/>
                    </a:solidFill>
                  </a:tcPr>
                </a:tc>
                <a:tc>
                  <a:txBody>
                    <a:bodyPr/>
                    <a:lstStyle/>
                    <a:p>
                      <a:endParaRPr lang="es-CL" dirty="0"/>
                    </a:p>
                  </a:txBody>
                  <a:tcPr>
                    <a:solidFill>
                      <a:srgbClr val="D94862"/>
                    </a:solidFill>
                  </a:tcPr>
                </a:tc>
                <a:tc>
                  <a:txBody>
                    <a:bodyPr/>
                    <a:lstStyle/>
                    <a:p>
                      <a:endParaRPr lang="es-CL" dirty="0"/>
                    </a:p>
                  </a:txBody>
                  <a:tcPr>
                    <a:solidFill>
                      <a:srgbClr val="2C3359"/>
                    </a:solidFill>
                  </a:tcPr>
                </a:tc>
                <a:tc>
                  <a:txBody>
                    <a:bodyPr/>
                    <a:lstStyle/>
                    <a:p>
                      <a:endParaRPr lang="es-CL" dirty="0"/>
                    </a:p>
                  </a:txBody>
                  <a:tcPr>
                    <a:solidFill>
                      <a:srgbClr val="3B8DBF"/>
                    </a:solidFill>
                  </a:tcPr>
                </a:tc>
                <a:tc>
                  <a:txBody>
                    <a:bodyPr/>
                    <a:lstStyle/>
                    <a:p>
                      <a:endParaRPr lang="es-CL" dirty="0"/>
                    </a:p>
                  </a:txBody>
                  <a:tcPr>
                    <a:solidFill>
                      <a:srgbClr val="7ED9D0"/>
                    </a:solidFill>
                  </a:tcPr>
                </a:tc>
                <a:extLst>
                  <a:ext uri="{0D108BD9-81ED-4DB2-BD59-A6C34878D82A}">
                    <a16:rowId xmlns:a16="http://schemas.microsoft.com/office/drawing/2014/main" val="4140433137"/>
                  </a:ext>
                </a:extLst>
              </a:tr>
            </a:tbl>
          </a:graphicData>
        </a:graphic>
      </p:graphicFrame>
    </p:spTree>
    <p:extLst>
      <p:ext uri="{BB962C8B-B14F-4D97-AF65-F5344CB8AC3E}">
        <p14:creationId xmlns:p14="http://schemas.microsoft.com/office/powerpoint/2010/main" val="316403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C3359"/>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827A918-39AC-44E7-8C06-EF719EF149C0}"/>
              </a:ext>
            </a:extLst>
          </p:cNvPr>
          <p:cNvSpPr txBox="1"/>
          <p:nvPr/>
        </p:nvSpPr>
        <p:spPr>
          <a:xfrm>
            <a:off x="181555" y="1636424"/>
            <a:ext cx="8815747" cy="2492990"/>
          </a:xfrm>
          <a:prstGeom prst="rect">
            <a:avLst/>
          </a:prstGeom>
          <a:noFill/>
        </p:spPr>
        <p:txBody>
          <a:bodyPr wrap="none" rtlCol="0">
            <a:spAutoFit/>
          </a:bodyPr>
          <a:lstStyle/>
          <a:p>
            <a:r>
              <a:rPr lang="en-US" sz="6000" dirty="0">
                <a:solidFill>
                  <a:schemeClr val="bg1"/>
                </a:solidFill>
                <a:latin typeface="Abadi Extra Light" panose="020B0204020104020204" pitchFamily="34" charset="0"/>
              </a:rPr>
              <a:t>Redes </a:t>
            </a:r>
            <a:r>
              <a:rPr lang="en-US" sz="6000" dirty="0" err="1">
                <a:solidFill>
                  <a:schemeClr val="bg1"/>
                </a:solidFill>
                <a:latin typeface="Abadi Extra Light" panose="020B0204020104020204" pitchFamily="34" charset="0"/>
              </a:rPr>
              <a:t>Neuronales</a:t>
            </a:r>
            <a:r>
              <a:rPr lang="en-US" sz="6000" dirty="0">
                <a:solidFill>
                  <a:schemeClr val="bg1"/>
                </a:solidFill>
                <a:latin typeface="Abadi Extra Light" panose="020B0204020104020204" pitchFamily="34" charset="0"/>
              </a:rPr>
              <a:t> </a:t>
            </a:r>
            <a:r>
              <a:rPr lang="es-CL" sz="6000" dirty="0">
                <a:solidFill>
                  <a:schemeClr val="bg1"/>
                </a:solidFill>
                <a:latin typeface="Abadi Extra Light" panose="020B0204020104020204" pitchFamily="34" charset="0"/>
              </a:rPr>
              <a:t>Artificiales</a:t>
            </a:r>
          </a:p>
          <a:p>
            <a:r>
              <a:rPr lang="es-CL" sz="3200" dirty="0">
                <a:solidFill>
                  <a:schemeClr val="bg1"/>
                </a:solidFill>
                <a:latin typeface="Abadi Extra Light" panose="020B0204020104020204" pitchFamily="34" charset="0"/>
              </a:rPr>
              <a:t>Semestre Otoño 2022 </a:t>
            </a:r>
          </a:p>
          <a:p>
            <a:endParaRPr lang="es-CL" sz="3200" dirty="0">
              <a:solidFill>
                <a:schemeClr val="bg1"/>
              </a:solidFill>
              <a:latin typeface="Abadi Extra Light" panose="020B0204020104020204" pitchFamily="34" charset="0"/>
            </a:endParaRPr>
          </a:p>
          <a:p>
            <a:r>
              <a:rPr lang="es-CL" sz="3200" dirty="0">
                <a:solidFill>
                  <a:schemeClr val="bg1"/>
                </a:solidFill>
                <a:latin typeface="Abadi Extra Light" panose="020B0204020104020204" pitchFamily="34" charset="0"/>
              </a:rPr>
              <a:t>Modulo 4</a:t>
            </a:r>
          </a:p>
        </p:txBody>
      </p:sp>
    </p:spTree>
    <p:extLst>
      <p:ext uri="{BB962C8B-B14F-4D97-AF65-F5344CB8AC3E}">
        <p14:creationId xmlns:p14="http://schemas.microsoft.com/office/powerpoint/2010/main" val="48814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3" name="Google Shape;293;p48"/>
          <p:cNvSpPr txBox="1"/>
          <p:nvPr/>
        </p:nvSpPr>
        <p:spPr>
          <a:xfrm>
            <a:off x="868396" y="2150953"/>
            <a:ext cx="10455200" cy="2954793"/>
          </a:xfrm>
          <a:prstGeom prst="rect">
            <a:avLst/>
          </a:prstGeom>
          <a:noFill/>
          <a:ln>
            <a:noFill/>
          </a:ln>
        </p:spPr>
        <p:txBody>
          <a:bodyPr spcFirstLastPara="1" wrap="square" lIns="121900" tIns="60933" rIns="121900" bIns="60933" anchor="t" anchorCtr="0">
            <a:spAutoFit/>
          </a:bodyPr>
          <a:lstStyle/>
          <a:p>
            <a:pPr algn="just"/>
            <a:r>
              <a:rPr lang="es-MX" sz="2667" b="1" dirty="0">
                <a:solidFill>
                  <a:schemeClr val="dk1"/>
                </a:solidFill>
                <a:latin typeface="Abadi Extra Light" panose="020B0204020104020204" pitchFamily="34" charset="0"/>
                <a:ea typeface="Helvetica Neue"/>
                <a:cs typeface="Helvetica Neue"/>
                <a:sym typeface="Helvetica Neue"/>
              </a:rPr>
              <a:t>Infieren patrones de un conjunto de datos sin referencia a resultados conocidos o etiquetados</a:t>
            </a:r>
            <a:r>
              <a:rPr lang="es-MX" sz="2667" dirty="0">
                <a:solidFill>
                  <a:schemeClr val="dk1"/>
                </a:solidFill>
                <a:latin typeface="Abadi Extra Light" panose="020B0204020104020204" pitchFamily="34" charset="0"/>
                <a:ea typeface="Helvetica Neue Light"/>
                <a:cs typeface="Helvetica Neue Light"/>
                <a:sym typeface="Helvetica Neue Light"/>
              </a:rPr>
              <a:t>, esto significa en otras palabras, que no cuenta con una variable “y” sólo tengo “X”.</a:t>
            </a:r>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r>
              <a:rPr lang="es-MX" sz="2667" dirty="0">
                <a:solidFill>
                  <a:schemeClr val="dk1"/>
                </a:solidFill>
                <a:latin typeface="Abadi Extra Light" panose="020B0204020104020204" pitchFamily="34" charset="0"/>
                <a:ea typeface="Helvetica Neue Light"/>
                <a:cs typeface="Helvetica Neue Light"/>
                <a:sym typeface="Helvetica Neue Light"/>
              </a:rPr>
              <a:t>👉 Veamos algunas diferencias respecto al Aprendizaje Supervisado. </a:t>
            </a:r>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endParaRPr sz="2533" dirty="0">
              <a:solidFill>
                <a:schemeClr val="dk1"/>
              </a:solidFill>
              <a:latin typeface="Abadi Extra Light" panose="020B0204020104020204" pitchFamily="34" charset="0"/>
              <a:ea typeface="Helvetica Neue Light"/>
              <a:cs typeface="Helvetica Neue Light"/>
              <a:sym typeface="Helvetica Neue Light"/>
            </a:endParaRPr>
          </a:p>
          <a:p>
            <a:pPr algn="just"/>
            <a:endParaRPr sz="2533" dirty="0">
              <a:solidFill>
                <a:schemeClr val="dk1"/>
              </a:solidFill>
              <a:latin typeface="Abadi Extra Light" panose="020B0204020104020204" pitchFamily="34" charset="0"/>
              <a:ea typeface="Helvetica Neue Light"/>
              <a:cs typeface="Helvetica Neue Light"/>
              <a:sym typeface="Helvetica Neue Light"/>
            </a:endParaRPr>
          </a:p>
        </p:txBody>
      </p:sp>
      <p:sp>
        <p:nvSpPr>
          <p:cNvPr id="294" name="Google Shape;294;p48"/>
          <p:cNvSpPr txBox="1"/>
          <p:nvPr/>
        </p:nvSpPr>
        <p:spPr>
          <a:xfrm>
            <a:off x="868395" y="739253"/>
            <a:ext cx="10455200" cy="930400"/>
          </a:xfrm>
          <a:prstGeom prst="rect">
            <a:avLst/>
          </a:prstGeom>
          <a:noFill/>
          <a:ln>
            <a:noFill/>
          </a:ln>
        </p:spPr>
        <p:txBody>
          <a:bodyPr spcFirstLastPara="1" wrap="square" lIns="121900" tIns="121900" rIns="121900" bIns="121900" anchor="t" anchorCtr="0">
            <a:noAutofit/>
          </a:bodyPr>
          <a:lstStyle/>
          <a:p>
            <a:pPr>
              <a:lnSpc>
                <a:spcPct val="115000"/>
              </a:lnSpc>
              <a:buClr>
                <a:srgbClr val="000000"/>
              </a:buClr>
              <a:buSzPts val="2200"/>
            </a:pPr>
            <a:r>
              <a:rPr lang="es-MX" sz="3600" dirty="0">
                <a:solidFill>
                  <a:srgbClr val="00B0F0"/>
                </a:solidFill>
                <a:latin typeface="Abadi Extra Light" panose="020B0204020104020204" pitchFamily="34" charset="0"/>
                <a:ea typeface="+mj-ea"/>
                <a:cs typeface="+mj-cs"/>
                <a:sym typeface="Anton"/>
              </a:rPr>
              <a:t>Aprendizaje</a:t>
            </a:r>
            <a:r>
              <a:rPr lang="es-MX" sz="4667" i="1" dirty="0">
                <a:solidFill>
                  <a:srgbClr val="000000"/>
                </a:solidFill>
                <a:latin typeface="Anton"/>
                <a:ea typeface="Anton"/>
                <a:cs typeface="Anton"/>
                <a:sym typeface="Anton"/>
              </a:rPr>
              <a:t> </a:t>
            </a:r>
            <a:r>
              <a:rPr lang="es-MX" sz="3600" dirty="0">
                <a:solidFill>
                  <a:srgbClr val="00B0F0"/>
                </a:solidFill>
                <a:latin typeface="Abadi Extra Light" panose="020B0204020104020204" pitchFamily="34" charset="0"/>
                <a:ea typeface="+mj-ea"/>
                <a:cs typeface="+mj-cs"/>
                <a:sym typeface="Anton"/>
              </a:rPr>
              <a:t>No Supervisado</a:t>
            </a:r>
            <a:endParaRPr sz="3600" dirty="0">
              <a:solidFill>
                <a:srgbClr val="00B0F0"/>
              </a:solidFill>
              <a:latin typeface="Abadi Extra Light" panose="020B0204020104020204" pitchFamily="34" charset="0"/>
              <a:ea typeface="+mj-ea"/>
              <a:cs typeface="+mj-cs"/>
              <a:sym typeface="Anto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7" name="Google Shape;307;p50"/>
          <p:cNvSpPr txBox="1"/>
          <p:nvPr/>
        </p:nvSpPr>
        <p:spPr>
          <a:xfrm>
            <a:off x="931195" y="1854345"/>
            <a:ext cx="10791600" cy="707768"/>
          </a:xfrm>
          <a:prstGeom prst="rect">
            <a:avLst/>
          </a:prstGeom>
          <a:noFill/>
          <a:ln>
            <a:noFill/>
          </a:ln>
        </p:spPr>
        <p:txBody>
          <a:bodyPr spcFirstLastPara="1" wrap="square" lIns="121900" tIns="60933" rIns="121900" bIns="60933" anchor="t" anchorCtr="0">
            <a:spAutoFit/>
          </a:bodyPr>
          <a:lstStyle/>
          <a:p>
            <a:pPr algn="just">
              <a:lnSpc>
                <a:spcPct val="150000"/>
              </a:lnSpc>
            </a:pPr>
            <a:endParaRPr sz="2533">
              <a:solidFill>
                <a:schemeClr val="dk1"/>
              </a:solidFill>
              <a:latin typeface="Helvetica Neue Light"/>
              <a:ea typeface="Helvetica Neue Light"/>
              <a:cs typeface="Helvetica Neue Light"/>
              <a:sym typeface="Helvetica Neue Light"/>
            </a:endParaRPr>
          </a:p>
        </p:txBody>
      </p:sp>
      <p:sp>
        <p:nvSpPr>
          <p:cNvPr id="308" name="Google Shape;308;p50"/>
          <p:cNvSpPr txBox="1"/>
          <p:nvPr/>
        </p:nvSpPr>
        <p:spPr>
          <a:xfrm>
            <a:off x="239667" y="1494433"/>
            <a:ext cx="11564400" cy="5438051"/>
          </a:xfrm>
          <a:prstGeom prst="rect">
            <a:avLst/>
          </a:prstGeom>
          <a:noFill/>
          <a:ln>
            <a:noFill/>
          </a:ln>
        </p:spPr>
        <p:txBody>
          <a:bodyPr spcFirstLastPara="1" wrap="square" lIns="121900" tIns="121900" rIns="121900" bIns="121900" anchor="t" anchorCtr="0">
            <a:spAutoFit/>
          </a:bodyPr>
          <a:lstStyle/>
          <a:p>
            <a:pPr marL="609585" indent="-474121" algn="just">
              <a:lnSpc>
                <a:spcPct val="115000"/>
              </a:lnSpc>
              <a:buClr>
                <a:srgbClr val="3CEFAB"/>
              </a:buClr>
              <a:buSzPts val="2000"/>
              <a:buFont typeface="Helvetica Neue Light"/>
              <a:buChar char="●"/>
            </a:pPr>
            <a:r>
              <a:rPr lang="es-MX" sz="2667" dirty="0">
                <a:solidFill>
                  <a:schemeClr val="dk1"/>
                </a:solidFill>
                <a:highlight>
                  <a:schemeClr val="lt1"/>
                </a:highlight>
                <a:latin typeface="Abadi Extra Light" panose="020B0204020104020204" pitchFamily="34" charset="0"/>
                <a:ea typeface="Helvetica Neue Light"/>
                <a:cs typeface="Helvetica Neue Light"/>
                <a:sym typeface="Helvetica Neue Light"/>
              </a:rPr>
              <a:t>S</a:t>
            </a:r>
            <a:r>
              <a:rPr lang="es-MX" sz="2667" dirty="0">
                <a:solidFill>
                  <a:schemeClr val="dk1"/>
                </a:solidFill>
                <a:latin typeface="Abadi Extra Light" panose="020B0204020104020204" pitchFamily="34" charset="0"/>
                <a:ea typeface="Helvetica Neue Light"/>
                <a:cs typeface="Helvetica Neue Light"/>
                <a:sym typeface="Helvetica Neue Light"/>
              </a:rPr>
              <a:t>us métodos no se pueden aplicar directamente a un problema de regresión o clasificación, porque no tenemos idea de cuáles deberían ser los valores de los datos de salida. 👉 </a:t>
            </a:r>
            <a:r>
              <a:rPr lang="es-MX" sz="2667" b="1" dirty="0">
                <a:solidFill>
                  <a:schemeClr val="dk1"/>
                </a:solidFill>
                <a:latin typeface="Abadi Extra Light" panose="020B0204020104020204" pitchFamily="34" charset="0"/>
                <a:ea typeface="Helvetica Neue"/>
                <a:cs typeface="Helvetica Neue"/>
                <a:sym typeface="Helvetica Neue"/>
              </a:rPr>
              <a:t>Recordemos que la variable es desconocida.</a:t>
            </a:r>
          </a:p>
          <a:p>
            <a:pPr marL="609585" indent="-474121" algn="just">
              <a:lnSpc>
                <a:spcPct val="115000"/>
              </a:lnSpc>
              <a:buClr>
                <a:srgbClr val="3CEFAB"/>
              </a:buClr>
              <a:buSzPts val="2000"/>
              <a:buFont typeface="Helvetica Neue Light"/>
              <a:buChar char="●"/>
            </a:pPr>
            <a:endParaRPr sz="2667" b="1" dirty="0">
              <a:solidFill>
                <a:schemeClr val="dk1"/>
              </a:solidFill>
              <a:latin typeface="Abadi Extra Light" panose="020B0204020104020204" pitchFamily="34" charset="0"/>
              <a:ea typeface="Helvetica Neue"/>
              <a:cs typeface="Helvetica Neue"/>
              <a:sym typeface="Helvetica Neue"/>
            </a:endParaRPr>
          </a:p>
          <a:p>
            <a:pPr marL="609585" indent="-474121" algn="just">
              <a:lnSpc>
                <a:spcPct val="115000"/>
              </a:lnSpc>
              <a:buClr>
                <a:srgbClr val="3CEFAB"/>
              </a:buClr>
              <a:buSzPts val="2000"/>
              <a:buFont typeface="Helvetica Neue Light"/>
              <a:buChar char="●"/>
            </a:pPr>
            <a:r>
              <a:rPr lang="es-MX" sz="2667" dirty="0">
                <a:solidFill>
                  <a:schemeClr val="dk1"/>
                </a:solidFill>
                <a:latin typeface="Abadi Extra Light" panose="020B0204020104020204" pitchFamily="34" charset="0"/>
                <a:ea typeface="Helvetica Neue Light"/>
                <a:cs typeface="Helvetica Neue Light"/>
                <a:sym typeface="Helvetica Neue Light"/>
              </a:rPr>
              <a:t>Puede utilizarse para </a:t>
            </a:r>
            <a:r>
              <a:rPr lang="es-MX" sz="2667" b="1" dirty="0">
                <a:solidFill>
                  <a:schemeClr val="dk1"/>
                </a:solidFill>
                <a:latin typeface="Abadi Extra Light" panose="020B0204020104020204" pitchFamily="34" charset="0"/>
                <a:ea typeface="Helvetica Neue"/>
                <a:cs typeface="Helvetica Neue"/>
                <a:sym typeface="Helvetica Neue"/>
              </a:rPr>
              <a:t>descubrir la estructura subyacente de los datos.</a:t>
            </a:r>
          </a:p>
          <a:p>
            <a:pPr marL="609585" indent="-474121" algn="just">
              <a:lnSpc>
                <a:spcPct val="115000"/>
              </a:lnSpc>
              <a:buClr>
                <a:srgbClr val="3CEFAB"/>
              </a:buClr>
              <a:buSzPts val="2000"/>
              <a:buFont typeface="Helvetica Neue Light"/>
              <a:buChar char="●"/>
            </a:pPr>
            <a:endParaRPr sz="2667" b="1" dirty="0">
              <a:solidFill>
                <a:schemeClr val="dk1"/>
              </a:solidFill>
              <a:latin typeface="Abadi Extra Light" panose="020B0204020104020204" pitchFamily="34" charset="0"/>
              <a:ea typeface="Helvetica Neue"/>
              <a:cs typeface="Helvetica Neue"/>
              <a:sym typeface="Helvetica Neue"/>
            </a:endParaRPr>
          </a:p>
          <a:p>
            <a:pPr marL="609585" indent="-474121" algn="just">
              <a:lnSpc>
                <a:spcPct val="115000"/>
              </a:lnSpc>
              <a:buClr>
                <a:srgbClr val="3DFFBC"/>
              </a:buClr>
              <a:buSzPts val="2000"/>
              <a:buFont typeface="Helvetica Neue Light"/>
              <a:buChar char="●"/>
            </a:pPr>
            <a:r>
              <a:rPr lang="es-MX" sz="2667" dirty="0">
                <a:solidFill>
                  <a:schemeClr val="dk1"/>
                </a:solidFill>
                <a:latin typeface="Abadi Extra Light" panose="020B0204020104020204" pitchFamily="34" charset="0"/>
                <a:ea typeface="Helvetica Neue Light"/>
                <a:cs typeface="Helvetica Neue Light"/>
                <a:sym typeface="Helvetica Neue Light"/>
              </a:rPr>
              <a:t>Permiten realizar </a:t>
            </a:r>
            <a:r>
              <a:rPr lang="es-MX" sz="2667" b="1" dirty="0">
                <a:solidFill>
                  <a:schemeClr val="dk1"/>
                </a:solidFill>
                <a:latin typeface="Abadi Extra Light" panose="020B0204020104020204" pitchFamily="34" charset="0"/>
                <a:ea typeface="Helvetica Neue"/>
                <a:cs typeface="Helvetica Neue"/>
                <a:sym typeface="Helvetica Neue"/>
              </a:rPr>
              <a:t>tareas de procesamiento más complejas</a:t>
            </a:r>
            <a:r>
              <a:rPr lang="es-MX" sz="2667" dirty="0">
                <a:solidFill>
                  <a:schemeClr val="dk1"/>
                </a:solidFill>
                <a:latin typeface="Abadi Extra Light" panose="020B0204020104020204" pitchFamily="34" charset="0"/>
                <a:ea typeface="Helvetica Neue Light"/>
                <a:cs typeface="Helvetica Neue Light"/>
                <a:sym typeface="Helvetica Neue Light"/>
              </a:rPr>
              <a:t>. Puede ser más impredecible en comparación con otros métodos de aprendizaje naturales.</a:t>
            </a:r>
          </a:p>
          <a:p>
            <a:pPr marL="609585" indent="-474121" algn="just">
              <a:lnSpc>
                <a:spcPct val="115000"/>
              </a:lnSpc>
              <a:buClr>
                <a:srgbClr val="3DFFBC"/>
              </a:buClr>
              <a:buSzPts val="2000"/>
              <a:buFont typeface="Helvetica Neue Light"/>
              <a:buChar char="●"/>
            </a:pPr>
            <a:endParaRPr sz="2667" dirty="0">
              <a:solidFill>
                <a:schemeClr val="dk1"/>
              </a:solidFill>
              <a:latin typeface="Abadi Extra Light" panose="020B0204020104020204" pitchFamily="34" charset="0"/>
              <a:ea typeface="Helvetica Neue Light"/>
              <a:cs typeface="Helvetica Neue Light"/>
              <a:sym typeface="Helvetica Neue Light"/>
            </a:endParaRPr>
          </a:p>
          <a:p>
            <a:pPr marL="609585" indent="-474121" algn="just">
              <a:lnSpc>
                <a:spcPct val="115000"/>
              </a:lnSpc>
              <a:buClr>
                <a:srgbClr val="3DFFBC"/>
              </a:buClr>
              <a:buSzPts val="2000"/>
              <a:buFont typeface="Helvetica Neue Light"/>
              <a:buChar char="●"/>
            </a:pPr>
            <a:r>
              <a:rPr lang="es-MX" sz="2667" dirty="0">
                <a:solidFill>
                  <a:schemeClr val="dk1"/>
                </a:solidFill>
                <a:latin typeface="Abadi Extra Light" panose="020B0204020104020204" pitchFamily="34" charset="0"/>
                <a:ea typeface="Helvetica Neue Light"/>
                <a:cs typeface="Helvetica Neue Light"/>
                <a:sym typeface="Helvetica Neue Light"/>
              </a:rPr>
              <a:t>Se utilizan para </a:t>
            </a:r>
            <a:r>
              <a:rPr lang="es-MX" sz="2667" b="1" dirty="0">
                <a:solidFill>
                  <a:schemeClr val="dk1"/>
                </a:solidFill>
                <a:latin typeface="Abadi Extra Light" panose="020B0204020104020204" pitchFamily="34" charset="0"/>
                <a:ea typeface="Helvetica Neue"/>
                <a:cs typeface="Helvetica Neue"/>
                <a:sym typeface="Helvetica Neue"/>
              </a:rPr>
              <a:t>agrupar los datos no estructurados según sus similitudes y patrones</a:t>
            </a:r>
            <a:r>
              <a:rPr lang="es-MX" sz="2667" dirty="0">
                <a:solidFill>
                  <a:schemeClr val="dk1"/>
                </a:solidFill>
                <a:latin typeface="Abadi Extra Light" panose="020B0204020104020204" pitchFamily="34" charset="0"/>
                <a:ea typeface="Helvetica Neue Light"/>
                <a:cs typeface="Helvetica Neue Light"/>
                <a:sym typeface="Helvetica Neue Light"/>
              </a:rPr>
              <a:t> distintos en el conjunto de datos. </a:t>
            </a:r>
            <a:endParaRPr sz="2667" dirty="0">
              <a:solidFill>
                <a:schemeClr val="dk1"/>
              </a:solidFill>
              <a:latin typeface="Abadi Extra Light" panose="020B0204020104020204" pitchFamily="34" charset="0"/>
              <a:ea typeface="Helvetica Neue Light"/>
              <a:cs typeface="Helvetica Neue Light"/>
              <a:sym typeface="Helvetica Neue Light"/>
            </a:endParaRPr>
          </a:p>
        </p:txBody>
      </p:sp>
      <p:sp>
        <p:nvSpPr>
          <p:cNvPr id="309" name="Google Shape;309;p50"/>
          <p:cNvSpPr txBox="1"/>
          <p:nvPr/>
        </p:nvSpPr>
        <p:spPr>
          <a:xfrm>
            <a:off x="868395" y="536053"/>
            <a:ext cx="10455200" cy="930400"/>
          </a:xfrm>
          <a:prstGeom prst="rect">
            <a:avLst/>
          </a:prstGeom>
          <a:noFill/>
          <a:ln>
            <a:noFill/>
          </a:ln>
        </p:spPr>
        <p:txBody>
          <a:bodyPr spcFirstLastPara="1" wrap="square" lIns="121900" tIns="121900" rIns="121900" bIns="121900" anchor="t" anchorCtr="0">
            <a:noAutofit/>
          </a:bodyPr>
          <a:lstStyle/>
          <a:p>
            <a:pPr>
              <a:lnSpc>
                <a:spcPct val="115000"/>
              </a:lnSpc>
              <a:buClr>
                <a:srgbClr val="000000"/>
              </a:buClr>
              <a:buSzPts val="2200"/>
            </a:pPr>
            <a:r>
              <a:rPr lang="es-MX" sz="3600" dirty="0">
                <a:solidFill>
                  <a:srgbClr val="00B0F0"/>
                </a:solidFill>
                <a:latin typeface="Abadi Extra Light" panose="020B0204020104020204" pitchFamily="34" charset="0"/>
                <a:ea typeface="+mj-ea"/>
                <a:cs typeface="+mj-cs"/>
                <a:sym typeface="Anton"/>
              </a:rPr>
              <a:t>Diferencias</a:t>
            </a:r>
            <a:endParaRPr sz="3600" dirty="0">
              <a:solidFill>
                <a:srgbClr val="00B0F0"/>
              </a:solidFill>
              <a:latin typeface="Abadi Extra Light" panose="020B0204020104020204" pitchFamily="34" charset="0"/>
              <a:ea typeface="+mj-ea"/>
              <a:cs typeface="+mj-cs"/>
              <a:sym typeface="Anto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5" name="Google Shape;315;p51"/>
          <p:cNvSpPr txBox="1"/>
          <p:nvPr/>
        </p:nvSpPr>
        <p:spPr>
          <a:xfrm>
            <a:off x="975200" y="1834667"/>
            <a:ext cx="10241600" cy="3796306"/>
          </a:xfrm>
          <a:prstGeom prst="rect">
            <a:avLst/>
          </a:prstGeom>
          <a:noFill/>
          <a:ln>
            <a:noFill/>
          </a:ln>
        </p:spPr>
        <p:txBody>
          <a:bodyPr spcFirstLastPara="1" wrap="square" lIns="121900" tIns="60933" rIns="121900" bIns="60933" anchor="t" anchorCtr="0">
            <a:spAutoFit/>
          </a:bodyPr>
          <a:lstStyle/>
          <a:p>
            <a:pPr algn="ctr"/>
            <a:r>
              <a:rPr lang="es-MX" sz="2667" b="1" i="1" dirty="0">
                <a:solidFill>
                  <a:schemeClr val="dk1"/>
                </a:solidFill>
                <a:latin typeface="Helvetica Neue"/>
                <a:ea typeface="Helvetica Neue"/>
                <a:cs typeface="Helvetica Neue"/>
                <a:sym typeface="Helvetica Neue"/>
              </a:rPr>
              <a:t>en el Aprendizaje No Supervisado</a:t>
            </a:r>
            <a:endParaRPr sz="2667" b="1" i="1" dirty="0">
              <a:solidFill>
                <a:schemeClr val="dk1"/>
              </a:solidFill>
              <a:latin typeface="Helvetica Neue"/>
              <a:ea typeface="Helvetica Neue"/>
              <a:cs typeface="Helvetica Neue"/>
              <a:sym typeface="Helvetica Neue"/>
            </a:endParaRPr>
          </a:p>
          <a:p>
            <a:pPr algn="just"/>
            <a:endParaRPr sz="2533" dirty="0">
              <a:solidFill>
                <a:schemeClr val="dk1"/>
              </a:solidFill>
              <a:latin typeface="Helvetica Neue Light"/>
              <a:ea typeface="Helvetica Neue Light"/>
              <a:cs typeface="Helvetica Neue Light"/>
              <a:sym typeface="Helvetica Neue Light"/>
            </a:endParaRPr>
          </a:p>
          <a:p>
            <a:pPr algn="just"/>
            <a:r>
              <a:rPr lang="es-MX" sz="2667" dirty="0">
                <a:solidFill>
                  <a:schemeClr val="dk1"/>
                </a:solidFill>
                <a:latin typeface="Helvetica Neue Light"/>
                <a:ea typeface="Helvetica Neue Light"/>
                <a:cs typeface="Helvetica Neue Light"/>
                <a:sym typeface="Helvetica Neue Light"/>
              </a:rPr>
              <a:t>→ No hay una variable objetivo (variable de salida). </a:t>
            </a:r>
            <a:endParaRPr sz="2667" dirty="0">
              <a:solidFill>
                <a:schemeClr val="dk1"/>
              </a:solidFill>
              <a:latin typeface="Helvetica Neue Light"/>
              <a:ea typeface="Helvetica Neue Light"/>
              <a:cs typeface="Helvetica Neue Light"/>
              <a:sym typeface="Helvetica Neue Light"/>
            </a:endParaRPr>
          </a:p>
          <a:p>
            <a:pPr marL="609585" algn="just"/>
            <a:endParaRPr sz="2667" dirty="0">
              <a:solidFill>
                <a:schemeClr val="dk1"/>
              </a:solidFill>
              <a:latin typeface="Helvetica Neue Light"/>
              <a:ea typeface="Helvetica Neue Light"/>
              <a:cs typeface="Helvetica Neue Light"/>
              <a:sym typeface="Helvetica Neue Light"/>
            </a:endParaRPr>
          </a:p>
          <a:p>
            <a:pPr algn="just"/>
            <a:r>
              <a:rPr lang="es-MX" sz="2667" dirty="0">
                <a:solidFill>
                  <a:schemeClr val="dk1"/>
                </a:solidFill>
                <a:latin typeface="Helvetica Neue Light"/>
                <a:ea typeface="Helvetica Neue Light"/>
                <a:cs typeface="Helvetica Neue Light"/>
                <a:sym typeface="Helvetica Neue Light"/>
              </a:rPr>
              <a:t>→ No hay variables que ayudan a predecir a la variable de salida. </a:t>
            </a:r>
            <a:endParaRPr sz="2667" dirty="0">
              <a:solidFill>
                <a:schemeClr val="dk1"/>
              </a:solidFill>
              <a:latin typeface="Helvetica Neue Light"/>
              <a:ea typeface="Helvetica Neue Light"/>
              <a:cs typeface="Helvetica Neue Light"/>
              <a:sym typeface="Helvetica Neue Light"/>
            </a:endParaRPr>
          </a:p>
          <a:p>
            <a:pPr marL="609585" algn="just"/>
            <a:endParaRPr sz="2667" dirty="0">
              <a:solidFill>
                <a:schemeClr val="dk1"/>
              </a:solidFill>
              <a:latin typeface="Helvetica Neue Light"/>
              <a:ea typeface="Helvetica Neue Light"/>
              <a:cs typeface="Helvetica Neue Light"/>
              <a:sym typeface="Helvetica Neue Light"/>
            </a:endParaRPr>
          </a:p>
          <a:p>
            <a:pPr algn="just"/>
            <a:r>
              <a:rPr lang="es-MX" sz="2667" dirty="0">
                <a:solidFill>
                  <a:schemeClr val="dk1"/>
                </a:solidFill>
                <a:latin typeface="Helvetica Neue Light"/>
                <a:ea typeface="Helvetica Neue Light"/>
                <a:cs typeface="Helvetica Neue Light"/>
                <a:sym typeface="Helvetica Neue Light"/>
              </a:rPr>
              <a:t>→ Todas las variables tienen la misma importancia. </a:t>
            </a:r>
            <a:endParaRPr sz="2667" dirty="0">
              <a:solidFill>
                <a:schemeClr val="dk1"/>
              </a:solidFill>
              <a:latin typeface="Helvetica Neue Light"/>
              <a:ea typeface="Helvetica Neue Light"/>
              <a:cs typeface="Helvetica Neue Light"/>
              <a:sym typeface="Helvetica Neue Light"/>
            </a:endParaRPr>
          </a:p>
          <a:p>
            <a:pPr marL="609585" algn="just"/>
            <a:endParaRPr sz="2667" dirty="0">
              <a:solidFill>
                <a:schemeClr val="dk1"/>
              </a:solidFill>
              <a:latin typeface="Helvetica Neue Light"/>
              <a:ea typeface="Helvetica Neue Light"/>
              <a:cs typeface="Helvetica Neue Light"/>
              <a:sym typeface="Helvetica Neue Light"/>
            </a:endParaRPr>
          </a:p>
          <a:p>
            <a:pPr algn="just"/>
            <a:r>
              <a:rPr lang="es-MX" sz="2667" dirty="0">
                <a:solidFill>
                  <a:schemeClr val="dk1"/>
                </a:solidFill>
                <a:latin typeface="Helvetica Neue Light"/>
                <a:ea typeface="Helvetica Neue Light"/>
                <a:cs typeface="Helvetica Neue Light"/>
                <a:sym typeface="Helvetica Neue Light"/>
              </a:rPr>
              <a:t>→ Se busca la interdependencia de las variables.</a:t>
            </a:r>
            <a:endParaRPr sz="2667" dirty="0">
              <a:solidFill>
                <a:schemeClr val="dk1"/>
              </a:solidFill>
              <a:latin typeface="Didact Gothic"/>
              <a:ea typeface="Didact Gothic"/>
              <a:cs typeface="Didact Gothic"/>
              <a:sym typeface="Didact Gothic"/>
            </a:endParaRPr>
          </a:p>
        </p:txBody>
      </p:sp>
      <p:sp>
        <p:nvSpPr>
          <p:cNvPr id="316" name="Google Shape;316;p51"/>
          <p:cNvSpPr txBox="1"/>
          <p:nvPr/>
        </p:nvSpPr>
        <p:spPr>
          <a:xfrm>
            <a:off x="-66926" y="579870"/>
            <a:ext cx="4000000" cy="902835"/>
          </a:xfrm>
          <a:prstGeom prst="rect">
            <a:avLst/>
          </a:prstGeom>
          <a:noFill/>
          <a:ln>
            <a:noFill/>
          </a:ln>
        </p:spPr>
        <p:txBody>
          <a:bodyPr spcFirstLastPara="1" wrap="square" lIns="121900" tIns="121900" rIns="121900" bIns="121900" anchor="t" anchorCtr="0">
            <a:spAutoFit/>
          </a:bodyPr>
          <a:lstStyle/>
          <a:p>
            <a:pPr algn="ctr"/>
            <a:r>
              <a:rPr lang="es-MX" sz="4267" b="1" i="1" dirty="0">
                <a:solidFill>
                  <a:schemeClr val="dk1"/>
                </a:solidFill>
                <a:latin typeface="Anton"/>
                <a:ea typeface="Anton"/>
                <a:cs typeface="Anton"/>
                <a:sym typeface="Anton"/>
              </a:rPr>
              <a:t> </a:t>
            </a:r>
            <a:r>
              <a:rPr lang="es-MX" sz="3600" dirty="0">
                <a:solidFill>
                  <a:srgbClr val="00B0F0"/>
                </a:solidFill>
                <a:latin typeface="Abadi Extra Light" panose="020B0204020104020204" pitchFamily="34" charset="0"/>
                <a:ea typeface="+mj-ea"/>
                <a:cs typeface="+mj-cs"/>
                <a:sym typeface="Anton"/>
              </a:rPr>
              <a:t>En Resumen</a:t>
            </a:r>
            <a:endParaRPr sz="3600" dirty="0">
              <a:solidFill>
                <a:srgbClr val="00B0F0"/>
              </a:solidFill>
              <a:latin typeface="Abadi Extra Light" panose="020B0204020104020204" pitchFamily="34" charset="0"/>
              <a:ea typeface="+mj-ea"/>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694000" y="57343"/>
            <a:ext cx="10804000" cy="3881393"/>
          </a:xfrm>
          <a:prstGeom prst="rect">
            <a:avLst/>
          </a:prstGeom>
          <a:noFill/>
          <a:ln>
            <a:noFill/>
          </a:ln>
        </p:spPr>
        <p:txBody>
          <a:bodyPr spcFirstLastPara="1" wrap="square" lIns="121900" tIns="60933" rIns="121900" bIns="60933" anchor="t" anchorCtr="0">
            <a:spAutoFit/>
          </a:bodyPr>
          <a:lstStyle/>
          <a:p>
            <a:pPr algn="just"/>
            <a:endParaRPr sz="2533" dirty="0">
              <a:solidFill>
                <a:schemeClr val="dk1"/>
              </a:solidFill>
              <a:latin typeface="Abadi Extra Light" panose="020B0204020104020204" pitchFamily="34" charset="0"/>
              <a:ea typeface="Helvetica Neue Light"/>
              <a:cs typeface="Helvetica Neue Light"/>
              <a:sym typeface="Helvetica Neue Light"/>
            </a:endParaRPr>
          </a:p>
          <a:p>
            <a:pPr>
              <a:lnSpc>
                <a:spcPct val="115000"/>
              </a:lnSpc>
              <a:buClr>
                <a:srgbClr val="000000"/>
              </a:buClr>
              <a:buSzPts val="2200"/>
            </a:pPr>
            <a:r>
              <a:rPr lang="es-MX" sz="2800" dirty="0">
                <a:solidFill>
                  <a:srgbClr val="00B0F0"/>
                </a:solidFill>
                <a:latin typeface="Abadi Extra Light" panose="020B0204020104020204" pitchFamily="34" charset="0"/>
                <a:ea typeface="+mj-ea"/>
                <a:cs typeface="+mj-cs"/>
                <a:sym typeface="Helvetica Neue Light"/>
              </a:rPr>
              <a:t>Los algoritmos de </a:t>
            </a:r>
            <a:r>
              <a:rPr lang="es-MX" sz="2800" dirty="0">
                <a:solidFill>
                  <a:srgbClr val="00B0F0"/>
                </a:solidFill>
                <a:latin typeface="Abadi Extra Light" panose="020B0204020104020204" pitchFamily="34" charset="0"/>
                <a:ea typeface="+mj-ea"/>
                <a:cs typeface="+mj-cs"/>
                <a:sym typeface="Helvetica Neue"/>
              </a:rPr>
              <a:t>Aprendizaje no Supervisado</a:t>
            </a:r>
            <a:r>
              <a:rPr lang="es-MX" sz="2800" dirty="0">
                <a:solidFill>
                  <a:srgbClr val="00B0F0"/>
                </a:solidFill>
                <a:latin typeface="Abadi Extra Light" panose="020B0204020104020204" pitchFamily="34" charset="0"/>
                <a:ea typeface="+mj-ea"/>
                <a:cs typeface="+mj-cs"/>
                <a:sym typeface="Helvetica Neue Light"/>
              </a:rPr>
              <a:t> están acostumbrados a:</a:t>
            </a:r>
            <a:endParaRPr sz="2800" dirty="0">
              <a:solidFill>
                <a:srgbClr val="00B0F0"/>
              </a:solidFill>
              <a:latin typeface="Abadi Extra Light" panose="020B0204020104020204" pitchFamily="34" charset="0"/>
              <a:ea typeface="+mj-ea"/>
              <a:cs typeface="+mj-cs"/>
              <a:sym typeface="Helvetica Neue Light"/>
            </a:endParaRPr>
          </a:p>
          <a:p>
            <a:pPr algn="just"/>
            <a:endParaRPr sz="2667" dirty="0">
              <a:solidFill>
                <a:schemeClr val="dk1"/>
              </a:solidFill>
              <a:latin typeface="Abadi Extra Light" panose="020B0204020104020204" pitchFamily="34" charset="0"/>
              <a:ea typeface="Helvetica Neue Light"/>
              <a:cs typeface="Helvetica Neue Light"/>
              <a:sym typeface="Helvetica Neue Light"/>
            </a:endParaRPr>
          </a:p>
          <a:p>
            <a:pPr marL="609585" indent="-474121" algn="just">
              <a:buClr>
                <a:srgbClr val="3DFFBC"/>
              </a:buClr>
              <a:buSzPts val="2000"/>
              <a:buFont typeface="Helvetica Neue Light"/>
              <a:buChar char="•"/>
            </a:pPr>
            <a:r>
              <a:rPr lang="es-MX" sz="2667" dirty="0">
                <a:solidFill>
                  <a:schemeClr val="dk1"/>
                </a:solidFill>
                <a:latin typeface="Abadi Extra Light" panose="020B0204020104020204" pitchFamily="34" charset="0"/>
                <a:ea typeface="Helvetica Neue Light"/>
                <a:cs typeface="Helvetica Neue Light"/>
                <a:sym typeface="Helvetica Neue Light"/>
              </a:rPr>
              <a:t>Explorar la estructura de la información y detectar patrones distintos.</a:t>
            </a:r>
            <a:endParaRPr sz="2667" dirty="0">
              <a:solidFill>
                <a:schemeClr val="dk1"/>
              </a:solidFill>
              <a:latin typeface="Abadi Extra Light" panose="020B0204020104020204" pitchFamily="34" charset="0"/>
              <a:ea typeface="Helvetica Neue Light"/>
              <a:cs typeface="Helvetica Neue Light"/>
              <a:sym typeface="Helvetica Neue Light"/>
            </a:endParaRPr>
          </a:p>
          <a:p>
            <a:pPr marL="609585" algn="just"/>
            <a:endParaRPr sz="2667" dirty="0">
              <a:solidFill>
                <a:schemeClr val="dk1"/>
              </a:solidFill>
              <a:latin typeface="Abadi Extra Light" panose="020B0204020104020204" pitchFamily="34" charset="0"/>
              <a:ea typeface="Helvetica Neue Light"/>
              <a:cs typeface="Helvetica Neue Light"/>
              <a:sym typeface="Helvetica Neue Light"/>
            </a:endParaRPr>
          </a:p>
          <a:p>
            <a:pPr marL="609585" indent="-474121" algn="just">
              <a:buClr>
                <a:srgbClr val="3DFFBC"/>
              </a:buClr>
              <a:buSzPts val="2000"/>
              <a:buFont typeface="Helvetica Neue Light"/>
              <a:buChar char="•"/>
            </a:pPr>
            <a:r>
              <a:rPr lang="es-MX" sz="2667" dirty="0">
                <a:solidFill>
                  <a:schemeClr val="dk1"/>
                </a:solidFill>
                <a:latin typeface="Abadi Extra Light" panose="020B0204020104020204" pitchFamily="34" charset="0"/>
                <a:ea typeface="Helvetica Neue Light"/>
                <a:cs typeface="Helvetica Neue Light"/>
                <a:sym typeface="Helvetica Neue Light"/>
              </a:rPr>
              <a:t>Extraer ideas valiosas.</a:t>
            </a:r>
            <a:endParaRPr sz="2667" dirty="0">
              <a:solidFill>
                <a:schemeClr val="dk1"/>
              </a:solidFill>
              <a:latin typeface="Abadi Extra Light" panose="020B0204020104020204" pitchFamily="34" charset="0"/>
              <a:ea typeface="Helvetica Neue Light"/>
              <a:cs typeface="Helvetica Neue Light"/>
              <a:sym typeface="Helvetica Neue Light"/>
            </a:endParaRPr>
          </a:p>
          <a:p>
            <a:pPr marL="609585" algn="just"/>
            <a:endParaRPr sz="2667" dirty="0">
              <a:solidFill>
                <a:schemeClr val="dk1"/>
              </a:solidFill>
              <a:latin typeface="Abadi Extra Light" panose="020B0204020104020204" pitchFamily="34" charset="0"/>
              <a:ea typeface="Helvetica Neue Light"/>
              <a:cs typeface="Helvetica Neue Light"/>
              <a:sym typeface="Helvetica Neue Light"/>
            </a:endParaRPr>
          </a:p>
          <a:p>
            <a:pPr marL="609585" indent="-474121" algn="just">
              <a:buClr>
                <a:srgbClr val="3DFFBC"/>
              </a:buClr>
              <a:buSzPts val="2000"/>
              <a:buFont typeface="Helvetica Neue Light"/>
              <a:buChar char="•"/>
            </a:pPr>
            <a:r>
              <a:rPr lang="es-MX" sz="2667" dirty="0">
                <a:solidFill>
                  <a:schemeClr val="dk1"/>
                </a:solidFill>
                <a:latin typeface="Abadi Extra Light" panose="020B0204020104020204" pitchFamily="34" charset="0"/>
                <a:ea typeface="Helvetica Neue Light"/>
                <a:cs typeface="Helvetica Neue Light"/>
                <a:sym typeface="Helvetica Neue Light"/>
              </a:rPr>
              <a:t>Aumentar la eficacia del proceso de toma de decisiones en base a los patrones detectados.</a:t>
            </a:r>
            <a:endParaRPr sz="2667" dirty="0">
              <a:solidFill>
                <a:schemeClr val="dk1"/>
              </a:solidFill>
              <a:latin typeface="Abadi Extra Light" panose="020B0204020104020204" pitchFamily="34" charset="0"/>
              <a:ea typeface="Helvetica Neue Light"/>
              <a:cs typeface="Helvetica Neue Light"/>
              <a:sym typeface="Helvetica Neue Light"/>
            </a:endParaRPr>
          </a:p>
        </p:txBody>
      </p:sp>
      <p:pic>
        <p:nvPicPr>
          <p:cNvPr id="334" name="Google Shape;334;p54"/>
          <p:cNvPicPr preferRelativeResize="0"/>
          <p:nvPr/>
        </p:nvPicPr>
        <p:blipFill>
          <a:blip r:embed="rId3">
            <a:alphaModFix/>
          </a:blip>
          <a:stretch>
            <a:fillRect/>
          </a:stretch>
        </p:blipFill>
        <p:spPr>
          <a:xfrm>
            <a:off x="1059500" y="5048767"/>
            <a:ext cx="1109267" cy="1109267"/>
          </a:xfrm>
          <a:prstGeom prst="rect">
            <a:avLst/>
          </a:prstGeom>
          <a:noFill/>
          <a:ln>
            <a:noFill/>
          </a:ln>
        </p:spPr>
      </p:pic>
      <p:sp>
        <p:nvSpPr>
          <p:cNvPr id="335" name="Google Shape;335;p54"/>
          <p:cNvSpPr txBox="1"/>
          <p:nvPr/>
        </p:nvSpPr>
        <p:spPr>
          <a:xfrm>
            <a:off x="2582400" y="5132068"/>
            <a:ext cx="8915600" cy="902643"/>
          </a:xfrm>
          <a:prstGeom prst="rect">
            <a:avLst/>
          </a:prstGeom>
          <a:noFill/>
          <a:ln w="9525" cap="flat" cmpd="sng">
            <a:solidFill>
              <a:srgbClr val="3DFFBC"/>
            </a:solidFill>
            <a:prstDash val="solid"/>
            <a:round/>
            <a:headEnd type="none" w="sm" len="sm"/>
            <a:tailEnd type="none" w="sm" len="sm"/>
          </a:ln>
        </p:spPr>
        <p:txBody>
          <a:bodyPr spcFirstLastPara="1" wrap="square" lIns="121900" tIns="121900" rIns="121900" bIns="121900" anchor="t" anchorCtr="0">
            <a:spAutoFit/>
          </a:bodyPr>
          <a:lstStyle/>
          <a:p>
            <a:pPr algn="just"/>
            <a:r>
              <a:rPr lang="es-MX" sz="2133" b="1" i="1" dirty="0">
                <a:solidFill>
                  <a:schemeClr val="dk1"/>
                </a:solidFill>
                <a:latin typeface="Helvetica Neue"/>
                <a:ea typeface="Helvetica Neue"/>
                <a:cs typeface="Helvetica Neue"/>
                <a:sym typeface="Helvetica Neue"/>
              </a:rPr>
              <a:t>En otras palabras, describe la información o nuestro </a:t>
            </a:r>
            <a:r>
              <a:rPr lang="es-MX" sz="2133" b="1" i="1" dirty="0" err="1">
                <a:solidFill>
                  <a:schemeClr val="dk1"/>
                </a:solidFill>
                <a:latin typeface="Helvetica Neue"/>
                <a:ea typeface="Helvetica Neue"/>
                <a:cs typeface="Helvetica Neue"/>
                <a:sym typeface="Helvetica Neue"/>
              </a:rPr>
              <a:t>dataset</a:t>
            </a:r>
            <a:r>
              <a:rPr lang="es-MX" sz="2133" b="1" i="1" dirty="0">
                <a:solidFill>
                  <a:schemeClr val="dk1"/>
                </a:solidFill>
                <a:latin typeface="Helvetica Neue"/>
                <a:ea typeface="Helvetica Neue"/>
                <a:cs typeface="Helvetica Neue"/>
                <a:sym typeface="Helvetica Neue"/>
              </a:rPr>
              <a:t> identificando las relaciones entre los </a:t>
            </a:r>
            <a:r>
              <a:rPr lang="es-MX" sz="2133" b="1" i="1" dirty="0" err="1">
                <a:solidFill>
                  <a:schemeClr val="dk1"/>
                </a:solidFill>
                <a:latin typeface="Helvetica Neue"/>
                <a:ea typeface="Helvetica Neue"/>
                <a:cs typeface="Helvetica Neue"/>
                <a:sym typeface="Helvetica Neue"/>
              </a:rPr>
              <a:t>features</a:t>
            </a:r>
            <a:r>
              <a:rPr lang="es-MX" sz="2133" b="1" i="1" dirty="0">
                <a:solidFill>
                  <a:schemeClr val="dk1"/>
                </a:solidFill>
                <a:latin typeface="Helvetica Neue"/>
                <a:ea typeface="Helvetica Neue"/>
                <a:cs typeface="Helvetica Neue"/>
                <a:sym typeface="Helvetica Neue"/>
              </a:rPr>
              <a:t>.</a:t>
            </a:r>
            <a:endParaRPr sz="2133" b="1" i="1" dirty="0">
              <a:solidFill>
                <a:schemeClr val="dk1"/>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8" name="Google Shape;348;p56"/>
          <p:cNvSpPr txBox="1"/>
          <p:nvPr/>
        </p:nvSpPr>
        <p:spPr>
          <a:xfrm>
            <a:off x="957733" y="383535"/>
            <a:ext cx="10684400" cy="6002294"/>
          </a:xfrm>
          <a:prstGeom prst="rect">
            <a:avLst/>
          </a:prstGeom>
          <a:noFill/>
          <a:ln>
            <a:noFill/>
          </a:ln>
        </p:spPr>
        <p:txBody>
          <a:bodyPr spcFirstLastPara="1" wrap="square" lIns="121900" tIns="60933" rIns="121900" bIns="60933" anchor="t" anchorCtr="0">
            <a:spAutoFit/>
          </a:bodyPr>
          <a:lstStyle/>
          <a:p>
            <a:pPr algn="ctr">
              <a:lnSpc>
                <a:spcPct val="150000"/>
              </a:lnSpc>
            </a:pPr>
            <a:r>
              <a:rPr lang="es-MX" sz="2667" dirty="0">
                <a:solidFill>
                  <a:schemeClr val="dk1"/>
                </a:solidFill>
                <a:latin typeface="Abadi Extra Light" panose="020B0204020104020204" pitchFamily="34" charset="0"/>
                <a:ea typeface="Helvetica Neue Light"/>
                <a:cs typeface="Helvetica Neue Light"/>
                <a:sym typeface="Helvetica Neue Light"/>
              </a:rPr>
              <a:t>Tal cual como ocurre en el Aprendizaje Supervisado, existen múltiples algoritmos que pertenecen al Aprendizaje No Supervisado. </a:t>
            </a:r>
            <a:endParaRPr sz="2667" dirty="0">
              <a:solidFill>
                <a:schemeClr val="dk1"/>
              </a:solidFill>
              <a:latin typeface="Abadi Extra Light" panose="020B0204020104020204" pitchFamily="34" charset="0"/>
              <a:ea typeface="Helvetica Neue Light"/>
              <a:cs typeface="Helvetica Neue Light"/>
              <a:sym typeface="Helvetica Neue Light"/>
            </a:endParaRPr>
          </a:p>
          <a:p>
            <a:pPr algn="ctr">
              <a:lnSpc>
                <a:spcPct val="150000"/>
              </a:lnSpc>
            </a:pPr>
            <a:r>
              <a:rPr lang="es-MX" sz="2667" dirty="0">
                <a:solidFill>
                  <a:schemeClr val="dk1"/>
                </a:solidFill>
                <a:latin typeface="Abadi Extra Light" panose="020B0204020104020204" pitchFamily="34" charset="0"/>
                <a:ea typeface="Helvetica Neue Light"/>
                <a:cs typeface="Helvetica Neue Light"/>
                <a:sym typeface="Helvetica Neue Light"/>
              </a:rPr>
              <a:t>Algunos de los más populares son 😎:</a:t>
            </a:r>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lnSpc>
                <a:spcPct val="150000"/>
              </a:lnSpc>
            </a:pPr>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lnSpc>
                <a:spcPct val="150000"/>
              </a:lnSpc>
            </a:pPr>
            <a:r>
              <a:rPr lang="es-MX" sz="2667" dirty="0">
                <a:solidFill>
                  <a:schemeClr val="dk1"/>
                </a:solidFill>
                <a:latin typeface="Abadi Extra Light" panose="020B0204020104020204" pitchFamily="34" charset="0"/>
                <a:ea typeface="Helvetica Neue Light"/>
                <a:cs typeface="Helvetica Neue Light"/>
                <a:sym typeface="Helvetica Neue Light"/>
              </a:rPr>
              <a:t>→ </a:t>
            </a:r>
            <a:r>
              <a:rPr lang="es-MX" sz="2667" dirty="0" err="1">
                <a:solidFill>
                  <a:schemeClr val="dk1"/>
                </a:solidFill>
                <a:latin typeface="Abadi Extra Light" panose="020B0204020104020204" pitchFamily="34" charset="0"/>
                <a:ea typeface="Helvetica Neue Light"/>
                <a:cs typeface="Helvetica Neue Light"/>
                <a:sym typeface="Helvetica Neue Light"/>
              </a:rPr>
              <a:t>Clustering</a:t>
            </a:r>
            <a:r>
              <a:rPr lang="es-MX" sz="2667" dirty="0">
                <a:solidFill>
                  <a:schemeClr val="dk1"/>
                </a:solidFill>
                <a:latin typeface="Abadi Extra Light" panose="020B0204020104020204" pitchFamily="34" charset="0"/>
                <a:ea typeface="Helvetica Neue Light"/>
                <a:cs typeface="Helvetica Neue Light"/>
                <a:sym typeface="Helvetica Neue Light"/>
              </a:rPr>
              <a:t> o Agrupamiento</a:t>
            </a:r>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lnSpc>
                <a:spcPct val="150000"/>
              </a:lnSpc>
            </a:pPr>
            <a:r>
              <a:rPr lang="es-MX" sz="2667" dirty="0">
                <a:solidFill>
                  <a:schemeClr val="dk1"/>
                </a:solidFill>
                <a:latin typeface="Abadi Extra Light" panose="020B0204020104020204" pitchFamily="34" charset="0"/>
                <a:ea typeface="Helvetica Neue Light"/>
                <a:cs typeface="Helvetica Neue Light"/>
                <a:sym typeface="Helvetica Neue Light"/>
              </a:rPr>
              <a:t>→ Reglas de Asociación</a:t>
            </a:r>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lnSpc>
                <a:spcPct val="150000"/>
              </a:lnSpc>
            </a:pPr>
            <a:r>
              <a:rPr lang="es-MX" sz="2667" dirty="0">
                <a:solidFill>
                  <a:schemeClr val="dk1"/>
                </a:solidFill>
                <a:latin typeface="Abadi Extra Light" panose="020B0204020104020204" pitchFamily="34" charset="0"/>
                <a:ea typeface="Helvetica Neue Light"/>
                <a:cs typeface="Helvetica Neue Light"/>
                <a:sym typeface="Helvetica Neue Light"/>
              </a:rPr>
              <a:t>→ Algoritmos de Reducción de la Dimensionalidad</a:t>
            </a:r>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lnSpc>
                <a:spcPct val="150000"/>
              </a:lnSpc>
            </a:pPr>
            <a:endParaRPr sz="2533" dirty="0">
              <a:solidFill>
                <a:schemeClr val="dk1"/>
              </a:solidFill>
              <a:latin typeface="Abadi Extra Light" panose="020B0204020104020204" pitchFamily="34" charset="0"/>
              <a:ea typeface="Helvetica Neue Light"/>
              <a:cs typeface="Helvetica Neue Light"/>
              <a:sym typeface="Helvetica Neue Light"/>
            </a:endParaRPr>
          </a:p>
          <a:p>
            <a:pPr algn="just">
              <a:lnSpc>
                <a:spcPct val="150000"/>
              </a:lnSpc>
            </a:pPr>
            <a:r>
              <a:rPr lang="es-MX" sz="2133" dirty="0">
                <a:solidFill>
                  <a:schemeClr val="dk1"/>
                </a:solidFill>
                <a:latin typeface="Abadi Extra Light" panose="020B0204020104020204" pitchFamily="34" charset="0"/>
                <a:ea typeface="Helvetica Neue Light"/>
                <a:cs typeface="Helvetica Neue Light"/>
                <a:sym typeface="Helvetica Neue Light"/>
              </a:rPr>
              <a:t>💡 </a:t>
            </a:r>
            <a:r>
              <a:rPr lang="es-MX" sz="2133" b="1" i="1" dirty="0">
                <a:solidFill>
                  <a:schemeClr val="dk1"/>
                </a:solidFill>
                <a:latin typeface="Abadi Extra Light" panose="020B0204020104020204" pitchFamily="34" charset="0"/>
                <a:ea typeface="Helvetica Neue"/>
                <a:cs typeface="Helvetica Neue"/>
                <a:sym typeface="Helvetica Neue"/>
              </a:rPr>
              <a:t>Aclaración:</a:t>
            </a:r>
            <a:r>
              <a:rPr lang="es-MX" sz="2133" i="1" dirty="0">
                <a:solidFill>
                  <a:schemeClr val="dk1"/>
                </a:solidFill>
                <a:latin typeface="Abadi Extra Light" panose="020B0204020104020204" pitchFamily="34" charset="0"/>
                <a:ea typeface="Helvetica Neue Light"/>
                <a:cs typeface="Helvetica Neue Light"/>
                <a:sym typeface="Helvetica Neue Light"/>
              </a:rPr>
              <a:t> Estos temas también serán tratados a mayor detalle en el Módulo 5 “Algoritmos de Machine </a:t>
            </a:r>
            <a:r>
              <a:rPr lang="es-MX" sz="2133" i="1" dirty="0" err="1">
                <a:solidFill>
                  <a:schemeClr val="dk1"/>
                </a:solidFill>
                <a:latin typeface="Abadi Extra Light" panose="020B0204020104020204" pitchFamily="34" charset="0"/>
                <a:ea typeface="Helvetica Neue Light"/>
                <a:cs typeface="Helvetica Neue Light"/>
                <a:sym typeface="Helvetica Neue Light"/>
              </a:rPr>
              <a:t>Learning</a:t>
            </a:r>
            <a:r>
              <a:rPr lang="es-MX" sz="2133" i="1" dirty="0">
                <a:solidFill>
                  <a:schemeClr val="dk1"/>
                </a:solidFill>
                <a:latin typeface="Abadi Extra Light" panose="020B0204020104020204" pitchFamily="34" charset="0"/>
                <a:ea typeface="Helvetica Neue Light"/>
                <a:cs typeface="Helvetica Neue Light"/>
                <a:sym typeface="Helvetica Neue Light"/>
              </a:rPr>
              <a:t>”.</a:t>
            </a:r>
            <a:endParaRPr sz="2000" i="1" dirty="0">
              <a:solidFill>
                <a:schemeClr val="dk1"/>
              </a:solidFill>
              <a:latin typeface="Abadi Extra Light" panose="020B0204020104020204" pitchFamily="34" charset="0"/>
              <a:ea typeface="Didact Gothic"/>
              <a:cs typeface="Didact Gothic"/>
              <a:sym typeface="Didact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60" name="Google Shape;360;p58"/>
          <p:cNvSpPr txBox="1"/>
          <p:nvPr/>
        </p:nvSpPr>
        <p:spPr>
          <a:xfrm>
            <a:off x="868395" y="516487"/>
            <a:ext cx="10455200" cy="930400"/>
          </a:xfrm>
          <a:prstGeom prst="rect">
            <a:avLst/>
          </a:prstGeom>
          <a:noFill/>
          <a:ln>
            <a:noFill/>
          </a:ln>
        </p:spPr>
        <p:txBody>
          <a:bodyPr spcFirstLastPara="1" wrap="square" lIns="121900" tIns="121900" rIns="121900" bIns="121900" anchor="t" anchorCtr="0">
            <a:noAutofit/>
          </a:bodyPr>
          <a:lstStyle/>
          <a:p>
            <a:pPr>
              <a:lnSpc>
                <a:spcPct val="115000"/>
              </a:lnSpc>
              <a:buClr>
                <a:srgbClr val="000000"/>
              </a:buClr>
              <a:buSzPts val="2200"/>
            </a:pPr>
            <a:r>
              <a:rPr lang="es-MX" sz="3600" dirty="0">
                <a:solidFill>
                  <a:srgbClr val="00B0F0"/>
                </a:solidFill>
                <a:latin typeface="Abadi Extra Light" panose="020B0204020104020204" pitchFamily="34" charset="0"/>
                <a:ea typeface="+mj-ea"/>
                <a:cs typeface="+mj-cs"/>
                <a:sym typeface="Anton"/>
              </a:rPr>
              <a:t>Aprendizaje No Supervisado | </a:t>
            </a:r>
            <a:r>
              <a:rPr lang="es-MX" sz="3600" dirty="0" err="1">
                <a:solidFill>
                  <a:srgbClr val="00B0F0"/>
                </a:solidFill>
                <a:latin typeface="Abadi Extra Light" panose="020B0204020104020204" pitchFamily="34" charset="0"/>
                <a:ea typeface="+mj-ea"/>
                <a:cs typeface="+mj-cs"/>
                <a:sym typeface="Anton"/>
              </a:rPr>
              <a:t>Clustering</a:t>
            </a:r>
            <a:endParaRPr sz="3600" dirty="0">
              <a:solidFill>
                <a:srgbClr val="00B0F0"/>
              </a:solidFill>
              <a:latin typeface="Abadi Extra Light" panose="020B0204020104020204" pitchFamily="34" charset="0"/>
              <a:ea typeface="+mj-ea"/>
              <a:cs typeface="+mj-cs"/>
            </a:endParaRPr>
          </a:p>
        </p:txBody>
      </p:sp>
      <p:sp>
        <p:nvSpPr>
          <p:cNvPr id="361" name="Google Shape;361;p58"/>
          <p:cNvSpPr txBox="1"/>
          <p:nvPr/>
        </p:nvSpPr>
        <p:spPr>
          <a:xfrm>
            <a:off x="800000" y="1502901"/>
            <a:ext cx="10592000" cy="4145376"/>
          </a:xfrm>
          <a:prstGeom prst="rect">
            <a:avLst/>
          </a:prstGeom>
          <a:noFill/>
          <a:ln>
            <a:noFill/>
          </a:ln>
        </p:spPr>
        <p:txBody>
          <a:bodyPr spcFirstLastPara="1" wrap="square" lIns="121900" tIns="60933" rIns="121900" bIns="60933" anchor="t" anchorCtr="0">
            <a:spAutoFit/>
          </a:bodyPr>
          <a:lstStyle/>
          <a:p>
            <a:pPr algn="just">
              <a:lnSpc>
                <a:spcPct val="150000"/>
              </a:lnSpc>
            </a:pPr>
            <a:r>
              <a:rPr lang="es-MX" sz="2667" dirty="0">
                <a:solidFill>
                  <a:schemeClr val="dk1"/>
                </a:solidFill>
                <a:latin typeface="Abadi Extra Light" panose="020B0204020104020204" pitchFamily="34" charset="0"/>
                <a:ea typeface="Helvetica Neue Light"/>
                <a:cs typeface="Helvetica Neue Light"/>
                <a:sym typeface="Helvetica Neue Light"/>
              </a:rPr>
              <a:t>También conocidas como agrupamiento o segmentación tienen como principal función:</a:t>
            </a:r>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lnSpc>
                <a:spcPct val="150000"/>
              </a:lnSpc>
            </a:pPr>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lnSpc>
                <a:spcPct val="150000"/>
              </a:lnSpc>
            </a:pPr>
            <a:r>
              <a:rPr lang="es-MX" sz="2667" dirty="0">
                <a:solidFill>
                  <a:schemeClr val="dk1"/>
                </a:solidFill>
                <a:latin typeface="Abadi Extra Light" panose="020B0204020104020204" pitchFamily="34" charset="0"/>
                <a:ea typeface="Helvetica Neue Light"/>
                <a:cs typeface="Helvetica Neue Light"/>
                <a:sym typeface="Helvetica Neue Light"/>
              </a:rPr>
              <a:t>🎯 </a:t>
            </a:r>
            <a:r>
              <a:rPr lang="es-MX" sz="2667" b="1" dirty="0">
                <a:solidFill>
                  <a:schemeClr val="dk1"/>
                </a:solidFill>
                <a:latin typeface="Abadi Extra Light" panose="020B0204020104020204" pitchFamily="34" charset="0"/>
                <a:ea typeface="Helvetica Neue"/>
                <a:cs typeface="Helvetica Neue"/>
                <a:sym typeface="Helvetica Neue"/>
              </a:rPr>
              <a:t>Encontrar una estructura o un patrón en una colección de datos no clasificados. </a:t>
            </a:r>
            <a:endParaRPr sz="2667" b="1" dirty="0">
              <a:solidFill>
                <a:schemeClr val="dk1"/>
              </a:solidFill>
              <a:latin typeface="Abadi Extra Light" panose="020B0204020104020204" pitchFamily="34" charset="0"/>
              <a:ea typeface="Helvetica Neue"/>
              <a:cs typeface="Helvetica Neue"/>
              <a:sym typeface="Helvetica Neue"/>
            </a:endParaRPr>
          </a:p>
          <a:p>
            <a:pPr algn="just">
              <a:lnSpc>
                <a:spcPct val="150000"/>
              </a:lnSpc>
            </a:pPr>
            <a:endParaRPr sz="2667" dirty="0">
              <a:solidFill>
                <a:schemeClr val="dk1"/>
              </a:solidFill>
              <a:latin typeface="Abadi Extra Light" panose="020B0204020104020204" pitchFamily="34" charset="0"/>
              <a:ea typeface="Helvetica Neue Light"/>
              <a:cs typeface="Helvetica Neue Light"/>
              <a:sym typeface="Helvetica Neue Light"/>
            </a:endParaRPr>
          </a:p>
          <a:p>
            <a:pPr algn="ctr"/>
            <a:r>
              <a:rPr lang="es-MX" sz="2133" i="1" dirty="0">
                <a:solidFill>
                  <a:schemeClr val="dk1"/>
                </a:solidFill>
                <a:latin typeface="Abadi Extra Light" panose="020B0204020104020204" pitchFamily="34" charset="0"/>
                <a:ea typeface="Helvetica Neue Light"/>
                <a:cs typeface="Helvetica Neue Light"/>
                <a:sym typeface="Helvetica Neue Light"/>
              </a:rPr>
              <a:t>Intentan encontrar grupos en los datos que compartan atributos en común </a:t>
            </a:r>
            <a:r>
              <a:rPr lang="es-MX" sz="2133" dirty="0">
                <a:solidFill>
                  <a:schemeClr val="dk1"/>
                </a:solidFill>
                <a:latin typeface="Abadi Extra Light" panose="020B0204020104020204" pitchFamily="34" charset="0"/>
                <a:ea typeface="Helvetica Neue Light"/>
                <a:cs typeface="Helvetica Neue Light"/>
                <a:sym typeface="Helvetica Neue Light"/>
              </a:rPr>
              <a:t>🧐</a:t>
            </a:r>
            <a:r>
              <a:rPr lang="es-MX" sz="2133" i="1" dirty="0">
                <a:solidFill>
                  <a:schemeClr val="dk1"/>
                </a:solidFill>
                <a:latin typeface="Abadi Extra Light" panose="020B0204020104020204" pitchFamily="34" charset="0"/>
                <a:ea typeface="Helvetica Neue Light"/>
                <a:cs typeface="Helvetica Neue Light"/>
                <a:sym typeface="Helvetica Neue Light"/>
              </a:rPr>
              <a:t> </a:t>
            </a:r>
            <a:endParaRPr sz="2000" i="1" dirty="0">
              <a:solidFill>
                <a:schemeClr val="dk1"/>
              </a:solidFill>
              <a:latin typeface="Abadi Extra Light" panose="020B0204020104020204" pitchFamily="34" charset="0"/>
              <a:ea typeface="Didact Gothic"/>
              <a:cs typeface="Didact Gothic"/>
              <a:sym typeface="Didact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7" name="Google Shape;367;p59"/>
          <p:cNvSpPr txBox="1"/>
          <p:nvPr/>
        </p:nvSpPr>
        <p:spPr>
          <a:xfrm>
            <a:off x="469522" y="580245"/>
            <a:ext cx="10455200" cy="930400"/>
          </a:xfrm>
          <a:prstGeom prst="rect">
            <a:avLst/>
          </a:prstGeom>
          <a:noFill/>
          <a:ln>
            <a:noFill/>
          </a:ln>
        </p:spPr>
        <p:txBody>
          <a:bodyPr spcFirstLastPara="1" wrap="square" lIns="121900" tIns="121900" rIns="121900" bIns="121900" anchor="t" anchorCtr="0">
            <a:noAutofit/>
          </a:bodyPr>
          <a:lstStyle/>
          <a:p>
            <a:pPr>
              <a:lnSpc>
                <a:spcPct val="115000"/>
              </a:lnSpc>
              <a:buClr>
                <a:srgbClr val="000000"/>
              </a:buClr>
              <a:buSzPts val="2200"/>
            </a:pPr>
            <a:r>
              <a:rPr lang="es-MX" sz="3600" dirty="0">
                <a:solidFill>
                  <a:srgbClr val="00B0F0"/>
                </a:solidFill>
                <a:latin typeface="Abadi Extra Light" panose="020B0204020104020204" pitchFamily="34" charset="0"/>
                <a:ea typeface="+mj-ea"/>
                <a:cs typeface="+mj-cs"/>
                <a:sym typeface="Anton"/>
              </a:rPr>
              <a:t>Métodos </a:t>
            </a:r>
            <a:r>
              <a:rPr lang="es-MX" sz="3600" dirty="0" err="1">
                <a:solidFill>
                  <a:srgbClr val="00B0F0"/>
                </a:solidFill>
                <a:latin typeface="Abadi Extra Light" panose="020B0204020104020204" pitchFamily="34" charset="0"/>
                <a:ea typeface="+mj-ea"/>
                <a:cs typeface="+mj-cs"/>
                <a:sym typeface="Anton"/>
              </a:rPr>
              <a:t>Clustering</a:t>
            </a:r>
            <a:endParaRPr sz="3600" dirty="0">
              <a:solidFill>
                <a:srgbClr val="00B0F0"/>
              </a:solidFill>
              <a:latin typeface="Abadi Extra Light" panose="020B0204020104020204" pitchFamily="34" charset="0"/>
              <a:ea typeface="+mj-ea"/>
              <a:cs typeface="+mj-cs"/>
            </a:endParaRPr>
          </a:p>
        </p:txBody>
      </p:sp>
      <p:sp>
        <p:nvSpPr>
          <p:cNvPr id="368" name="Google Shape;368;p59"/>
          <p:cNvSpPr txBox="1"/>
          <p:nvPr/>
        </p:nvSpPr>
        <p:spPr>
          <a:xfrm>
            <a:off x="962611" y="1909454"/>
            <a:ext cx="10592000" cy="2585782"/>
          </a:xfrm>
          <a:prstGeom prst="rect">
            <a:avLst/>
          </a:prstGeom>
          <a:noFill/>
          <a:ln>
            <a:noFill/>
          </a:ln>
        </p:spPr>
        <p:txBody>
          <a:bodyPr spcFirstLastPara="1" wrap="square" lIns="121900" tIns="60933" rIns="121900" bIns="60933" anchor="t" anchorCtr="0">
            <a:spAutoFit/>
          </a:bodyPr>
          <a:lstStyle/>
          <a:p>
            <a:pPr algn="ctr">
              <a:lnSpc>
                <a:spcPct val="150000"/>
              </a:lnSpc>
            </a:pPr>
            <a:r>
              <a:rPr lang="es-MX" sz="2667" dirty="0">
                <a:solidFill>
                  <a:schemeClr val="dk1"/>
                </a:solidFill>
                <a:latin typeface="Abadi Extra Light" panose="020B0204020104020204" pitchFamily="34" charset="0"/>
                <a:ea typeface="Helvetica Neue Light"/>
                <a:cs typeface="Helvetica Neue Light"/>
                <a:sym typeface="Helvetica Neue Light"/>
              </a:rPr>
              <a:t>Toman variables numéricas para medir la distancia. </a:t>
            </a:r>
            <a:endParaRPr sz="2667" dirty="0">
              <a:solidFill>
                <a:schemeClr val="dk1"/>
              </a:solidFill>
              <a:latin typeface="Abadi Extra Light" panose="020B0204020104020204" pitchFamily="34" charset="0"/>
              <a:ea typeface="Helvetica Neue Light"/>
              <a:cs typeface="Helvetica Neue Light"/>
              <a:sym typeface="Helvetica Neue Light"/>
            </a:endParaRPr>
          </a:p>
          <a:p>
            <a:pPr algn="ctr">
              <a:lnSpc>
                <a:spcPct val="150000"/>
              </a:lnSpc>
            </a:pPr>
            <a:r>
              <a:rPr lang="es-MX" sz="2667" dirty="0">
                <a:solidFill>
                  <a:schemeClr val="dk1"/>
                </a:solidFill>
                <a:latin typeface="Abadi Extra Light" panose="020B0204020104020204" pitchFamily="34" charset="0"/>
                <a:ea typeface="Helvetica Neue Light"/>
                <a:cs typeface="Helvetica Neue Light"/>
                <a:sym typeface="Helvetica Neue Light"/>
              </a:rPr>
              <a:t>Sin embargo, existe la manera de trabajar con variables categóricas haciéndolas variables </a:t>
            </a:r>
            <a:r>
              <a:rPr lang="es-MX" sz="2667" dirty="0" err="1">
                <a:solidFill>
                  <a:schemeClr val="dk1"/>
                </a:solidFill>
                <a:latin typeface="Abadi Extra Light" panose="020B0204020104020204" pitchFamily="34" charset="0"/>
                <a:ea typeface="Helvetica Neue Light"/>
                <a:cs typeface="Helvetica Neue Light"/>
                <a:sym typeface="Helvetica Neue Light"/>
              </a:rPr>
              <a:t>dummy</a:t>
            </a:r>
            <a:r>
              <a:rPr lang="es-MX" sz="2667" dirty="0">
                <a:solidFill>
                  <a:schemeClr val="dk1"/>
                </a:solidFill>
                <a:latin typeface="Abadi Extra Light" panose="020B0204020104020204" pitchFamily="34" charset="0"/>
                <a:ea typeface="Helvetica Neue Light"/>
                <a:cs typeface="Helvetica Neue Light"/>
                <a:sym typeface="Helvetica Neue Light"/>
              </a:rPr>
              <a:t>, a través del uso de la técnica de transformación de datos </a:t>
            </a:r>
            <a:r>
              <a:rPr lang="es-MX" sz="2667" b="1" dirty="0" err="1">
                <a:solidFill>
                  <a:schemeClr val="dk1"/>
                </a:solidFill>
                <a:latin typeface="Abadi Extra Light" panose="020B0204020104020204" pitchFamily="34" charset="0"/>
                <a:ea typeface="Helvetica Neue"/>
                <a:cs typeface="Helvetica Neue"/>
                <a:sym typeface="Helvetica Neue"/>
              </a:rPr>
              <a:t>One</a:t>
            </a:r>
            <a:r>
              <a:rPr lang="es-MX" sz="2667" b="1" dirty="0">
                <a:solidFill>
                  <a:schemeClr val="dk1"/>
                </a:solidFill>
                <a:latin typeface="Abadi Extra Light" panose="020B0204020104020204" pitchFamily="34" charset="0"/>
                <a:ea typeface="Helvetica Neue"/>
                <a:cs typeface="Helvetica Neue"/>
                <a:sym typeface="Helvetica Neue"/>
              </a:rPr>
              <a:t> Hot </a:t>
            </a:r>
            <a:r>
              <a:rPr lang="es-MX" sz="2667" b="1" dirty="0" err="1">
                <a:solidFill>
                  <a:schemeClr val="dk1"/>
                </a:solidFill>
                <a:latin typeface="Abadi Extra Light" panose="020B0204020104020204" pitchFamily="34" charset="0"/>
                <a:ea typeface="Helvetica Neue"/>
                <a:cs typeface="Helvetica Neue"/>
                <a:sym typeface="Helvetica Neue"/>
              </a:rPr>
              <a:t>Encoding</a:t>
            </a:r>
            <a:r>
              <a:rPr lang="es-MX" sz="2667" b="1" dirty="0">
                <a:solidFill>
                  <a:schemeClr val="dk1"/>
                </a:solidFill>
                <a:latin typeface="Abadi Extra Light" panose="020B0204020104020204" pitchFamily="34" charset="0"/>
                <a:ea typeface="Helvetica Neue"/>
                <a:cs typeface="Helvetica Neue"/>
                <a:sym typeface="Helvetica Neue"/>
              </a:rPr>
              <a:t> (OHE)</a:t>
            </a:r>
            <a:r>
              <a:rPr lang="es-MX" sz="2667" dirty="0">
                <a:solidFill>
                  <a:schemeClr val="dk1"/>
                </a:solidFill>
                <a:latin typeface="Abadi Extra Light" panose="020B0204020104020204" pitchFamily="34" charset="0"/>
                <a:ea typeface="Helvetica Neue Light"/>
                <a:cs typeface="Helvetica Neue Light"/>
                <a:sym typeface="Helvetica Neue Light"/>
              </a:rPr>
              <a:t>.</a:t>
            </a:r>
            <a:endParaRPr sz="2533" dirty="0">
              <a:solidFill>
                <a:schemeClr val="dk1"/>
              </a:solidFill>
              <a:latin typeface="Abadi Extra Light" panose="020B0204020104020204" pitchFamily="34" charset="0"/>
              <a:ea typeface="Didact Gothic"/>
              <a:cs typeface="Didact Gothic"/>
              <a:sym typeface="Didact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9" name="Google Shape;399;p63"/>
          <p:cNvSpPr txBox="1"/>
          <p:nvPr/>
        </p:nvSpPr>
        <p:spPr>
          <a:xfrm>
            <a:off x="740098" y="825181"/>
            <a:ext cx="10455200" cy="930400"/>
          </a:xfrm>
          <a:prstGeom prst="rect">
            <a:avLst/>
          </a:prstGeom>
          <a:noFill/>
          <a:ln>
            <a:noFill/>
          </a:ln>
        </p:spPr>
        <p:txBody>
          <a:bodyPr spcFirstLastPara="1" wrap="square" lIns="121900" tIns="121900" rIns="121900" bIns="121900" anchor="t" anchorCtr="0">
            <a:noAutofit/>
          </a:bodyPr>
          <a:lstStyle/>
          <a:p>
            <a:pPr>
              <a:lnSpc>
                <a:spcPct val="115000"/>
              </a:lnSpc>
              <a:buClr>
                <a:srgbClr val="000000"/>
              </a:buClr>
              <a:buSzPts val="2200"/>
            </a:pPr>
            <a:r>
              <a:rPr lang="es-MX" sz="3600" dirty="0">
                <a:solidFill>
                  <a:srgbClr val="00B0F0"/>
                </a:solidFill>
                <a:latin typeface="Abadi Extra Light" panose="020B0204020104020204" pitchFamily="34" charset="0"/>
                <a:ea typeface="+mj-ea"/>
                <a:cs typeface="+mj-cs"/>
                <a:sym typeface="Anton"/>
              </a:rPr>
              <a:t>Clúster No Jerárquico</a:t>
            </a:r>
            <a:endParaRPr sz="3600" dirty="0">
              <a:solidFill>
                <a:srgbClr val="00B0F0"/>
              </a:solidFill>
              <a:latin typeface="Abadi Extra Light" panose="020B0204020104020204" pitchFamily="34" charset="0"/>
              <a:ea typeface="+mj-ea"/>
              <a:cs typeface="+mj-cs"/>
            </a:endParaRPr>
          </a:p>
        </p:txBody>
      </p:sp>
      <p:sp>
        <p:nvSpPr>
          <p:cNvPr id="400" name="Google Shape;400;p63"/>
          <p:cNvSpPr txBox="1"/>
          <p:nvPr/>
        </p:nvSpPr>
        <p:spPr>
          <a:xfrm>
            <a:off x="968063" y="2274791"/>
            <a:ext cx="7112000" cy="2893045"/>
          </a:xfrm>
          <a:prstGeom prst="rect">
            <a:avLst/>
          </a:prstGeom>
          <a:noFill/>
          <a:ln>
            <a:noFill/>
          </a:ln>
        </p:spPr>
        <p:txBody>
          <a:bodyPr spcFirstLastPara="1" wrap="square" lIns="121900" tIns="60933" rIns="121900" bIns="60933" anchor="t" anchorCtr="0">
            <a:spAutoFit/>
          </a:bodyPr>
          <a:lstStyle/>
          <a:p>
            <a:pPr algn="just">
              <a:lnSpc>
                <a:spcPct val="150000"/>
              </a:lnSpc>
            </a:pPr>
            <a:r>
              <a:rPr lang="es-MX" sz="2400" dirty="0">
                <a:solidFill>
                  <a:schemeClr val="dk1"/>
                </a:solidFill>
                <a:latin typeface="Abadi Extra Light" panose="020B0204020104020204" pitchFamily="34" charset="0"/>
                <a:ea typeface="Helvetica Neue Light"/>
                <a:cs typeface="Helvetica Neue Light"/>
                <a:sym typeface="Helvetica Neue Light"/>
              </a:rPr>
              <a:t>Volviendo a este tipo de algoritmo, la cantidad de clústeres óptima se define de antemano, y los registros se asignan a los clústeres según su cercanía. Existen múltiples algoritmos de Tipo No Jerárquico, como ser por ejemplo: </a:t>
            </a:r>
            <a:r>
              <a:rPr lang="es-MX" sz="2400" b="1" dirty="0">
                <a:solidFill>
                  <a:schemeClr val="dk1"/>
                </a:solidFill>
                <a:latin typeface="Abadi Extra Light" panose="020B0204020104020204" pitchFamily="34" charset="0"/>
                <a:ea typeface="Helvetica Neue"/>
                <a:cs typeface="Helvetica Neue"/>
                <a:sym typeface="Helvetica Neue"/>
              </a:rPr>
              <a:t>K – </a:t>
            </a:r>
            <a:r>
              <a:rPr lang="es-MX" sz="2400" b="1" dirty="0" err="1">
                <a:solidFill>
                  <a:schemeClr val="dk1"/>
                </a:solidFill>
                <a:latin typeface="Abadi Extra Light" panose="020B0204020104020204" pitchFamily="34" charset="0"/>
                <a:ea typeface="Helvetica Neue"/>
                <a:cs typeface="Helvetica Neue"/>
                <a:sym typeface="Helvetica Neue"/>
              </a:rPr>
              <a:t>Means</a:t>
            </a:r>
            <a:r>
              <a:rPr lang="es-MX" sz="2400" dirty="0">
                <a:solidFill>
                  <a:schemeClr val="dk1"/>
                </a:solidFill>
                <a:latin typeface="Abadi Extra Light" panose="020B0204020104020204" pitchFamily="34" charset="0"/>
                <a:ea typeface="Helvetica Neue Light"/>
                <a:cs typeface="Helvetica Neue Light"/>
                <a:sym typeface="Helvetica Neue Light"/>
              </a:rPr>
              <a:t> o </a:t>
            </a:r>
            <a:r>
              <a:rPr lang="es-MX" sz="2400" b="1" dirty="0">
                <a:solidFill>
                  <a:schemeClr val="dk1"/>
                </a:solidFill>
                <a:latin typeface="Abadi Extra Light" panose="020B0204020104020204" pitchFamily="34" charset="0"/>
                <a:ea typeface="Helvetica Neue"/>
                <a:cs typeface="Helvetica Neue"/>
                <a:sym typeface="Helvetica Neue"/>
              </a:rPr>
              <a:t>DBSCAN</a:t>
            </a:r>
            <a:r>
              <a:rPr lang="es-MX" sz="2400" dirty="0">
                <a:solidFill>
                  <a:schemeClr val="dk1"/>
                </a:solidFill>
                <a:latin typeface="Abadi Extra Light" panose="020B0204020104020204" pitchFamily="34" charset="0"/>
                <a:ea typeface="Helvetica Neue Light"/>
                <a:cs typeface="Helvetica Neue Light"/>
                <a:sym typeface="Helvetica Neue Light"/>
              </a:rPr>
              <a:t>.</a:t>
            </a:r>
            <a:r>
              <a:rPr lang="es-MX" sz="2133" dirty="0">
                <a:solidFill>
                  <a:schemeClr val="dk1"/>
                </a:solidFill>
                <a:latin typeface="Abadi Extra Light" panose="020B0204020104020204" pitchFamily="34" charset="0"/>
                <a:ea typeface="Helvetica Neue Light"/>
                <a:cs typeface="Helvetica Neue Light"/>
                <a:sym typeface="Helvetica Neue Light"/>
              </a:rPr>
              <a:t> </a:t>
            </a:r>
            <a:endParaRPr sz="2000" dirty="0">
              <a:solidFill>
                <a:schemeClr val="dk1"/>
              </a:solidFill>
              <a:latin typeface="Abadi Extra Light" panose="020B0204020104020204" pitchFamily="34" charset="0"/>
              <a:ea typeface="Didact Gothic"/>
              <a:cs typeface="Didact Gothic"/>
              <a:sym typeface="Didact Gothic"/>
            </a:endParaRPr>
          </a:p>
        </p:txBody>
      </p:sp>
      <p:pic>
        <p:nvPicPr>
          <p:cNvPr id="401" name="Google Shape;401;p63"/>
          <p:cNvPicPr preferRelativeResize="0"/>
          <p:nvPr/>
        </p:nvPicPr>
        <p:blipFill rotWithShape="1">
          <a:blip r:embed="rId3">
            <a:alphaModFix/>
          </a:blip>
          <a:srcRect/>
          <a:stretch/>
        </p:blipFill>
        <p:spPr>
          <a:xfrm>
            <a:off x="8400158" y="2164154"/>
            <a:ext cx="2901365" cy="330261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7" name="Google Shape;407;p64"/>
          <p:cNvSpPr txBox="1"/>
          <p:nvPr/>
        </p:nvSpPr>
        <p:spPr>
          <a:xfrm>
            <a:off x="868435" y="865287"/>
            <a:ext cx="10455200" cy="930400"/>
          </a:xfrm>
          <a:prstGeom prst="rect">
            <a:avLst/>
          </a:prstGeom>
          <a:noFill/>
          <a:ln>
            <a:noFill/>
          </a:ln>
        </p:spPr>
        <p:txBody>
          <a:bodyPr spcFirstLastPara="1" wrap="square" lIns="121900" tIns="121900" rIns="121900" bIns="121900" anchor="t" anchorCtr="0">
            <a:noAutofit/>
          </a:bodyPr>
          <a:lstStyle>
            <a:defPPr>
              <a:defRPr lang="es-ES"/>
            </a:defPPr>
            <a:lvl1pPr>
              <a:lnSpc>
                <a:spcPct val="115000"/>
              </a:lnSpc>
              <a:buClr>
                <a:srgbClr val="000000"/>
              </a:buClr>
              <a:buSzPts val="2200"/>
              <a:defRPr sz="3600">
                <a:solidFill>
                  <a:srgbClr val="00B0F0"/>
                </a:solidFill>
                <a:latin typeface="Abadi Extra Light" panose="020B0204020104020204" pitchFamily="34" charset="0"/>
                <a:ea typeface="+mj-ea"/>
                <a:cs typeface="+mj-cs"/>
              </a:defRPr>
            </a:lvl1pPr>
          </a:lstStyle>
          <a:p>
            <a:r>
              <a:rPr lang="es-MX" dirty="0">
                <a:sym typeface="Anton"/>
              </a:rPr>
              <a:t>Otros tipos </a:t>
            </a:r>
            <a:r>
              <a:rPr lang="es-MX">
                <a:sym typeface="Anton"/>
              </a:rPr>
              <a:t>de </a:t>
            </a:r>
            <a:r>
              <a:rPr lang="es-MX" dirty="0" err="1">
                <a:sym typeface="Anton"/>
              </a:rPr>
              <a:t>Clustering</a:t>
            </a:r>
            <a:endParaRPr dirty="0"/>
          </a:p>
        </p:txBody>
      </p:sp>
      <p:sp>
        <p:nvSpPr>
          <p:cNvPr id="408" name="Google Shape;408;p64"/>
          <p:cNvSpPr txBox="1"/>
          <p:nvPr/>
        </p:nvSpPr>
        <p:spPr>
          <a:xfrm>
            <a:off x="968063" y="2057424"/>
            <a:ext cx="7111908" cy="2154381"/>
          </a:xfrm>
          <a:prstGeom prst="rect">
            <a:avLst/>
          </a:prstGeom>
          <a:noFill/>
          <a:ln>
            <a:noFill/>
          </a:ln>
        </p:spPr>
        <p:txBody>
          <a:bodyPr spcFirstLastPara="1" wrap="square" lIns="121900" tIns="60933" rIns="121900" bIns="60933" anchor="t" anchorCtr="0">
            <a:spAutoFit/>
          </a:bodyPr>
          <a:lstStyle/>
          <a:p>
            <a:pPr algn="just">
              <a:lnSpc>
                <a:spcPct val="150000"/>
              </a:lnSpc>
            </a:pPr>
            <a:endParaRPr sz="2400">
              <a:solidFill>
                <a:schemeClr val="dk1"/>
              </a:solidFill>
              <a:latin typeface="Didact Gothic"/>
              <a:ea typeface="Didact Gothic"/>
              <a:cs typeface="Didact Gothic"/>
              <a:sym typeface="Didact Gothic"/>
            </a:endParaRPr>
          </a:p>
          <a:p>
            <a:pPr marL="380990" indent="-228594" algn="just">
              <a:buClr>
                <a:srgbClr val="000000"/>
              </a:buClr>
              <a:buSzPts val="1800"/>
            </a:pPr>
            <a:endParaRPr sz="2400">
              <a:solidFill>
                <a:schemeClr val="dk1"/>
              </a:solidFill>
              <a:latin typeface="Didact Gothic"/>
              <a:ea typeface="Didact Gothic"/>
              <a:cs typeface="Didact Gothic"/>
              <a:sym typeface="Didact Gothic"/>
            </a:endParaRPr>
          </a:p>
          <a:p>
            <a:pPr algn="just"/>
            <a:r>
              <a:rPr lang="es-MX" sz="2400">
                <a:solidFill>
                  <a:schemeClr val="dk1"/>
                </a:solidFill>
                <a:latin typeface="Didact Gothic"/>
                <a:ea typeface="Didact Gothic"/>
                <a:cs typeface="Didact Gothic"/>
                <a:sym typeface="Didact Gothic"/>
              </a:rPr>
              <a:t> </a:t>
            </a:r>
            <a:endParaRPr sz="2400"/>
          </a:p>
          <a:p>
            <a:pPr algn="just"/>
            <a:endParaRPr sz="2400">
              <a:solidFill>
                <a:schemeClr val="dk1"/>
              </a:solidFill>
              <a:latin typeface="Didact Gothic"/>
              <a:ea typeface="Didact Gothic"/>
              <a:cs typeface="Didact Gothic"/>
              <a:sym typeface="Didact Gothic"/>
            </a:endParaRPr>
          </a:p>
          <a:p>
            <a:pPr algn="just"/>
            <a:endParaRPr sz="2400">
              <a:solidFill>
                <a:schemeClr val="dk1"/>
              </a:solidFill>
              <a:latin typeface="Didact Gothic"/>
              <a:ea typeface="Didact Gothic"/>
              <a:cs typeface="Didact Gothic"/>
              <a:sym typeface="Didact Gothic"/>
            </a:endParaRPr>
          </a:p>
        </p:txBody>
      </p:sp>
      <p:sp>
        <p:nvSpPr>
          <p:cNvPr id="409" name="Google Shape;409;p64"/>
          <p:cNvSpPr txBox="1"/>
          <p:nvPr/>
        </p:nvSpPr>
        <p:spPr>
          <a:xfrm>
            <a:off x="968063" y="2201526"/>
            <a:ext cx="10625600" cy="3201463"/>
          </a:xfrm>
          <a:prstGeom prst="rect">
            <a:avLst/>
          </a:prstGeom>
          <a:noFill/>
          <a:ln>
            <a:noFill/>
          </a:ln>
        </p:spPr>
        <p:txBody>
          <a:bodyPr spcFirstLastPara="1" wrap="square" lIns="121900" tIns="60933" rIns="121900" bIns="60933" anchor="t" anchorCtr="0">
            <a:spAutoFit/>
          </a:bodyPr>
          <a:lstStyle/>
          <a:p>
            <a:pPr algn="ctr">
              <a:lnSpc>
                <a:spcPct val="150000"/>
              </a:lnSpc>
              <a:buClr>
                <a:srgbClr val="000000"/>
              </a:buClr>
              <a:buSzPts val="1800"/>
            </a:pPr>
            <a:r>
              <a:rPr lang="es-MX" sz="2667" dirty="0">
                <a:solidFill>
                  <a:schemeClr val="dk1"/>
                </a:solidFill>
                <a:latin typeface="Abadi Extra Light" panose="020B0204020104020204" pitchFamily="34" charset="0"/>
                <a:ea typeface="Helvetica Neue Light"/>
                <a:cs typeface="Helvetica Neue Light"/>
                <a:sym typeface="Helvetica Neue Light"/>
              </a:rPr>
              <a:t>👉 También existen varios tipos más específicos de clústeres. </a:t>
            </a:r>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lnSpc>
                <a:spcPct val="150000"/>
              </a:lnSpc>
              <a:buClr>
                <a:srgbClr val="000000"/>
              </a:buClr>
              <a:buSzPts val="1800"/>
            </a:pPr>
            <a:endParaRPr sz="2667" dirty="0">
              <a:solidFill>
                <a:schemeClr val="dk1"/>
              </a:solidFill>
              <a:latin typeface="Abadi Extra Light" panose="020B0204020104020204" pitchFamily="34" charset="0"/>
              <a:ea typeface="Helvetica Neue Light"/>
              <a:cs typeface="Helvetica Neue Light"/>
              <a:sym typeface="Helvetica Neue Light"/>
            </a:endParaRPr>
          </a:p>
          <a:p>
            <a:pPr algn="just">
              <a:lnSpc>
                <a:spcPct val="150000"/>
              </a:lnSpc>
              <a:buClr>
                <a:srgbClr val="000000"/>
              </a:buClr>
              <a:buSzPts val="1800"/>
            </a:pPr>
            <a:r>
              <a:rPr lang="es-MX" sz="2667" dirty="0">
                <a:solidFill>
                  <a:schemeClr val="dk1"/>
                </a:solidFill>
                <a:latin typeface="Abadi Extra Light" panose="020B0204020104020204" pitchFamily="34" charset="0"/>
                <a:ea typeface="Helvetica Neue Light"/>
                <a:cs typeface="Helvetica Neue Light"/>
                <a:sym typeface="Helvetica Neue Light"/>
              </a:rPr>
              <a:t>Por ejemplo </a:t>
            </a:r>
            <a:r>
              <a:rPr lang="es-MX" sz="2667" b="1" dirty="0" err="1">
                <a:solidFill>
                  <a:schemeClr val="dk1"/>
                </a:solidFill>
                <a:latin typeface="Abadi Extra Light" panose="020B0204020104020204" pitchFamily="34" charset="0"/>
                <a:ea typeface="Helvetica Neue"/>
                <a:cs typeface="Helvetica Neue"/>
                <a:sym typeface="Helvetica Neue"/>
              </a:rPr>
              <a:t>overlapping</a:t>
            </a:r>
            <a:r>
              <a:rPr lang="es-MX" sz="2667" b="1" dirty="0">
                <a:solidFill>
                  <a:schemeClr val="dk1"/>
                </a:solidFill>
                <a:latin typeface="Abadi Extra Light" panose="020B0204020104020204" pitchFamily="34" charset="0"/>
                <a:ea typeface="Helvetica Neue"/>
                <a:cs typeface="Helvetica Neue"/>
                <a:sym typeface="Helvetica Neue"/>
              </a:rPr>
              <a:t> o </a:t>
            </a:r>
            <a:r>
              <a:rPr lang="es-MX" sz="2667" b="1" dirty="0" err="1">
                <a:solidFill>
                  <a:schemeClr val="dk1"/>
                </a:solidFill>
                <a:latin typeface="Abadi Extra Light" panose="020B0204020104020204" pitchFamily="34" charset="0"/>
                <a:ea typeface="Helvetica Neue"/>
                <a:cs typeface="Helvetica Neue"/>
                <a:sym typeface="Helvetica Neue"/>
              </a:rPr>
              <a:t>fuzzy</a:t>
            </a:r>
            <a:r>
              <a:rPr lang="es-MX" sz="2667" dirty="0">
                <a:solidFill>
                  <a:schemeClr val="dk1"/>
                </a:solidFill>
                <a:latin typeface="Abadi Extra Light" panose="020B0204020104020204" pitchFamily="34" charset="0"/>
                <a:ea typeface="Helvetica Neue Light"/>
                <a:cs typeface="Helvetica Neue Light"/>
                <a:sym typeface="Helvetica Neue Light"/>
              </a:rPr>
              <a:t>, donde los registros pueden pertenecer a varios </a:t>
            </a:r>
            <a:r>
              <a:rPr lang="es-MX" sz="2667" dirty="0" err="1">
                <a:solidFill>
                  <a:schemeClr val="dk1"/>
                </a:solidFill>
                <a:latin typeface="Abadi Extra Light" panose="020B0204020104020204" pitchFamily="34" charset="0"/>
                <a:ea typeface="Helvetica Neue Light"/>
                <a:cs typeface="Helvetica Neue Light"/>
                <a:sym typeface="Helvetica Neue Light"/>
              </a:rPr>
              <a:t>clusters</a:t>
            </a:r>
            <a:r>
              <a:rPr lang="es-MX" sz="2667" dirty="0">
                <a:solidFill>
                  <a:schemeClr val="dk1"/>
                </a:solidFill>
                <a:latin typeface="Abadi Extra Light" panose="020B0204020104020204" pitchFamily="34" charset="0"/>
                <a:ea typeface="Helvetica Neue Light"/>
                <a:cs typeface="Helvetica Neue Light"/>
                <a:sym typeface="Helvetica Neue Light"/>
              </a:rPr>
              <a:t> simultáneamente; o los probabilísticos, que usan una distribución de probabilidad para asignar la membresía al clúster.</a:t>
            </a:r>
            <a:endParaRPr sz="2000" dirty="0">
              <a:latin typeface="Abadi Extra Light" panose="020B0204020104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3FC3403-EAEB-8525-3479-2DFE109023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773" y="208665"/>
            <a:ext cx="9126454" cy="6440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335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B76799-5C70-C9C4-2B2F-468AED06A5B5}"/>
              </a:ext>
            </a:extLst>
          </p:cNvPr>
          <p:cNvSpPr>
            <a:spLocks noGrp="1"/>
          </p:cNvSpPr>
          <p:nvPr>
            <p:ph type="title"/>
          </p:nvPr>
        </p:nvSpPr>
        <p:spPr>
          <a:xfrm rot="16200000">
            <a:off x="-2417641" y="3378482"/>
            <a:ext cx="5861975" cy="763600"/>
          </a:xfrm>
          <a:noFill/>
          <a:ln>
            <a:noFill/>
          </a:ln>
        </p:spPr>
        <p:txBody>
          <a:bodyPr spcFirstLastPara="1" wrap="square" lIns="121900" tIns="121900" rIns="121900" bIns="121900" anchor="t" anchorCtr="0">
            <a:noAutofit/>
          </a:bodyPr>
          <a:lstStyle/>
          <a:p>
            <a:pPr>
              <a:lnSpc>
                <a:spcPct val="115000"/>
              </a:lnSpc>
              <a:buClr>
                <a:srgbClr val="000000"/>
              </a:buClr>
              <a:buSzPts val="2200"/>
            </a:pPr>
            <a:r>
              <a:rPr lang="en-US" sz="3600" dirty="0" err="1">
                <a:solidFill>
                  <a:srgbClr val="00B0F0"/>
                </a:solidFill>
                <a:latin typeface="Abadi Extra Light" panose="020B0204020104020204" pitchFamily="34" charset="0"/>
              </a:rPr>
              <a:t>Mapas</a:t>
            </a:r>
            <a:r>
              <a:rPr lang="en-US" sz="3600" dirty="0">
                <a:solidFill>
                  <a:srgbClr val="00B0F0"/>
                </a:solidFill>
                <a:latin typeface="Abadi Extra Light" panose="020B0204020104020204" pitchFamily="34" charset="0"/>
              </a:rPr>
              <a:t> de </a:t>
            </a:r>
            <a:r>
              <a:rPr lang="en-US" sz="3600" dirty="0" err="1">
                <a:solidFill>
                  <a:srgbClr val="00B0F0"/>
                </a:solidFill>
                <a:latin typeface="Abadi Extra Light" panose="020B0204020104020204" pitchFamily="34" charset="0"/>
              </a:rPr>
              <a:t>kohonen</a:t>
            </a:r>
            <a:endParaRPr lang="es-CL" sz="3600" dirty="0">
              <a:solidFill>
                <a:srgbClr val="00B0F0"/>
              </a:solidFill>
              <a:latin typeface="Abadi Extra Light" panose="020B0204020104020204" pitchFamily="34" charset="0"/>
            </a:endParaRPr>
          </a:p>
        </p:txBody>
      </p:sp>
      <p:sp>
        <p:nvSpPr>
          <p:cNvPr id="6" name="Rectangle 5">
            <a:extLst>
              <a:ext uri="{FF2B5EF4-FFF2-40B4-BE49-F238E27FC236}">
                <a16:creationId xmlns:a16="http://schemas.microsoft.com/office/drawing/2014/main" id="{392351BF-B33D-F1F6-83B3-2C1F17E63EF7}"/>
              </a:ext>
            </a:extLst>
          </p:cNvPr>
          <p:cNvSpPr>
            <a:spLocks noChangeArrowheads="1"/>
          </p:cNvSpPr>
          <p:nvPr/>
        </p:nvSpPr>
        <p:spPr bwMode="auto">
          <a:xfrm>
            <a:off x="1823986" y="440806"/>
            <a:ext cx="9766436" cy="1846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indent="158750" algn="just" eaLnBrk="0" fontAlgn="base" hangingPunct="0">
              <a:spcBef>
                <a:spcPct val="0"/>
              </a:spcBef>
              <a:spcAft>
                <a:spcPct val="0"/>
              </a:spcAft>
            </a:pPr>
            <a:r>
              <a:rPr lang="es-CL" altLang="es-CL" sz="2400" dirty="0">
                <a:solidFill>
                  <a:srgbClr val="444444"/>
                </a:solidFill>
                <a:latin typeface="Abadi Extra Light" panose="020B0204020104020204" pitchFamily="34" charset="0"/>
              </a:rPr>
              <a:t>Los </a:t>
            </a:r>
            <a:r>
              <a:rPr lang="es-CL" altLang="es-CL" sz="2400" dirty="0" err="1">
                <a:solidFill>
                  <a:srgbClr val="444444"/>
                </a:solidFill>
                <a:latin typeface="Abadi Extra Light" panose="020B0204020104020204" pitchFamily="34" charset="0"/>
              </a:rPr>
              <a:t>Self</a:t>
            </a:r>
            <a:r>
              <a:rPr lang="es-CL" altLang="es-CL" sz="2400" dirty="0">
                <a:solidFill>
                  <a:srgbClr val="444444"/>
                </a:solidFill>
                <a:latin typeface="Abadi Extra Light" panose="020B0204020104020204" pitchFamily="34" charset="0"/>
              </a:rPr>
              <a:t> </a:t>
            </a:r>
            <a:r>
              <a:rPr lang="es-CL" altLang="es-CL" sz="2400" dirty="0" err="1">
                <a:solidFill>
                  <a:srgbClr val="444444"/>
                </a:solidFill>
                <a:latin typeface="Abadi Extra Light" panose="020B0204020104020204" pitchFamily="34" charset="0"/>
              </a:rPr>
              <a:t>Organizing</a:t>
            </a:r>
            <a:r>
              <a:rPr lang="es-CL" altLang="es-CL" sz="2400" dirty="0">
                <a:solidFill>
                  <a:srgbClr val="444444"/>
                </a:solidFill>
                <a:latin typeface="Abadi Extra Light" panose="020B0204020104020204" pitchFamily="34" charset="0"/>
              </a:rPr>
              <a:t> </a:t>
            </a:r>
            <a:r>
              <a:rPr lang="es-CL" altLang="es-CL" sz="2400" dirty="0" err="1">
                <a:solidFill>
                  <a:srgbClr val="444444"/>
                </a:solidFill>
                <a:latin typeface="Abadi Extra Light" panose="020B0204020104020204" pitchFamily="34" charset="0"/>
              </a:rPr>
              <a:t>Maps</a:t>
            </a:r>
            <a:r>
              <a:rPr lang="es-CL" altLang="es-CL" sz="2400" dirty="0">
                <a:solidFill>
                  <a:srgbClr val="444444"/>
                </a:solidFill>
                <a:latin typeface="Abadi Extra Light" panose="020B0204020104020204" pitchFamily="34" charset="0"/>
              </a:rPr>
              <a:t> (Mapas Auto-Organizados), o SOM, fueron inventados en 1982 por </a:t>
            </a:r>
            <a:r>
              <a:rPr lang="es-CL" altLang="es-CL" sz="2400" dirty="0" err="1">
                <a:solidFill>
                  <a:srgbClr val="444444"/>
                </a:solidFill>
                <a:latin typeface="Abadi Extra Light" panose="020B0204020104020204" pitchFamily="34" charset="0"/>
              </a:rPr>
              <a:t>Teuvo</a:t>
            </a:r>
            <a:r>
              <a:rPr lang="es-CL" altLang="es-CL" sz="2400" dirty="0">
                <a:solidFill>
                  <a:srgbClr val="444444"/>
                </a:solidFill>
                <a:latin typeface="Abadi Extra Light" panose="020B0204020104020204" pitchFamily="34" charset="0"/>
              </a:rPr>
              <a:t> </a:t>
            </a:r>
            <a:r>
              <a:rPr lang="es-CL" altLang="es-CL" sz="2400" dirty="0" err="1">
                <a:solidFill>
                  <a:srgbClr val="444444"/>
                </a:solidFill>
                <a:latin typeface="Abadi Extra Light" panose="020B0204020104020204" pitchFamily="34" charset="0"/>
              </a:rPr>
              <a:t>Kohonen</a:t>
            </a:r>
            <a:r>
              <a:rPr lang="es-CL" altLang="es-CL" sz="2400" dirty="0">
                <a:solidFill>
                  <a:srgbClr val="444444"/>
                </a:solidFill>
                <a:latin typeface="Abadi Extra Light" panose="020B0204020104020204" pitchFamily="34" charset="0"/>
              </a:rPr>
              <a:t>, profesor de la Academia de Finlandia, y proporcionan una forma de representar datos numéricos multidimensionales (vectores de toda la vida) en espacios vectoriales de dimensión inferior, normalmente, en 2D/3D. </a:t>
            </a:r>
          </a:p>
        </p:txBody>
      </p:sp>
      <p:pic>
        <p:nvPicPr>
          <p:cNvPr id="2054" name="Picture 6">
            <a:hlinkClick r:id="rId2" tooltip="This link opens in a new window: https://en.wikipedia.org/wiki/Teuvo_Kohonen"/>
            <a:extLst>
              <a:ext uri="{FF2B5EF4-FFF2-40B4-BE49-F238E27FC236}">
                <a16:creationId xmlns:a16="http://schemas.microsoft.com/office/drawing/2014/main" id="{BF19655C-8946-2900-8116-8F4F8FA43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4624" y="320673"/>
            <a:ext cx="47625" cy="8336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7">
            <a:extLst>
              <a:ext uri="{FF2B5EF4-FFF2-40B4-BE49-F238E27FC236}">
                <a16:creationId xmlns:a16="http://schemas.microsoft.com/office/drawing/2014/main" id="{8731EEFD-330F-FEAB-5813-30C3228D9EA8}"/>
              </a:ext>
            </a:extLst>
          </p:cNvPr>
          <p:cNvSpPr>
            <a:spLocks noChangeArrowheads="1"/>
          </p:cNvSpPr>
          <p:nvPr/>
        </p:nvSpPr>
        <p:spPr bwMode="auto">
          <a:xfrm>
            <a:off x="1774908" y="3429000"/>
            <a:ext cx="9815513" cy="14773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indent="1587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58750" algn="just" defTabSz="914400" rtl="0" eaLnBrk="0" fontAlgn="base" latinLnBrk="0" hangingPunct="0">
              <a:lnSpc>
                <a:spcPct val="100000"/>
              </a:lnSpc>
              <a:spcBef>
                <a:spcPct val="0"/>
              </a:spcBef>
              <a:spcAft>
                <a:spcPct val="0"/>
              </a:spcAft>
              <a:buClrTx/>
              <a:buSzTx/>
              <a:buFontTx/>
              <a:buNone/>
              <a:tabLst/>
            </a:pPr>
            <a:r>
              <a:rPr kumimoji="0" lang="es-CL" altLang="es-CL" sz="2400" b="0" i="0" u="none" strike="noStrike" cap="none" normalizeH="0" baseline="0" dirty="0">
                <a:ln>
                  <a:noFill/>
                </a:ln>
                <a:solidFill>
                  <a:srgbClr val="444444"/>
                </a:solidFill>
                <a:effectLst/>
                <a:latin typeface="Abadi Extra Light" panose="020B0204020104020204" pitchFamily="34" charset="0"/>
              </a:rPr>
              <a:t>Este proceso de reducir la dimensionalidad de vectores es una técnica de compresión de datos conocida como </a:t>
            </a:r>
            <a:r>
              <a:rPr lang="es-CL" altLang="es-CL" sz="2400" b="1" dirty="0">
                <a:solidFill>
                  <a:srgbClr val="205B87"/>
                </a:solidFill>
                <a:latin typeface="Abadi Extra Light" panose="020B0204020104020204" pitchFamily="34" charset="0"/>
              </a:rPr>
              <a:t>Cuantización Vectorial</a:t>
            </a:r>
            <a:r>
              <a:rPr lang="es-CL" altLang="es-CL" sz="2400" dirty="0">
                <a:solidFill>
                  <a:srgbClr val="205B87"/>
                </a:solidFill>
                <a:latin typeface="Abadi Extra Light" panose="020B0204020104020204" pitchFamily="34" charset="0"/>
              </a:rPr>
              <a:t> </a:t>
            </a:r>
            <a:r>
              <a:rPr kumimoji="0" lang="es-CL" altLang="es-CL" sz="2400" b="0" i="0" u="none" strike="noStrike" cap="none" normalizeH="0" baseline="0" dirty="0">
                <a:ln>
                  <a:noFill/>
                </a:ln>
                <a:solidFill>
                  <a:srgbClr val="444444"/>
                </a:solidFill>
                <a:effectLst/>
                <a:latin typeface="Abadi Extra Light" panose="020B0204020104020204" pitchFamily="34" charset="0"/>
              </a:rPr>
              <a:t>. Además, el algoritmo de </a:t>
            </a:r>
            <a:r>
              <a:rPr kumimoji="0" lang="es-CL" altLang="es-CL" sz="2400" b="0" i="0" u="none" strike="noStrike" cap="none" normalizeH="0" baseline="0" dirty="0" err="1">
                <a:ln>
                  <a:noFill/>
                </a:ln>
                <a:solidFill>
                  <a:srgbClr val="444444"/>
                </a:solidFill>
                <a:effectLst/>
                <a:latin typeface="Abadi Extra Light" panose="020B0204020104020204" pitchFamily="34" charset="0"/>
              </a:rPr>
              <a:t>Kohonen</a:t>
            </a:r>
            <a:r>
              <a:rPr kumimoji="0" lang="es-CL" altLang="es-CL" sz="2400" b="0" i="0" u="none" strike="noStrike" cap="none" normalizeH="0" baseline="0" dirty="0">
                <a:ln>
                  <a:noFill/>
                </a:ln>
                <a:solidFill>
                  <a:srgbClr val="444444"/>
                </a:solidFill>
                <a:effectLst/>
                <a:latin typeface="Abadi Extra Light" panose="020B0204020104020204" pitchFamily="34" charset="0"/>
              </a:rPr>
              <a:t> usa una red que intenta almacenar la información topológica del conjunto de entrenamiento.</a:t>
            </a:r>
            <a:r>
              <a:rPr kumimoji="0" lang="es-CL" altLang="es-CL" sz="2400" b="0" i="0" u="none" strike="noStrike" cap="none" normalizeH="0" baseline="0" dirty="0">
                <a:ln>
                  <a:noFill/>
                </a:ln>
                <a:solidFill>
                  <a:schemeClr val="tx1"/>
                </a:solidFill>
                <a:effectLst/>
                <a:latin typeface="Abadi Extra Light" panose="020B0204020104020204" pitchFamily="34" charset="0"/>
              </a:rPr>
              <a:t> </a:t>
            </a:r>
          </a:p>
        </p:txBody>
      </p:sp>
      <p:pic>
        <p:nvPicPr>
          <p:cNvPr id="2056" name="Picture 8">
            <a:hlinkClick r:id="rId4" tooltip="This link opens in a new window: http://cis.legacy.ics.tkk.fi/panus/papers/dtwsom.pdf"/>
            <a:extLst>
              <a:ext uri="{FF2B5EF4-FFF2-40B4-BE49-F238E27FC236}">
                <a16:creationId xmlns:a16="http://schemas.microsoft.com/office/drawing/2014/main" id="{35A8EA4D-0A73-6EDD-30BA-24B448050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3343" y="-98426"/>
            <a:ext cx="45719" cy="45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689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C72B6BB-1E73-3350-4C96-8B05C2A847FC}"/>
              </a:ext>
            </a:extLst>
          </p:cNvPr>
          <p:cNvSpPr txBox="1"/>
          <p:nvPr/>
        </p:nvSpPr>
        <p:spPr>
          <a:xfrm>
            <a:off x="1411705" y="1296010"/>
            <a:ext cx="10202780" cy="3693319"/>
          </a:xfrm>
          <a:prstGeom prst="rect">
            <a:avLst/>
          </a:prstGeom>
          <a:noFill/>
        </p:spPr>
        <p:txBody>
          <a:bodyPr wrap="square">
            <a:spAutoFit/>
          </a:bodyPr>
          <a:lstStyle/>
          <a:p>
            <a:pPr algn="just" fontAlgn="base"/>
            <a:r>
              <a:rPr lang="es-ES" b="0" i="0" dirty="0">
                <a:solidFill>
                  <a:srgbClr val="444444"/>
                </a:solidFill>
                <a:effectLst/>
                <a:latin typeface="Abadi Extra Light" panose="020B0204020104020204" pitchFamily="34" charset="0"/>
              </a:rPr>
              <a:t>En general, el algoritmo SOM considera una arquitectura en 2 capas:</a:t>
            </a:r>
          </a:p>
          <a:p>
            <a:pPr algn="just" fontAlgn="base"/>
            <a:endParaRPr lang="es-ES" b="0" i="0" dirty="0">
              <a:solidFill>
                <a:srgbClr val="444444"/>
              </a:solidFill>
              <a:effectLst/>
              <a:latin typeface="Abadi Extra Light" panose="020B0204020104020204" pitchFamily="34" charset="0"/>
            </a:endParaRPr>
          </a:p>
          <a:p>
            <a:pPr algn="just" fontAlgn="base">
              <a:buFont typeface="Arial" panose="020B0604020202020204" pitchFamily="34" charset="0"/>
              <a:buChar char="•"/>
            </a:pPr>
            <a:r>
              <a:rPr lang="es-ES" b="0" i="0" dirty="0">
                <a:solidFill>
                  <a:srgbClr val="444444"/>
                </a:solidFill>
                <a:effectLst/>
                <a:latin typeface="Abadi Extra Light" panose="020B0204020104020204" pitchFamily="34" charset="0"/>
              </a:rPr>
              <a:t> Cap</a:t>
            </a:r>
            <a:r>
              <a:rPr lang="es-ES" dirty="0">
                <a:solidFill>
                  <a:srgbClr val="444444"/>
                </a:solidFill>
                <a:latin typeface="Abadi Extra Light" panose="020B0204020104020204" pitchFamily="34" charset="0"/>
              </a:rPr>
              <a:t>a </a:t>
            </a:r>
            <a:r>
              <a:rPr lang="es-ES" b="0" i="0" dirty="0">
                <a:solidFill>
                  <a:srgbClr val="444444"/>
                </a:solidFill>
                <a:effectLst/>
                <a:latin typeface="Abadi Extra Light" panose="020B0204020104020204" pitchFamily="34" charset="0"/>
              </a:rPr>
              <a:t>de </a:t>
            </a:r>
            <a:r>
              <a:rPr lang="es-ES" b="1" i="0" dirty="0">
                <a:solidFill>
                  <a:srgbClr val="444444"/>
                </a:solidFill>
                <a:effectLst/>
                <a:latin typeface="Abadi Extra Light" panose="020B0204020104020204" pitchFamily="34" charset="0"/>
              </a:rPr>
              <a:t>nodos de aprendizaje</a:t>
            </a:r>
            <a:r>
              <a:rPr lang="es-ES" b="0" i="0" dirty="0">
                <a:solidFill>
                  <a:srgbClr val="444444"/>
                </a:solidFill>
                <a:effectLst/>
                <a:latin typeface="Abadi Extra Light" panose="020B0204020104020204" pitchFamily="34" charset="0"/>
              </a:rPr>
              <a:t>, de la que nos importa la relación topológica que hay entre ellos (es decir, las conexiones y estructura que forman), y que serán los que finalmente contendrán la información acerca de la representación resultante. Contendrán las representaciones cuantizadas asociadas a los datos que queremos proyectar.</a:t>
            </a:r>
          </a:p>
          <a:p>
            <a:pPr algn="just" fontAlgn="base">
              <a:buFont typeface="Arial" panose="020B0604020202020204" pitchFamily="34" charset="0"/>
              <a:buChar char="•"/>
            </a:pPr>
            <a:endParaRPr lang="es-ES" b="0" i="0" dirty="0">
              <a:solidFill>
                <a:srgbClr val="444444"/>
              </a:solidFill>
              <a:effectLst/>
              <a:latin typeface="Abadi Extra Light" panose="020B0204020104020204" pitchFamily="34" charset="0"/>
            </a:endParaRPr>
          </a:p>
          <a:p>
            <a:pPr algn="just" fontAlgn="base">
              <a:buFont typeface="Arial" panose="020B0604020202020204" pitchFamily="34" charset="0"/>
              <a:buChar char="•"/>
            </a:pPr>
            <a:r>
              <a:rPr lang="es-ES" b="0" i="0" dirty="0">
                <a:solidFill>
                  <a:srgbClr val="444444"/>
                </a:solidFill>
                <a:effectLst/>
                <a:latin typeface="Abadi Extra Light" panose="020B0204020104020204" pitchFamily="34" charset="0"/>
              </a:rPr>
              <a:t>Por otra parte, una capa de </a:t>
            </a:r>
            <a:r>
              <a:rPr lang="es-ES" b="1" i="0" dirty="0">
                <a:solidFill>
                  <a:srgbClr val="444444"/>
                </a:solidFill>
                <a:effectLst/>
                <a:latin typeface="Abadi Extra Light" panose="020B0204020104020204" pitchFamily="34" charset="0"/>
              </a:rPr>
              <a:t>nodos de entrada</a:t>
            </a:r>
            <a:r>
              <a:rPr lang="es-ES" b="0" i="0" dirty="0">
                <a:solidFill>
                  <a:srgbClr val="444444"/>
                </a:solidFill>
                <a:effectLst/>
                <a:latin typeface="Abadi Extra Light" panose="020B0204020104020204" pitchFamily="34" charset="0"/>
              </a:rPr>
              <a:t>, que servirán de alimentadores de los nodos de aprendizaje por medio de los vectores originales (datos) durante el proceso de entrenamiento.</a:t>
            </a:r>
          </a:p>
          <a:p>
            <a:pPr algn="just" fontAlgn="base">
              <a:buFont typeface="Arial" panose="020B0604020202020204" pitchFamily="34" charset="0"/>
              <a:buChar char="•"/>
            </a:pPr>
            <a:endParaRPr lang="es-ES" b="0" i="0" dirty="0">
              <a:solidFill>
                <a:srgbClr val="444444"/>
              </a:solidFill>
              <a:effectLst/>
              <a:latin typeface="Abadi Extra Light" panose="020B0204020104020204" pitchFamily="34" charset="0"/>
            </a:endParaRPr>
          </a:p>
          <a:p>
            <a:pPr algn="just" fontAlgn="base">
              <a:buFont typeface="Arial" panose="020B0604020202020204" pitchFamily="34" charset="0"/>
              <a:buChar char="•"/>
            </a:pPr>
            <a:r>
              <a:rPr lang="es-ES" b="0" i="0" dirty="0">
                <a:solidFill>
                  <a:srgbClr val="444444"/>
                </a:solidFill>
                <a:effectLst/>
                <a:latin typeface="Abadi Extra Light" panose="020B0204020104020204" pitchFamily="34" charset="0"/>
              </a:rPr>
              <a:t>Además, todos los elementos de la primera capa están conectados con todos los elementos de la segunda capa. Estas conexiones tienen un "peso" que puede modificarse para que los nodos de aprendizaje "aprendan" la información de los nodos de entrada. Estos pesos son los parámetros modificables del modelo.</a:t>
            </a:r>
          </a:p>
        </p:txBody>
      </p:sp>
      <p:sp>
        <p:nvSpPr>
          <p:cNvPr id="9" name="Título 1">
            <a:extLst>
              <a:ext uri="{FF2B5EF4-FFF2-40B4-BE49-F238E27FC236}">
                <a16:creationId xmlns:a16="http://schemas.microsoft.com/office/drawing/2014/main" id="{117F269A-6E83-C423-5C47-B5D711995B56}"/>
              </a:ext>
            </a:extLst>
          </p:cNvPr>
          <p:cNvSpPr>
            <a:spLocks noGrp="1"/>
          </p:cNvSpPr>
          <p:nvPr>
            <p:ph type="title"/>
          </p:nvPr>
        </p:nvSpPr>
        <p:spPr>
          <a:xfrm rot="16200000">
            <a:off x="-2417641" y="3378482"/>
            <a:ext cx="5861975" cy="763600"/>
          </a:xfrm>
          <a:noFill/>
          <a:ln>
            <a:noFill/>
          </a:ln>
        </p:spPr>
        <p:txBody>
          <a:bodyPr spcFirstLastPara="1" wrap="square" lIns="121900" tIns="121900" rIns="121900" bIns="121900" anchor="t" anchorCtr="0">
            <a:noAutofit/>
          </a:bodyPr>
          <a:lstStyle/>
          <a:p>
            <a:pPr>
              <a:lnSpc>
                <a:spcPct val="115000"/>
              </a:lnSpc>
              <a:buClr>
                <a:srgbClr val="000000"/>
              </a:buClr>
              <a:buSzPts val="2200"/>
            </a:pPr>
            <a:r>
              <a:rPr lang="en-US" sz="3600" dirty="0" err="1">
                <a:solidFill>
                  <a:srgbClr val="00B0F0"/>
                </a:solidFill>
                <a:latin typeface="Abadi Extra Light" panose="020B0204020104020204" pitchFamily="34" charset="0"/>
              </a:rPr>
              <a:t>Mapas</a:t>
            </a:r>
            <a:r>
              <a:rPr lang="en-US" sz="3600" dirty="0">
                <a:solidFill>
                  <a:srgbClr val="00B0F0"/>
                </a:solidFill>
                <a:latin typeface="Abadi Extra Light" panose="020B0204020104020204" pitchFamily="34" charset="0"/>
              </a:rPr>
              <a:t> de </a:t>
            </a:r>
            <a:r>
              <a:rPr lang="en-US" sz="3600" dirty="0" err="1">
                <a:solidFill>
                  <a:srgbClr val="00B0F0"/>
                </a:solidFill>
                <a:latin typeface="Abadi Extra Light" panose="020B0204020104020204" pitchFamily="34" charset="0"/>
              </a:rPr>
              <a:t>kohonen</a:t>
            </a:r>
            <a:endParaRPr lang="es-CL" sz="3600" dirty="0">
              <a:solidFill>
                <a:srgbClr val="00B0F0"/>
              </a:solidFill>
              <a:latin typeface="Abadi Extra Light" panose="020B0204020104020204" pitchFamily="34" charset="0"/>
            </a:endParaRPr>
          </a:p>
        </p:txBody>
      </p:sp>
    </p:spTree>
    <p:extLst>
      <p:ext uri="{BB962C8B-B14F-4D97-AF65-F5344CB8AC3E}">
        <p14:creationId xmlns:p14="http://schemas.microsoft.com/office/powerpoint/2010/main" val="1604497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Kohonen Architecture">
            <a:extLst>
              <a:ext uri="{FF2B5EF4-FFF2-40B4-BE49-F238E27FC236}">
                <a16:creationId xmlns:a16="http://schemas.microsoft.com/office/drawing/2014/main" id="{EFB4CE3B-E9A9-9926-01AF-3AA963900D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045" y="530578"/>
            <a:ext cx="4521536" cy="3251200"/>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5A00BADA-865E-E1AE-98DF-9A71EA29F349}"/>
              </a:ext>
            </a:extLst>
          </p:cNvPr>
          <p:cNvPicPr>
            <a:picLocks noChangeAspect="1"/>
          </p:cNvPicPr>
          <p:nvPr/>
        </p:nvPicPr>
        <p:blipFill>
          <a:blip r:embed="rId3"/>
          <a:stretch>
            <a:fillRect/>
          </a:stretch>
        </p:blipFill>
        <p:spPr>
          <a:xfrm>
            <a:off x="4503630" y="3692525"/>
            <a:ext cx="6791325" cy="2724150"/>
          </a:xfrm>
          <a:prstGeom prst="rect">
            <a:avLst/>
          </a:prstGeom>
        </p:spPr>
      </p:pic>
      <p:sp>
        <p:nvSpPr>
          <p:cNvPr id="9" name="CuadroTexto 8">
            <a:extLst>
              <a:ext uri="{FF2B5EF4-FFF2-40B4-BE49-F238E27FC236}">
                <a16:creationId xmlns:a16="http://schemas.microsoft.com/office/drawing/2014/main" id="{2B465A02-1F64-0DF8-BC9F-98FB28AAF26C}"/>
              </a:ext>
            </a:extLst>
          </p:cNvPr>
          <p:cNvSpPr txBox="1"/>
          <p:nvPr/>
        </p:nvSpPr>
        <p:spPr>
          <a:xfrm>
            <a:off x="5604387" y="530578"/>
            <a:ext cx="6096000" cy="2277547"/>
          </a:xfrm>
          <a:prstGeom prst="rect">
            <a:avLst/>
          </a:prstGeom>
          <a:noFill/>
        </p:spPr>
        <p:txBody>
          <a:bodyPr wrap="square">
            <a:spAutoFit/>
          </a:bodyPr>
          <a:lstStyle/>
          <a:p>
            <a:pPr algn="just" fontAlgn="base"/>
            <a:r>
              <a:rPr lang="es-ES" sz="1800" b="0" i="0" dirty="0">
                <a:solidFill>
                  <a:srgbClr val="444444"/>
                </a:solidFill>
                <a:effectLst/>
                <a:latin typeface="Abadi Extra Light" panose="020B0204020104020204" pitchFamily="34" charset="0"/>
              </a:rPr>
              <a:t>A grandes rasgos, ya que no hay función objetivo que aproximar, los SOM intentan dar unos representantes de pesos en los nodos de aprendizaje de forma que se verifique un doble objetivo:</a:t>
            </a:r>
          </a:p>
          <a:p>
            <a:pPr algn="just" fontAlgn="base"/>
            <a:endParaRPr lang="es-ES" sz="1800" b="0" i="0" dirty="0">
              <a:solidFill>
                <a:srgbClr val="444444"/>
              </a:solidFill>
              <a:effectLst/>
              <a:latin typeface="Abadi Extra Light" panose="020B0204020104020204" pitchFamily="34" charset="0"/>
            </a:endParaRPr>
          </a:p>
          <a:p>
            <a:pPr lvl="1" algn="just" fontAlgn="base">
              <a:buFont typeface="+mj-lt"/>
              <a:buAutoNum type="arabicPeriod"/>
            </a:pPr>
            <a:r>
              <a:rPr lang="es-ES" sz="1400" b="0" i="0" dirty="0">
                <a:solidFill>
                  <a:srgbClr val="444444"/>
                </a:solidFill>
                <a:effectLst/>
                <a:latin typeface="Abadi Extra Light" panose="020B0204020104020204" pitchFamily="34" charset="0"/>
              </a:rPr>
              <a:t>Nodos de aprendizaje cercanos tienen vectores de pesos cercanos.</a:t>
            </a:r>
          </a:p>
          <a:p>
            <a:pPr lvl="1" algn="just" fontAlgn="base">
              <a:buFont typeface="+mj-lt"/>
              <a:buAutoNum type="arabicPeriod"/>
            </a:pPr>
            <a:endParaRPr lang="es-ES" sz="1400" b="0" i="0" dirty="0">
              <a:solidFill>
                <a:srgbClr val="444444"/>
              </a:solidFill>
              <a:effectLst/>
              <a:latin typeface="Abadi Extra Light" panose="020B0204020104020204" pitchFamily="34" charset="0"/>
            </a:endParaRPr>
          </a:p>
          <a:p>
            <a:pPr lvl="1" algn="just" fontAlgn="base">
              <a:buFont typeface="+mj-lt"/>
              <a:buAutoNum type="arabicPeriod"/>
            </a:pPr>
            <a:r>
              <a:rPr lang="es-ES" sz="1400" b="0" i="0" dirty="0">
                <a:solidFill>
                  <a:srgbClr val="444444"/>
                </a:solidFill>
                <a:effectLst/>
                <a:latin typeface="Abadi Extra Light" panose="020B0204020104020204" pitchFamily="34" charset="0"/>
              </a:rPr>
              <a:t>Cada dato de entrada tiene algún representante cercano entre los nodos de aprendizaje (en el sentido de que hay algún nodo de aprendizaje cuyo vector de pesos se parece al dato de entrada).</a:t>
            </a:r>
          </a:p>
        </p:txBody>
      </p:sp>
    </p:spTree>
    <p:extLst>
      <p:ext uri="{BB962C8B-B14F-4D97-AF65-F5344CB8AC3E}">
        <p14:creationId xmlns:p14="http://schemas.microsoft.com/office/powerpoint/2010/main" val="2003981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35C56419-7227-9496-EE0A-7D794C5E9B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1192" y="635135"/>
            <a:ext cx="4000500" cy="287655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94CB6FFB-900F-C584-FF39-4E5EFB0FE0AA}"/>
              </a:ext>
            </a:extLst>
          </p:cNvPr>
          <p:cNvSpPr txBox="1"/>
          <p:nvPr/>
        </p:nvSpPr>
        <p:spPr>
          <a:xfrm>
            <a:off x="612108" y="3873321"/>
            <a:ext cx="453958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lvl1pPr lvl="0" indent="158750" algn="just" eaLnBrk="0" fontAlgn="base" hangingPunct="0">
              <a:lnSpc>
                <a:spcPct val="100000"/>
              </a:lnSpc>
              <a:spcBef>
                <a:spcPct val="0"/>
              </a:spcBef>
              <a:spcAft>
                <a:spcPct val="0"/>
              </a:spcAft>
              <a:buSzTx/>
              <a:buFontTx/>
              <a:buNone/>
              <a:defRPr sz="2000">
                <a:solidFill>
                  <a:srgbClr val="444444"/>
                </a:solidFill>
                <a:latin typeface="Abadi Extra Light" panose="020B0204020104020204" pitchFamily="34" charset="0"/>
              </a:defRPr>
            </a:lvl1pPr>
            <a:lvl2pPr marL="1219170" lvl="1" indent="-423323">
              <a:lnSpc>
                <a:spcPct val="115000"/>
              </a:lnSpc>
              <a:spcBef>
                <a:spcPts val="2133"/>
              </a:spcBef>
              <a:spcAft>
                <a:spcPts val="0"/>
              </a:spcAft>
              <a:buSzPts val="1400"/>
              <a:buFont typeface="Arial" panose="020B0604020202020204" pitchFamily="34" charset="0"/>
              <a:buChar char="○"/>
              <a:defRPr sz="2400"/>
            </a:lvl2pPr>
            <a:lvl3pPr marL="1828754" lvl="2" indent="-423323">
              <a:lnSpc>
                <a:spcPct val="115000"/>
              </a:lnSpc>
              <a:spcBef>
                <a:spcPts val="2133"/>
              </a:spcBef>
              <a:spcAft>
                <a:spcPts val="0"/>
              </a:spcAft>
              <a:buSzPts val="1400"/>
              <a:buFont typeface="Arial" panose="020B0604020202020204" pitchFamily="34" charset="0"/>
              <a:buChar char="■"/>
              <a:defRPr sz="2000"/>
            </a:lvl3pPr>
            <a:lvl4pPr marL="2438339" lvl="3" indent="-423323">
              <a:lnSpc>
                <a:spcPct val="115000"/>
              </a:lnSpc>
              <a:spcBef>
                <a:spcPts val="2133"/>
              </a:spcBef>
              <a:spcAft>
                <a:spcPts val="0"/>
              </a:spcAft>
              <a:buSzPts val="1400"/>
              <a:buFont typeface="Arial" panose="020B0604020202020204" pitchFamily="34" charset="0"/>
              <a:buChar char="●"/>
            </a:lvl4pPr>
            <a:lvl5pPr marL="3047924" lvl="4" indent="-423323">
              <a:lnSpc>
                <a:spcPct val="115000"/>
              </a:lnSpc>
              <a:spcBef>
                <a:spcPts val="2133"/>
              </a:spcBef>
              <a:spcAft>
                <a:spcPts val="0"/>
              </a:spcAft>
              <a:buSzPts val="1400"/>
              <a:buFont typeface="Arial" panose="020B0604020202020204" pitchFamily="34" charset="0"/>
              <a:buChar char="○"/>
            </a:lvl5pPr>
            <a:lvl6pPr marL="3657509" lvl="5" indent="-423323">
              <a:lnSpc>
                <a:spcPct val="115000"/>
              </a:lnSpc>
              <a:spcBef>
                <a:spcPts val="2133"/>
              </a:spcBef>
              <a:spcAft>
                <a:spcPts val="0"/>
              </a:spcAft>
              <a:buSzPts val="1400"/>
              <a:buFont typeface="Arial" panose="020B0604020202020204" pitchFamily="34" charset="0"/>
              <a:buChar char="■"/>
            </a:lvl6pPr>
            <a:lvl7pPr marL="4267093" lvl="6" indent="-423323">
              <a:lnSpc>
                <a:spcPct val="115000"/>
              </a:lnSpc>
              <a:spcBef>
                <a:spcPts val="2133"/>
              </a:spcBef>
              <a:spcAft>
                <a:spcPts val="0"/>
              </a:spcAft>
              <a:buSzPts val="1400"/>
              <a:buFont typeface="Arial" panose="020B0604020202020204" pitchFamily="34" charset="0"/>
              <a:buChar char="●"/>
            </a:lvl7pPr>
            <a:lvl8pPr marL="4876678" lvl="7" indent="-423323">
              <a:lnSpc>
                <a:spcPct val="115000"/>
              </a:lnSpc>
              <a:spcBef>
                <a:spcPts val="2133"/>
              </a:spcBef>
              <a:spcAft>
                <a:spcPts val="0"/>
              </a:spcAft>
              <a:buSzPts val="1400"/>
              <a:buFont typeface="Arial" panose="020B0604020202020204" pitchFamily="34" charset="0"/>
              <a:buChar char="○"/>
            </a:lvl8pPr>
            <a:lvl9pPr marL="5486263" lvl="8" indent="-423323">
              <a:lnSpc>
                <a:spcPct val="115000"/>
              </a:lnSpc>
              <a:spcBef>
                <a:spcPts val="2133"/>
              </a:spcBef>
              <a:spcAft>
                <a:spcPts val="2133"/>
              </a:spcAft>
              <a:buSzPts val="1400"/>
              <a:buFont typeface="Arial" panose="020B0604020202020204" pitchFamily="34" charset="0"/>
              <a:buChar char="■"/>
            </a:lvl9pPr>
          </a:lstStyle>
          <a:p>
            <a:r>
              <a:rPr lang="es-ES" sz="1100" dirty="0"/>
              <a:t>Un modelo de </a:t>
            </a:r>
            <a:r>
              <a:rPr lang="es-ES" sz="1100" dirty="0" err="1"/>
              <a:t>Kohonen</a:t>
            </a:r>
            <a:r>
              <a:rPr lang="es-ES" sz="1100" dirty="0"/>
              <a:t> con la BMU en amarillo, las capas dentro del radio del vecindario en rosa y púrpura, y los nodos afuera en azul.
</a:t>
            </a:r>
            <a:endParaRPr lang="es-CL" sz="1100" dirty="0"/>
          </a:p>
        </p:txBody>
      </p:sp>
      <p:sp>
        <p:nvSpPr>
          <p:cNvPr id="7" name="Marcador de texto 2">
            <a:extLst>
              <a:ext uri="{FF2B5EF4-FFF2-40B4-BE49-F238E27FC236}">
                <a16:creationId xmlns:a16="http://schemas.microsoft.com/office/drawing/2014/main" id="{86AE35E5-0200-F0CF-0E00-81C3511858C1}"/>
              </a:ext>
            </a:extLst>
          </p:cNvPr>
          <p:cNvSpPr>
            <a:spLocks noGrp="1"/>
          </p:cNvSpPr>
          <p:nvPr>
            <p:ph type="body" idx="1"/>
          </p:nvPr>
        </p:nvSpPr>
        <p:spPr>
          <a:xfrm>
            <a:off x="5653548" y="441258"/>
            <a:ext cx="6046652" cy="4555200"/>
          </a:xfrm>
        </p:spPr>
        <p:txBody>
          <a:bodyPr/>
          <a:lstStyle/>
          <a:p>
            <a:pPr lvl="1" algn="just" fontAlgn="base">
              <a:buFont typeface="+mj-lt"/>
              <a:buAutoNum type="arabicPeriod"/>
            </a:pPr>
            <a:endParaRPr lang="es-ES" sz="1400" b="0" i="0" dirty="0">
              <a:solidFill>
                <a:srgbClr val="444444"/>
              </a:solidFill>
              <a:effectLst/>
              <a:latin typeface="Abadi Extra Light" panose="020B0204020104020204" pitchFamily="34" charset="0"/>
            </a:endParaRPr>
          </a:p>
          <a:p>
            <a:pPr algn="just" fontAlgn="base"/>
            <a:r>
              <a:rPr lang="es-ES" sz="1800" dirty="0">
                <a:solidFill>
                  <a:srgbClr val="444444"/>
                </a:solidFill>
                <a:latin typeface="Abadi Extra Light" panose="020B0204020104020204" pitchFamily="34" charset="0"/>
              </a:rPr>
              <a:t>E</a:t>
            </a:r>
            <a:r>
              <a:rPr lang="es-ES" sz="1800" b="0" i="0" dirty="0">
                <a:solidFill>
                  <a:srgbClr val="444444"/>
                </a:solidFill>
                <a:effectLst/>
                <a:latin typeface="Abadi Extra Light" panose="020B0204020104020204" pitchFamily="34" charset="0"/>
              </a:rPr>
              <a:t>l método que siguen los SOM es que, en aquellas zonas en las que la red tiene nodos con pesos que coinciden con vectores de entrenamiento, el resto de nodos de su entorno tienden a aproximarse también a ese mismo vector. De esta forma, partiendo de una distribución de pesos inicial (normalmente aleatorios), el SOM tiende a aproximarse a una distribución de pesos estable. </a:t>
            </a:r>
          </a:p>
          <a:p>
            <a:pPr algn="just" fontAlgn="base"/>
            <a:endParaRPr lang="es-ES" sz="1800" dirty="0">
              <a:solidFill>
                <a:srgbClr val="444444"/>
              </a:solidFill>
              <a:latin typeface="Abadi Extra Light" panose="020B0204020104020204" pitchFamily="34" charset="0"/>
            </a:endParaRPr>
          </a:p>
          <a:p>
            <a:pPr algn="just" fontAlgn="base"/>
            <a:r>
              <a:rPr lang="es-ES" sz="1800" b="0" i="0" dirty="0">
                <a:solidFill>
                  <a:srgbClr val="444444"/>
                </a:solidFill>
                <a:effectLst/>
                <a:latin typeface="Abadi Extra Light" panose="020B0204020104020204" pitchFamily="34" charset="0"/>
              </a:rPr>
              <a:t>Tras la estabilización (convergencia del algoritmo), cada una de estos nodos de aprendizaje (y los nodos cercanos a él) agrupa los datos originales que más se le parecen, de forma que la red completa se convierte en una herramienta de clasificación topológica. Una vez estabilizada la red, cualquier dato de entrada nuevo se podrá asociar a la zona de la red que tiene pesos más similares.</a:t>
            </a:r>
          </a:p>
          <a:p>
            <a:endParaRPr lang="es-CL" sz="1800" dirty="0">
              <a:latin typeface="Abadi Extra Light" panose="020B0204020104020204" pitchFamily="34" charset="0"/>
            </a:endParaRPr>
          </a:p>
        </p:txBody>
      </p:sp>
    </p:spTree>
    <p:extLst>
      <p:ext uri="{BB962C8B-B14F-4D97-AF65-F5344CB8AC3E}">
        <p14:creationId xmlns:p14="http://schemas.microsoft.com/office/powerpoint/2010/main" val="3155403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3B8EA0F7-626B-5AF4-2D98-2C69737F1F7B}"/>
              </a:ext>
            </a:extLst>
          </p:cNvPr>
          <p:cNvSpPr>
            <a:spLocks noChangeArrowheads="1"/>
          </p:cNvSpPr>
          <p:nvPr/>
        </p:nvSpPr>
        <p:spPr bwMode="auto">
          <a:xfrm>
            <a:off x="662742" y="406667"/>
            <a:ext cx="11283452"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indent="1587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58750" algn="just" defTabSz="914400" rtl="0" eaLnBrk="0" fontAlgn="base" latinLnBrk="0" hangingPunct="0">
              <a:lnSpc>
                <a:spcPct val="100000"/>
              </a:lnSpc>
              <a:spcBef>
                <a:spcPct val="0"/>
              </a:spcBef>
              <a:spcAft>
                <a:spcPct val="0"/>
              </a:spcAft>
              <a:buClrTx/>
              <a:buSzTx/>
              <a:buFontTx/>
              <a:buNone/>
              <a:tabLst/>
            </a:pPr>
            <a:r>
              <a:rPr kumimoji="0" lang="es-CL" altLang="es-CL" sz="2000" b="0" i="0" u="none" strike="noStrike" cap="none" normalizeH="0" baseline="0" dirty="0">
                <a:ln>
                  <a:noFill/>
                </a:ln>
                <a:solidFill>
                  <a:srgbClr val="444444"/>
                </a:solidFill>
                <a:effectLst/>
                <a:latin typeface="Abadi Extra Light" panose="020B0204020104020204" pitchFamily="34" charset="0"/>
              </a:rPr>
              <a:t>Es decir, en cada paso, para cada vector de aprendizaje, v, se selecciona el nodo que almacena el peso que más se le parece (es lo que se llama el </a:t>
            </a:r>
            <a:r>
              <a:rPr kumimoji="0" lang="es-CL" altLang="es-CL" sz="2000" b="1" i="0" u="none" strike="noStrike" cap="none" normalizeH="0" baseline="0" dirty="0">
                <a:ln>
                  <a:noFill/>
                </a:ln>
                <a:solidFill>
                  <a:srgbClr val="444444"/>
                </a:solidFill>
                <a:effectLst/>
                <a:latin typeface="Abadi Extra Light" panose="020B0204020104020204" pitchFamily="34" charset="0"/>
              </a:rPr>
              <a:t>BMU</a:t>
            </a:r>
            <a:r>
              <a:rPr kumimoji="0" lang="es-CL" altLang="es-CL" sz="2000" b="0" i="0" u="none" strike="noStrike" cap="none" normalizeH="0" baseline="0" dirty="0">
                <a:ln>
                  <a:noFill/>
                </a:ln>
                <a:solidFill>
                  <a:srgbClr val="444444"/>
                </a:solidFill>
                <a:effectLst/>
                <a:latin typeface="Abadi Extra Light" panose="020B0204020104020204" pitchFamily="34" charset="0"/>
              </a:rPr>
              <a:t>, </a:t>
            </a:r>
            <a:r>
              <a:rPr kumimoji="0" lang="es-CL" altLang="es-CL" sz="2000" b="1" i="0" u="none" strike="noStrike" cap="none" normalizeH="0" baseline="0" dirty="0" err="1">
                <a:ln>
                  <a:noFill/>
                </a:ln>
                <a:solidFill>
                  <a:srgbClr val="444444"/>
                </a:solidFill>
                <a:effectLst/>
                <a:latin typeface="Abadi Extra Light" panose="020B0204020104020204" pitchFamily="34" charset="0"/>
              </a:rPr>
              <a:t>Best</a:t>
            </a:r>
            <a:r>
              <a:rPr kumimoji="0" lang="es-CL" altLang="es-CL" sz="2000" b="1" i="0" u="none" strike="noStrike" cap="none" normalizeH="0" baseline="0" dirty="0">
                <a:ln>
                  <a:noFill/>
                </a:ln>
                <a:solidFill>
                  <a:srgbClr val="444444"/>
                </a:solidFill>
                <a:effectLst/>
                <a:latin typeface="Abadi Extra Light" panose="020B0204020104020204" pitchFamily="34" charset="0"/>
              </a:rPr>
              <a:t> </a:t>
            </a:r>
            <a:r>
              <a:rPr kumimoji="0" lang="es-CL" altLang="es-CL" sz="2000" b="1" i="0" u="none" strike="noStrike" cap="none" normalizeH="0" baseline="0" dirty="0" err="1">
                <a:ln>
                  <a:noFill/>
                </a:ln>
                <a:solidFill>
                  <a:srgbClr val="444444"/>
                </a:solidFill>
                <a:effectLst/>
                <a:latin typeface="Abadi Extra Light" panose="020B0204020104020204" pitchFamily="34" charset="0"/>
              </a:rPr>
              <a:t>Matching</a:t>
            </a:r>
            <a:r>
              <a:rPr kumimoji="0" lang="es-CL" altLang="es-CL" sz="2000" b="1" i="0" u="none" strike="noStrike" cap="none" normalizeH="0" baseline="0" dirty="0">
                <a:ln>
                  <a:noFill/>
                </a:ln>
                <a:solidFill>
                  <a:srgbClr val="444444"/>
                </a:solidFill>
                <a:effectLst/>
                <a:latin typeface="Abadi Extra Light" panose="020B0204020104020204" pitchFamily="34" charset="0"/>
              </a:rPr>
              <a:t> </a:t>
            </a:r>
            <a:r>
              <a:rPr kumimoji="0" lang="es-CL" altLang="es-CL" sz="2000" b="1" i="0" u="none" strike="noStrike" cap="none" normalizeH="0" baseline="0" dirty="0" err="1">
                <a:ln>
                  <a:noFill/>
                </a:ln>
                <a:solidFill>
                  <a:srgbClr val="444444"/>
                </a:solidFill>
                <a:effectLst/>
                <a:latin typeface="Abadi Extra Light" panose="020B0204020104020204" pitchFamily="34" charset="0"/>
              </a:rPr>
              <a:t>Unit</a:t>
            </a:r>
            <a:r>
              <a:rPr kumimoji="0" lang="es-CL" altLang="es-CL" sz="2000" b="0" i="0" u="none" strike="noStrike" cap="none" normalizeH="0" baseline="0" dirty="0">
                <a:ln>
                  <a:noFill/>
                </a:ln>
                <a:solidFill>
                  <a:srgbClr val="444444"/>
                </a:solidFill>
                <a:effectLst/>
                <a:latin typeface="Abadi Extra Light" panose="020B0204020104020204" pitchFamily="34" charset="0"/>
              </a:rPr>
              <a:t>), y se aproximan a v un poco todos los nodos que rodean al BMU.</a:t>
            </a:r>
            <a:r>
              <a:rPr kumimoji="0" lang="es-CL" altLang="es-CL" sz="2000" b="0" i="0" u="none" strike="noStrike" cap="none" normalizeH="0" baseline="0" dirty="0">
                <a:ln>
                  <a:noFill/>
                </a:ln>
                <a:solidFill>
                  <a:schemeClr val="tx1"/>
                </a:solidFill>
                <a:effectLst/>
                <a:latin typeface="Abadi Extra Light" panose="020B0204020104020204" pitchFamily="34" charset="0"/>
              </a:rPr>
              <a:t> </a:t>
            </a:r>
          </a:p>
        </p:txBody>
      </p:sp>
      <p:sp>
        <p:nvSpPr>
          <p:cNvPr id="6" name="Título 1">
            <a:extLst>
              <a:ext uri="{FF2B5EF4-FFF2-40B4-BE49-F238E27FC236}">
                <a16:creationId xmlns:a16="http://schemas.microsoft.com/office/drawing/2014/main" id="{D497CEF9-B384-B7CA-411E-E3CBF6A40507}"/>
              </a:ext>
            </a:extLst>
          </p:cNvPr>
          <p:cNvSpPr txBox="1">
            <a:spLocks/>
          </p:cNvSpPr>
          <p:nvPr/>
        </p:nvSpPr>
        <p:spPr>
          <a:xfrm rot="16200000">
            <a:off x="-2563514" y="3315355"/>
            <a:ext cx="5861975" cy="763600"/>
          </a:xfrm>
          <a:prstGeom prst="rect">
            <a:avLst/>
          </a:prstGeom>
          <a:noFill/>
          <a:ln>
            <a:noFill/>
          </a:ln>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2800"/>
              <a:buNone/>
              <a:defRPr sz="4400" kern="1200">
                <a:solidFill>
                  <a:schemeClr val="tx1"/>
                </a:solidFill>
                <a:latin typeface="+mj-lt"/>
                <a:ea typeface="+mj-ea"/>
                <a:cs typeface="+mj-c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lnSpc>
                <a:spcPct val="115000"/>
              </a:lnSpc>
              <a:buClr>
                <a:srgbClr val="000000"/>
              </a:buClr>
              <a:buSzPts val="2200"/>
            </a:pPr>
            <a:r>
              <a:rPr lang="en-US" sz="3600" dirty="0" err="1">
                <a:solidFill>
                  <a:srgbClr val="00B0F0"/>
                </a:solidFill>
                <a:latin typeface="Abadi Extra Light" panose="020B0204020104020204" pitchFamily="34" charset="0"/>
              </a:rPr>
              <a:t>Mapas</a:t>
            </a:r>
            <a:r>
              <a:rPr lang="en-US" sz="3600" dirty="0">
                <a:solidFill>
                  <a:srgbClr val="00B0F0"/>
                </a:solidFill>
                <a:latin typeface="Abadi Extra Light" panose="020B0204020104020204" pitchFamily="34" charset="0"/>
              </a:rPr>
              <a:t> de </a:t>
            </a:r>
            <a:r>
              <a:rPr lang="en-US" sz="3600" dirty="0" err="1">
                <a:solidFill>
                  <a:srgbClr val="00B0F0"/>
                </a:solidFill>
                <a:latin typeface="Abadi Extra Light" panose="020B0204020104020204" pitchFamily="34" charset="0"/>
              </a:rPr>
              <a:t>kohonen</a:t>
            </a:r>
            <a:endParaRPr lang="es-CL" sz="3600" dirty="0">
              <a:solidFill>
                <a:srgbClr val="00B0F0"/>
              </a:solidFill>
              <a:latin typeface="Abadi Extra Light" panose="020B0204020104020204" pitchFamily="34" charset="0"/>
            </a:endParaRPr>
          </a:p>
        </p:txBody>
      </p:sp>
      <p:pic>
        <p:nvPicPr>
          <p:cNvPr id="11" name="Imagen 10">
            <a:extLst>
              <a:ext uri="{FF2B5EF4-FFF2-40B4-BE49-F238E27FC236}">
                <a16:creationId xmlns:a16="http://schemas.microsoft.com/office/drawing/2014/main" id="{14968E46-638B-26E1-0198-4EA2387E4BE3}"/>
              </a:ext>
            </a:extLst>
          </p:cNvPr>
          <p:cNvPicPr>
            <a:picLocks noChangeAspect="1"/>
          </p:cNvPicPr>
          <p:nvPr/>
        </p:nvPicPr>
        <p:blipFill>
          <a:blip r:embed="rId2"/>
          <a:stretch>
            <a:fillRect/>
          </a:stretch>
        </p:blipFill>
        <p:spPr>
          <a:xfrm>
            <a:off x="1058769" y="1589615"/>
            <a:ext cx="4727735" cy="4922827"/>
          </a:xfrm>
          <a:prstGeom prst="rect">
            <a:avLst/>
          </a:prstGeom>
        </p:spPr>
      </p:pic>
      <p:pic>
        <p:nvPicPr>
          <p:cNvPr id="13" name="Imagen 12">
            <a:extLst>
              <a:ext uri="{FF2B5EF4-FFF2-40B4-BE49-F238E27FC236}">
                <a16:creationId xmlns:a16="http://schemas.microsoft.com/office/drawing/2014/main" id="{25439ABA-E5FB-BD68-3A13-D9E29DFC3681}"/>
              </a:ext>
            </a:extLst>
          </p:cNvPr>
          <p:cNvPicPr>
            <a:picLocks noChangeAspect="1"/>
          </p:cNvPicPr>
          <p:nvPr/>
        </p:nvPicPr>
        <p:blipFill>
          <a:blip r:embed="rId3"/>
          <a:stretch>
            <a:fillRect/>
          </a:stretch>
        </p:blipFill>
        <p:spPr>
          <a:xfrm>
            <a:off x="6096000" y="1456495"/>
            <a:ext cx="5502826" cy="5189068"/>
          </a:xfrm>
          <a:prstGeom prst="rect">
            <a:avLst/>
          </a:prstGeom>
        </p:spPr>
      </p:pic>
    </p:spTree>
    <p:extLst>
      <p:ext uri="{BB962C8B-B14F-4D97-AF65-F5344CB8AC3E}">
        <p14:creationId xmlns:p14="http://schemas.microsoft.com/office/powerpoint/2010/main" val="4006679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477115D-9C4F-1FC6-181B-6A32841125A9}"/>
              </a:ext>
            </a:extLst>
          </p:cNvPr>
          <p:cNvSpPr>
            <a:spLocks noGrp="1" noChangeArrowheads="1"/>
          </p:cNvSpPr>
          <p:nvPr>
            <p:ph type="body" idx="1"/>
          </p:nvPr>
        </p:nvSpPr>
        <p:spPr bwMode="auto">
          <a:xfrm>
            <a:off x="869244" y="985590"/>
            <a:ext cx="1061674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p>
            <a:pPr marL="0" indent="158750" algn="just" eaLnBrk="0" fontAlgn="base" hangingPunct="0">
              <a:lnSpc>
                <a:spcPct val="100000"/>
              </a:lnSpc>
              <a:spcBef>
                <a:spcPct val="0"/>
              </a:spcBef>
              <a:spcAft>
                <a:spcPct val="0"/>
              </a:spcAft>
              <a:buSzTx/>
              <a:buFontTx/>
              <a:buNone/>
            </a:pPr>
            <a:r>
              <a:rPr lang="es-CL" altLang="es-CL" sz="2000" dirty="0">
                <a:solidFill>
                  <a:srgbClr val="444444"/>
                </a:solidFill>
                <a:latin typeface="Abadi Extra Light" panose="020B0204020104020204" pitchFamily="34" charset="0"/>
              </a:rPr>
              <a:t>La actualización del radio en función de la iteración (que hace que vaya disminuyendo, pero no linealmente, para asegurar la convergencia del algoritmo) es (t es la iteración): </a:t>
            </a:r>
          </a:p>
        </p:txBody>
      </p:sp>
      <p:pic>
        <p:nvPicPr>
          <p:cNvPr id="6" name="Imagen 5">
            <a:extLst>
              <a:ext uri="{FF2B5EF4-FFF2-40B4-BE49-F238E27FC236}">
                <a16:creationId xmlns:a16="http://schemas.microsoft.com/office/drawing/2014/main" id="{3F1EDEAE-00A1-E240-8608-930193DDC283}"/>
              </a:ext>
            </a:extLst>
          </p:cNvPr>
          <p:cNvPicPr>
            <a:picLocks noChangeAspect="1"/>
          </p:cNvPicPr>
          <p:nvPr/>
        </p:nvPicPr>
        <p:blipFill>
          <a:blip r:embed="rId2"/>
          <a:stretch>
            <a:fillRect/>
          </a:stretch>
        </p:blipFill>
        <p:spPr>
          <a:xfrm>
            <a:off x="3323627" y="2563300"/>
            <a:ext cx="2466517" cy="1094300"/>
          </a:xfrm>
          <a:prstGeom prst="rect">
            <a:avLst/>
          </a:prstGeom>
        </p:spPr>
      </p:pic>
      <p:sp>
        <p:nvSpPr>
          <p:cNvPr id="7" name="Rectangle 2">
            <a:extLst>
              <a:ext uri="{FF2B5EF4-FFF2-40B4-BE49-F238E27FC236}">
                <a16:creationId xmlns:a16="http://schemas.microsoft.com/office/drawing/2014/main" id="{7B35E49D-26D1-4C50-0964-7ECAD046D5BA}"/>
              </a:ext>
            </a:extLst>
          </p:cNvPr>
          <p:cNvSpPr>
            <a:spLocks noChangeArrowheads="1"/>
          </p:cNvSpPr>
          <p:nvPr/>
        </p:nvSpPr>
        <p:spPr bwMode="auto">
          <a:xfrm>
            <a:off x="869244" y="4273508"/>
            <a:ext cx="111647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p>
            <a:pPr indent="158750" algn="just" eaLnBrk="0" fontAlgn="base" hangingPunct="0">
              <a:spcBef>
                <a:spcPct val="0"/>
              </a:spcBef>
              <a:spcAft>
                <a:spcPct val="0"/>
              </a:spcAft>
            </a:pPr>
            <a:r>
              <a:rPr lang="es-CL" altLang="es-CL" sz="2000" dirty="0">
                <a:solidFill>
                  <a:srgbClr val="444444"/>
                </a:solidFill>
                <a:latin typeface="Abadi Extra Light" panose="020B0204020104020204" pitchFamily="34" charset="0"/>
              </a:rPr>
              <a:t>donde r0 es el radio inicial (habitualmente un valor suficientemente grande como para cubrir en el primer paso todos los nodos), y λ es una constante que permite hacer que el radio sea muy pequeño cuando llegamos a la iteración máxima, es decir: </a:t>
            </a:r>
          </a:p>
        </p:txBody>
      </p:sp>
      <p:pic>
        <p:nvPicPr>
          <p:cNvPr id="9" name="Imagen 8">
            <a:extLst>
              <a:ext uri="{FF2B5EF4-FFF2-40B4-BE49-F238E27FC236}">
                <a16:creationId xmlns:a16="http://schemas.microsoft.com/office/drawing/2014/main" id="{5B9E5389-C9EA-F85B-C086-C52552D8D1DF}"/>
              </a:ext>
            </a:extLst>
          </p:cNvPr>
          <p:cNvPicPr>
            <a:picLocks noChangeAspect="1"/>
          </p:cNvPicPr>
          <p:nvPr/>
        </p:nvPicPr>
        <p:blipFill>
          <a:blip r:embed="rId3"/>
          <a:stretch>
            <a:fillRect/>
          </a:stretch>
        </p:blipFill>
        <p:spPr>
          <a:xfrm>
            <a:off x="6451600" y="5453353"/>
            <a:ext cx="1114425" cy="666750"/>
          </a:xfrm>
          <a:prstGeom prst="rect">
            <a:avLst/>
          </a:prstGeom>
        </p:spPr>
      </p:pic>
      <p:pic>
        <p:nvPicPr>
          <p:cNvPr id="6148" name="Picture 4">
            <a:extLst>
              <a:ext uri="{FF2B5EF4-FFF2-40B4-BE49-F238E27FC236}">
                <a16:creationId xmlns:a16="http://schemas.microsoft.com/office/drawing/2014/main" id="{ED89A05A-95CA-5F17-65BB-847834ABBA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043" y="1967450"/>
            <a:ext cx="2857500" cy="2286000"/>
          </a:xfrm>
          <a:prstGeom prst="rect">
            <a:avLst/>
          </a:prstGeom>
          <a:noFill/>
          <a:extLst>
            <a:ext uri="{909E8E84-426E-40DD-AFC4-6F175D3DCCD1}">
              <a14:hiddenFill xmlns:a14="http://schemas.microsoft.com/office/drawing/2010/main">
                <a:solidFill>
                  <a:srgbClr val="FFFFFF"/>
                </a:solidFill>
              </a14:hiddenFill>
            </a:ext>
          </a:extLst>
        </p:spPr>
      </p:pic>
      <p:sp>
        <p:nvSpPr>
          <p:cNvPr id="11" name="Título 1">
            <a:extLst>
              <a:ext uri="{FF2B5EF4-FFF2-40B4-BE49-F238E27FC236}">
                <a16:creationId xmlns:a16="http://schemas.microsoft.com/office/drawing/2014/main" id="{896CC26D-0552-554B-E6B0-DAC98091F169}"/>
              </a:ext>
            </a:extLst>
          </p:cNvPr>
          <p:cNvSpPr txBox="1">
            <a:spLocks/>
          </p:cNvSpPr>
          <p:nvPr/>
        </p:nvSpPr>
        <p:spPr>
          <a:xfrm rot="16200000">
            <a:off x="-2563514" y="3315355"/>
            <a:ext cx="5861975" cy="763600"/>
          </a:xfrm>
          <a:prstGeom prst="rect">
            <a:avLst/>
          </a:prstGeom>
          <a:noFill/>
          <a:ln>
            <a:noFill/>
          </a:ln>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2800"/>
              <a:buNone/>
              <a:defRPr sz="4400" kern="1200">
                <a:solidFill>
                  <a:schemeClr val="tx1"/>
                </a:solidFill>
                <a:latin typeface="+mj-lt"/>
                <a:ea typeface="+mj-ea"/>
                <a:cs typeface="+mj-c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lnSpc>
                <a:spcPct val="115000"/>
              </a:lnSpc>
              <a:buClr>
                <a:srgbClr val="000000"/>
              </a:buClr>
              <a:buSzPts val="2200"/>
            </a:pPr>
            <a:r>
              <a:rPr lang="en-US" sz="3600" dirty="0" err="1">
                <a:solidFill>
                  <a:srgbClr val="00B0F0"/>
                </a:solidFill>
                <a:latin typeface="Abadi Extra Light" panose="020B0204020104020204" pitchFamily="34" charset="0"/>
              </a:rPr>
              <a:t>Mapas</a:t>
            </a:r>
            <a:r>
              <a:rPr lang="en-US" sz="3600" dirty="0">
                <a:solidFill>
                  <a:srgbClr val="00B0F0"/>
                </a:solidFill>
                <a:latin typeface="Abadi Extra Light" panose="020B0204020104020204" pitchFamily="34" charset="0"/>
              </a:rPr>
              <a:t> de </a:t>
            </a:r>
            <a:r>
              <a:rPr lang="en-US" sz="3600" dirty="0" err="1">
                <a:solidFill>
                  <a:srgbClr val="00B0F0"/>
                </a:solidFill>
                <a:latin typeface="Abadi Extra Light" panose="020B0204020104020204" pitchFamily="34" charset="0"/>
              </a:rPr>
              <a:t>kohonen</a:t>
            </a:r>
            <a:endParaRPr lang="es-CL" sz="3600" dirty="0">
              <a:solidFill>
                <a:srgbClr val="00B0F0"/>
              </a:solidFill>
              <a:latin typeface="Abadi Extra Light" panose="020B0204020104020204" pitchFamily="34" charset="0"/>
            </a:endParaRPr>
          </a:p>
        </p:txBody>
      </p:sp>
    </p:spTree>
    <p:extLst>
      <p:ext uri="{BB962C8B-B14F-4D97-AF65-F5344CB8AC3E}">
        <p14:creationId xmlns:p14="http://schemas.microsoft.com/office/powerpoint/2010/main" val="1337271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C7B16710-CE85-A0BA-B9F6-D86350D3CF8E}"/>
              </a:ext>
            </a:extLst>
          </p:cNvPr>
          <p:cNvSpPr txBox="1">
            <a:spLocks/>
          </p:cNvSpPr>
          <p:nvPr/>
        </p:nvSpPr>
        <p:spPr>
          <a:xfrm rot="16200000">
            <a:off x="-2563514" y="3315355"/>
            <a:ext cx="5861975" cy="763600"/>
          </a:xfrm>
          <a:prstGeom prst="rect">
            <a:avLst/>
          </a:prstGeom>
          <a:noFill/>
          <a:ln>
            <a:noFill/>
          </a:ln>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2800"/>
              <a:buNone/>
              <a:defRPr sz="4400" kern="1200">
                <a:solidFill>
                  <a:schemeClr val="tx1"/>
                </a:solidFill>
                <a:latin typeface="+mj-lt"/>
                <a:ea typeface="+mj-ea"/>
                <a:cs typeface="+mj-c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lnSpc>
                <a:spcPct val="115000"/>
              </a:lnSpc>
              <a:buClr>
                <a:srgbClr val="000000"/>
              </a:buClr>
              <a:buSzPts val="2200"/>
            </a:pPr>
            <a:r>
              <a:rPr lang="en-US" sz="3600" dirty="0" err="1">
                <a:solidFill>
                  <a:srgbClr val="00B0F0"/>
                </a:solidFill>
                <a:latin typeface="Abadi Extra Light" panose="020B0204020104020204" pitchFamily="34" charset="0"/>
              </a:rPr>
              <a:t>Mapas</a:t>
            </a:r>
            <a:r>
              <a:rPr lang="en-US" sz="3600" dirty="0">
                <a:solidFill>
                  <a:srgbClr val="00B0F0"/>
                </a:solidFill>
                <a:latin typeface="Abadi Extra Light" panose="020B0204020104020204" pitchFamily="34" charset="0"/>
              </a:rPr>
              <a:t> de </a:t>
            </a:r>
            <a:r>
              <a:rPr lang="en-US" sz="3600" dirty="0" err="1">
                <a:solidFill>
                  <a:srgbClr val="00B0F0"/>
                </a:solidFill>
                <a:latin typeface="Abadi Extra Light" panose="020B0204020104020204" pitchFamily="34" charset="0"/>
              </a:rPr>
              <a:t>kohonen</a:t>
            </a:r>
            <a:endParaRPr lang="es-CL" sz="3600" dirty="0">
              <a:solidFill>
                <a:srgbClr val="00B0F0"/>
              </a:solidFill>
              <a:latin typeface="Abadi Extra Light" panose="020B0204020104020204" pitchFamily="34" charset="0"/>
            </a:endParaRPr>
          </a:p>
        </p:txBody>
      </p:sp>
      <p:pic>
        <p:nvPicPr>
          <p:cNvPr id="7172" name="Picture 4" descr="Self-Organizing Maps Learning">
            <a:extLst>
              <a:ext uri="{FF2B5EF4-FFF2-40B4-BE49-F238E27FC236}">
                <a16:creationId xmlns:a16="http://schemas.microsoft.com/office/drawing/2014/main" id="{69867699-5703-2095-4CC2-E3EB76078B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9708" y="781712"/>
            <a:ext cx="10421291" cy="5861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3813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A46E1D9-FD55-42A5-51AA-394BC2BF8562}"/>
              </a:ext>
            </a:extLst>
          </p:cNvPr>
          <p:cNvSpPr>
            <a:spLocks noGrp="1" noChangeArrowheads="1"/>
          </p:cNvSpPr>
          <p:nvPr>
            <p:ph type="body" idx="1"/>
          </p:nvPr>
        </p:nvSpPr>
        <p:spPr bwMode="auto">
          <a:xfrm>
            <a:off x="821092" y="888489"/>
            <a:ext cx="1079551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587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58750" algn="just" defTabSz="914400" rtl="0" eaLnBrk="0" fontAlgn="base" latinLnBrk="0" hangingPunct="0">
              <a:lnSpc>
                <a:spcPct val="100000"/>
              </a:lnSpc>
              <a:spcBef>
                <a:spcPct val="0"/>
              </a:spcBef>
              <a:spcAft>
                <a:spcPct val="0"/>
              </a:spcAft>
              <a:buClrTx/>
              <a:buSzTx/>
              <a:buFontTx/>
              <a:buNone/>
              <a:tabLst/>
            </a:pPr>
            <a:r>
              <a:rPr kumimoji="0" lang="es-CL" altLang="es-CL" sz="2000" b="0" i="0" u="none" strike="noStrike" cap="none" normalizeH="0" baseline="0" dirty="0">
                <a:ln>
                  <a:noFill/>
                </a:ln>
                <a:solidFill>
                  <a:srgbClr val="444444"/>
                </a:solidFill>
                <a:effectLst/>
                <a:latin typeface="Abadi Extra Light" panose="020B0204020104020204" pitchFamily="34" charset="0"/>
              </a:rPr>
              <a:t>Para aproximar los pesos (W) de los nodos del entorno del BMU hacia el vector de entrenamiento (v) podemos usar una simple aproximación algebraica como:</a:t>
            </a:r>
            <a:r>
              <a:rPr kumimoji="0" lang="es-CL" altLang="es-CL" sz="2000" b="0" i="0" u="none" strike="noStrike" cap="none" normalizeH="0" baseline="0" dirty="0">
                <a:ln>
                  <a:noFill/>
                </a:ln>
                <a:solidFill>
                  <a:schemeClr val="tx1"/>
                </a:solidFill>
                <a:effectLst/>
                <a:latin typeface="Abadi Extra Light" panose="020B0204020104020204" pitchFamily="34" charset="0"/>
              </a:rPr>
              <a:t> </a:t>
            </a:r>
          </a:p>
        </p:txBody>
      </p:sp>
      <p:sp>
        <p:nvSpPr>
          <p:cNvPr id="7" name="Rectangle 2">
            <a:extLst>
              <a:ext uri="{FF2B5EF4-FFF2-40B4-BE49-F238E27FC236}">
                <a16:creationId xmlns:a16="http://schemas.microsoft.com/office/drawing/2014/main" id="{7B9FB58D-C1A3-E408-FF11-DC8C4821E8B8}"/>
              </a:ext>
            </a:extLst>
          </p:cNvPr>
          <p:cNvSpPr>
            <a:spLocks noChangeArrowheads="1"/>
          </p:cNvSpPr>
          <p:nvPr/>
        </p:nvSpPr>
        <p:spPr bwMode="auto">
          <a:xfrm>
            <a:off x="1284511" y="2523510"/>
            <a:ext cx="10220134" cy="15388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indent="1587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58750" algn="just" defTabSz="914400" rtl="0" eaLnBrk="0" fontAlgn="base" latinLnBrk="0" hangingPunct="0">
              <a:lnSpc>
                <a:spcPct val="100000"/>
              </a:lnSpc>
              <a:spcBef>
                <a:spcPct val="0"/>
              </a:spcBef>
              <a:spcAft>
                <a:spcPct val="0"/>
              </a:spcAft>
              <a:buClrTx/>
              <a:buSzTx/>
              <a:buFontTx/>
              <a:buNone/>
              <a:tabLst/>
            </a:pPr>
            <a:r>
              <a:rPr kumimoji="0" lang="es-CL" altLang="es-CL" sz="2000" b="0" i="0" u="none" strike="noStrike" cap="none" normalizeH="0" baseline="0" dirty="0">
                <a:ln>
                  <a:noFill/>
                </a:ln>
                <a:solidFill>
                  <a:srgbClr val="444444"/>
                </a:solidFill>
                <a:effectLst/>
                <a:latin typeface="Abadi Extra Light" panose="020B0204020104020204" pitchFamily="34" charset="0"/>
              </a:rPr>
              <a:t>donde L(t) se denomina </a:t>
            </a:r>
            <a:r>
              <a:rPr kumimoji="0" lang="es-CL" altLang="es-CL" sz="2000" b="1" i="0" u="none" strike="noStrike" cap="none" normalizeH="0" baseline="0" dirty="0">
                <a:ln>
                  <a:noFill/>
                </a:ln>
                <a:solidFill>
                  <a:srgbClr val="444444"/>
                </a:solidFill>
                <a:effectLst/>
                <a:latin typeface="Abadi Extra Light" panose="020B0204020104020204" pitchFamily="34" charset="0"/>
              </a:rPr>
              <a:t>tasa de aprendizaje</a:t>
            </a:r>
            <a:r>
              <a:rPr kumimoji="0" lang="es-CL" altLang="es-CL" sz="2000" b="0" i="0" u="none" strike="noStrike" cap="none" normalizeH="0" baseline="0" dirty="0">
                <a:ln>
                  <a:noFill/>
                </a:ln>
                <a:solidFill>
                  <a:srgbClr val="444444"/>
                </a:solidFill>
                <a:effectLst/>
                <a:latin typeface="Abadi Extra Light" panose="020B0204020104020204" pitchFamily="34" charset="0"/>
              </a:rPr>
              <a:t>, y permite aproximar W a v con el paso del tiempo. </a:t>
            </a:r>
          </a:p>
          <a:p>
            <a:pPr marL="0" marR="0" lvl="0" indent="158750" algn="just" defTabSz="914400" rtl="0" eaLnBrk="0" fontAlgn="base" latinLnBrk="0" hangingPunct="0">
              <a:lnSpc>
                <a:spcPct val="100000"/>
              </a:lnSpc>
              <a:spcBef>
                <a:spcPct val="0"/>
              </a:spcBef>
              <a:spcAft>
                <a:spcPct val="0"/>
              </a:spcAft>
              <a:buClrTx/>
              <a:buSzTx/>
              <a:buFontTx/>
              <a:buNone/>
              <a:tabLst/>
            </a:pPr>
            <a:endParaRPr lang="es-CL" altLang="es-CL" sz="2000" dirty="0">
              <a:solidFill>
                <a:srgbClr val="444444"/>
              </a:solidFill>
              <a:latin typeface="Abadi Extra Light" panose="020B0204020104020204" pitchFamily="34" charset="0"/>
            </a:endParaRPr>
          </a:p>
          <a:p>
            <a:pPr marL="0" marR="0" lvl="0" indent="158750" algn="just" defTabSz="914400" rtl="0" eaLnBrk="0" fontAlgn="base" latinLnBrk="0" hangingPunct="0">
              <a:lnSpc>
                <a:spcPct val="100000"/>
              </a:lnSpc>
              <a:spcBef>
                <a:spcPct val="0"/>
              </a:spcBef>
              <a:spcAft>
                <a:spcPct val="0"/>
              </a:spcAft>
              <a:buClrTx/>
              <a:buSzTx/>
              <a:buFontTx/>
              <a:buNone/>
              <a:tabLst/>
            </a:pPr>
            <a:r>
              <a:rPr kumimoji="0" lang="es-CL" altLang="es-CL" sz="2000" b="0" i="0" u="none" strike="noStrike" cap="none" normalizeH="0" baseline="0" dirty="0">
                <a:ln>
                  <a:noFill/>
                </a:ln>
                <a:solidFill>
                  <a:srgbClr val="444444"/>
                </a:solidFill>
                <a:effectLst/>
                <a:latin typeface="Abadi Extra Light" panose="020B0204020104020204" pitchFamily="34" charset="0"/>
              </a:rPr>
              <a:t>Como </a:t>
            </a:r>
            <a:r>
              <a:rPr kumimoji="0" lang="es-CL" altLang="es-CL" sz="2000" b="0" i="0" u="none" strike="noStrike" cap="none" normalizeH="0" baseline="0">
                <a:ln>
                  <a:noFill/>
                </a:ln>
                <a:solidFill>
                  <a:srgbClr val="444444"/>
                </a:solidFill>
                <a:effectLst/>
                <a:latin typeface="Abadi Extra Light" panose="020B0204020104020204" pitchFamily="34" charset="0"/>
              </a:rPr>
              <a:t>normalmente queremos </a:t>
            </a:r>
            <a:r>
              <a:rPr kumimoji="0" lang="es-CL" altLang="es-CL" sz="2000" b="0" i="0" u="none" strike="noStrike" cap="none" normalizeH="0" baseline="0" dirty="0">
                <a:ln>
                  <a:noFill/>
                </a:ln>
                <a:solidFill>
                  <a:srgbClr val="444444"/>
                </a:solidFill>
                <a:effectLst/>
                <a:latin typeface="Abadi Extra Light" panose="020B0204020104020204" pitchFamily="34" charset="0"/>
              </a:rPr>
              <a:t>que su valor también disminuya a medida que el tiempo pasa (para que a medida que pasa el tiempo el aprendizaje disminuya), podemos usar una expresión similar a la del radio:</a:t>
            </a:r>
            <a:r>
              <a:rPr kumimoji="0" lang="es-CL" altLang="es-CL" sz="2000" b="0" i="0" u="none" strike="noStrike" cap="none" normalizeH="0" baseline="0" dirty="0">
                <a:ln>
                  <a:noFill/>
                </a:ln>
                <a:solidFill>
                  <a:schemeClr val="tx1"/>
                </a:solidFill>
                <a:effectLst/>
                <a:latin typeface="Abadi Extra Light" panose="020B0204020104020204" pitchFamily="34" charset="0"/>
              </a:rPr>
              <a:t> </a:t>
            </a:r>
          </a:p>
        </p:txBody>
      </p:sp>
      <p:pic>
        <p:nvPicPr>
          <p:cNvPr id="9" name="Imagen 8">
            <a:extLst>
              <a:ext uri="{FF2B5EF4-FFF2-40B4-BE49-F238E27FC236}">
                <a16:creationId xmlns:a16="http://schemas.microsoft.com/office/drawing/2014/main" id="{B9A7430D-0A3E-2CBA-4BEF-DA99CDB8940B}"/>
              </a:ext>
            </a:extLst>
          </p:cNvPr>
          <p:cNvPicPr>
            <a:picLocks noChangeAspect="1"/>
          </p:cNvPicPr>
          <p:nvPr/>
        </p:nvPicPr>
        <p:blipFill>
          <a:blip r:embed="rId2"/>
          <a:stretch>
            <a:fillRect/>
          </a:stretch>
        </p:blipFill>
        <p:spPr>
          <a:xfrm>
            <a:off x="4491037" y="1998111"/>
            <a:ext cx="3209925" cy="438150"/>
          </a:xfrm>
          <a:prstGeom prst="rect">
            <a:avLst/>
          </a:prstGeom>
        </p:spPr>
      </p:pic>
      <p:pic>
        <p:nvPicPr>
          <p:cNvPr id="11" name="Imagen 10">
            <a:extLst>
              <a:ext uri="{FF2B5EF4-FFF2-40B4-BE49-F238E27FC236}">
                <a16:creationId xmlns:a16="http://schemas.microsoft.com/office/drawing/2014/main" id="{4813E6BD-B84A-3223-F0C1-00D0D39191C6}"/>
              </a:ext>
            </a:extLst>
          </p:cNvPr>
          <p:cNvPicPr>
            <a:picLocks noChangeAspect="1"/>
          </p:cNvPicPr>
          <p:nvPr/>
        </p:nvPicPr>
        <p:blipFill>
          <a:blip r:embed="rId3"/>
          <a:stretch>
            <a:fillRect/>
          </a:stretch>
        </p:blipFill>
        <p:spPr>
          <a:xfrm>
            <a:off x="5236223" y="4502837"/>
            <a:ext cx="1276350" cy="428625"/>
          </a:xfrm>
          <a:prstGeom prst="rect">
            <a:avLst/>
          </a:prstGeom>
        </p:spPr>
      </p:pic>
      <p:sp>
        <p:nvSpPr>
          <p:cNvPr id="14" name="Título 1">
            <a:extLst>
              <a:ext uri="{FF2B5EF4-FFF2-40B4-BE49-F238E27FC236}">
                <a16:creationId xmlns:a16="http://schemas.microsoft.com/office/drawing/2014/main" id="{0F516BD6-8DAB-FD78-2A5B-F605978F75D5}"/>
              </a:ext>
            </a:extLst>
          </p:cNvPr>
          <p:cNvSpPr txBox="1">
            <a:spLocks/>
          </p:cNvSpPr>
          <p:nvPr/>
        </p:nvSpPr>
        <p:spPr>
          <a:xfrm rot="16200000">
            <a:off x="-2563514" y="3315355"/>
            <a:ext cx="5861975" cy="763600"/>
          </a:xfrm>
          <a:prstGeom prst="rect">
            <a:avLst/>
          </a:prstGeom>
          <a:noFill/>
          <a:ln>
            <a:noFill/>
          </a:ln>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2800"/>
              <a:buNone/>
              <a:defRPr sz="4400" kern="1200">
                <a:solidFill>
                  <a:schemeClr val="tx1"/>
                </a:solidFill>
                <a:latin typeface="+mj-lt"/>
                <a:ea typeface="+mj-ea"/>
                <a:cs typeface="+mj-c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lnSpc>
                <a:spcPct val="115000"/>
              </a:lnSpc>
              <a:buClr>
                <a:srgbClr val="000000"/>
              </a:buClr>
              <a:buSzPts val="2200"/>
            </a:pPr>
            <a:r>
              <a:rPr lang="en-US" sz="3600" dirty="0" err="1">
                <a:solidFill>
                  <a:srgbClr val="00B0F0"/>
                </a:solidFill>
                <a:latin typeface="Abadi Extra Light" panose="020B0204020104020204" pitchFamily="34" charset="0"/>
              </a:rPr>
              <a:t>Mapas</a:t>
            </a:r>
            <a:r>
              <a:rPr lang="en-US" sz="3600" dirty="0">
                <a:solidFill>
                  <a:srgbClr val="00B0F0"/>
                </a:solidFill>
                <a:latin typeface="Abadi Extra Light" panose="020B0204020104020204" pitchFamily="34" charset="0"/>
              </a:rPr>
              <a:t> de </a:t>
            </a:r>
            <a:r>
              <a:rPr lang="en-US" sz="3600" dirty="0" err="1">
                <a:solidFill>
                  <a:srgbClr val="00B0F0"/>
                </a:solidFill>
                <a:latin typeface="Abadi Extra Light" panose="020B0204020104020204" pitchFamily="34" charset="0"/>
              </a:rPr>
              <a:t>kohonen</a:t>
            </a:r>
            <a:endParaRPr lang="es-CL" sz="3600" dirty="0">
              <a:solidFill>
                <a:srgbClr val="00B0F0"/>
              </a:solidFill>
              <a:latin typeface="Abadi Extra Light" panose="020B0204020104020204" pitchFamily="34" charset="0"/>
            </a:endParaRPr>
          </a:p>
        </p:txBody>
      </p:sp>
      <p:sp>
        <p:nvSpPr>
          <p:cNvPr id="16" name="CuadroTexto 15">
            <a:extLst>
              <a:ext uri="{FF2B5EF4-FFF2-40B4-BE49-F238E27FC236}">
                <a16:creationId xmlns:a16="http://schemas.microsoft.com/office/drawing/2014/main" id="{BADD2669-1845-947D-4B2D-6BB798D2FF8B}"/>
              </a:ext>
            </a:extLst>
          </p:cNvPr>
          <p:cNvSpPr txBox="1"/>
          <p:nvPr/>
        </p:nvSpPr>
        <p:spPr>
          <a:xfrm>
            <a:off x="1196651" y="5571960"/>
            <a:ext cx="10485276"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s-ES"/>
            </a:defPPr>
            <a:lvl1pPr marR="0" lvl="0" indent="158750" algn="just" eaLnBrk="0" fontAlgn="base" hangingPunct="0">
              <a:lnSpc>
                <a:spcPct val="100000"/>
              </a:lnSpc>
              <a:spcBef>
                <a:spcPct val="0"/>
              </a:spcBef>
              <a:spcAft>
                <a:spcPct val="0"/>
              </a:spcAft>
              <a:buClrTx/>
              <a:buSzTx/>
              <a:buFontTx/>
              <a:buNone/>
              <a:tabLst/>
              <a:defRPr kumimoji="0" sz="2000" b="0" i="0" u="none" strike="noStrike" cap="none" normalizeH="0" baseline="0">
                <a:ln>
                  <a:noFill/>
                </a:ln>
                <a:solidFill>
                  <a:srgbClr val="444444"/>
                </a:solidFill>
                <a:effectLst/>
                <a:latin typeface="Abadi Extra Light" panose="020B0204020104020204" pitchFamily="34" charset="0"/>
              </a:defRPr>
            </a:lvl1pPr>
            <a:lvl2pPr eaLnBrk="0" fontAlgn="base" hangingPunct="0">
              <a:spcBef>
                <a:spcPct val="0"/>
              </a:spcBef>
              <a:spcAft>
                <a:spcPct val="0"/>
              </a:spcAft>
              <a:defRPr>
                <a:latin typeface="Arial" panose="020B0604020202020204" pitchFamily="34" charset="0"/>
              </a:defRPr>
            </a:lvl2pPr>
            <a:lvl3pPr eaLnBrk="0" fontAlgn="base" hangingPunct="0">
              <a:spcBef>
                <a:spcPct val="0"/>
              </a:spcBef>
              <a:spcAft>
                <a:spcPct val="0"/>
              </a:spcAft>
              <a:defRPr>
                <a:latin typeface="Arial" panose="020B0604020202020204" pitchFamily="34" charset="0"/>
              </a:defRPr>
            </a:lvl3pPr>
            <a:lvl4pPr eaLnBrk="0" fontAlgn="base" hangingPunct="0">
              <a:spcBef>
                <a:spcPct val="0"/>
              </a:spcBef>
              <a:spcAft>
                <a:spcPct val="0"/>
              </a:spcAft>
              <a:defRPr>
                <a:latin typeface="Arial" panose="020B0604020202020204" pitchFamily="34" charset="0"/>
              </a:defRPr>
            </a:lvl4pPr>
            <a:lvl5pPr eaLnBrk="0" fontAlgn="base" hangingPunct="0">
              <a:spcBef>
                <a:spcPct val="0"/>
              </a:spcBef>
              <a:spcAft>
                <a:spcPct val="0"/>
              </a:spcAft>
              <a:defRPr>
                <a:latin typeface="Arial" panose="020B0604020202020204" pitchFamily="34" charset="0"/>
              </a:defRPr>
            </a:lvl5pPr>
            <a:lvl6pPr eaLnBrk="0" fontAlgn="base" hangingPunct="0">
              <a:spcBef>
                <a:spcPct val="0"/>
              </a:spcBef>
              <a:spcAft>
                <a:spcPct val="0"/>
              </a:spcAft>
              <a:defRPr>
                <a:latin typeface="Arial" panose="020B0604020202020204" pitchFamily="34" charset="0"/>
              </a:defRPr>
            </a:lvl6pPr>
            <a:lvl7pPr eaLnBrk="0" fontAlgn="base" hangingPunct="0">
              <a:spcBef>
                <a:spcPct val="0"/>
              </a:spcBef>
              <a:spcAft>
                <a:spcPct val="0"/>
              </a:spcAft>
              <a:defRPr>
                <a:latin typeface="Arial" panose="020B0604020202020204" pitchFamily="34" charset="0"/>
              </a:defRPr>
            </a:lvl7pPr>
            <a:lvl8pPr eaLnBrk="0" fontAlgn="base" hangingPunct="0">
              <a:spcBef>
                <a:spcPct val="0"/>
              </a:spcBef>
              <a:spcAft>
                <a:spcPct val="0"/>
              </a:spcAft>
              <a:defRPr>
                <a:latin typeface="Arial" panose="020B0604020202020204" pitchFamily="34" charset="0"/>
              </a:defRPr>
            </a:lvl8pPr>
            <a:lvl9pPr eaLnBrk="0" fontAlgn="base" hangingPunct="0">
              <a:spcBef>
                <a:spcPct val="0"/>
              </a:spcBef>
              <a:spcAft>
                <a:spcPct val="0"/>
              </a:spcAft>
              <a:defRPr>
                <a:latin typeface="Arial" panose="020B0604020202020204" pitchFamily="34" charset="0"/>
              </a:defRPr>
            </a:lvl9pPr>
          </a:lstStyle>
          <a:p>
            <a:r>
              <a:rPr lang="es-CL" altLang="es-CL" dirty="0"/>
              <a:t>donde el valor de L0 se ajusta experimentalmente (suele ser común usar un valor de L0=0′1).</a:t>
            </a:r>
          </a:p>
        </p:txBody>
      </p:sp>
    </p:spTree>
    <p:extLst>
      <p:ext uri="{BB962C8B-B14F-4D97-AF65-F5344CB8AC3E}">
        <p14:creationId xmlns:p14="http://schemas.microsoft.com/office/powerpoint/2010/main" val="4097886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A006674-A0B4-FB92-D049-2829AEC59DEA}"/>
              </a:ext>
            </a:extLst>
          </p:cNvPr>
          <p:cNvSpPr>
            <a:spLocks noGrp="1" noChangeArrowheads="1"/>
          </p:cNvSpPr>
          <p:nvPr>
            <p:ph type="body" idx="1"/>
          </p:nvPr>
        </p:nvSpPr>
        <p:spPr bwMode="auto">
          <a:xfrm>
            <a:off x="1452472" y="1289774"/>
            <a:ext cx="940655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p>
            <a:pPr marL="0" indent="158750" algn="just" eaLnBrk="0" fontAlgn="base" hangingPunct="0">
              <a:lnSpc>
                <a:spcPct val="100000"/>
              </a:lnSpc>
              <a:spcBef>
                <a:spcPct val="0"/>
              </a:spcBef>
              <a:spcAft>
                <a:spcPct val="0"/>
              </a:spcAft>
              <a:buSzTx/>
              <a:buFontTx/>
              <a:buNone/>
            </a:pPr>
            <a:r>
              <a:rPr lang="es-CL" altLang="es-CL" sz="2000" dirty="0">
                <a:solidFill>
                  <a:srgbClr val="444444"/>
                </a:solidFill>
                <a:latin typeface="Abadi Extra Light" panose="020B0204020104020204" pitchFamily="34" charset="0"/>
              </a:rPr>
              <a:t>Además, y con el fin de que el efecto de aprendizaje sea más pronunciado en las cercanías del BMU, podemos añadir un factor más al producto anterior para que los nodos más cercanos al BMU se vean más afectados:</a:t>
            </a:r>
          </a:p>
        </p:txBody>
      </p:sp>
      <p:pic>
        <p:nvPicPr>
          <p:cNvPr id="6" name="Imagen 5">
            <a:extLst>
              <a:ext uri="{FF2B5EF4-FFF2-40B4-BE49-F238E27FC236}">
                <a16:creationId xmlns:a16="http://schemas.microsoft.com/office/drawing/2014/main" id="{5CFDFAA4-BA64-CDEC-2DC2-4C10F1A438D6}"/>
              </a:ext>
            </a:extLst>
          </p:cNvPr>
          <p:cNvPicPr>
            <a:picLocks noChangeAspect="1"/>
          </p:cNvPicPr>
          <p:nvPr/>
        </p:nvPicPr>
        <p:blipFill>
          <a:blip r:embed="rId2"/>
          <a:stretch>
            <a:fillRect/>
          </a:stretch>
        </p:blipFill>
        <p:spPr>
          <a:xfrm>
            <a:off x="4768725" y="2771165"/>
            <a:ext cx="3781425" cy="371475"/>
          </a:xfrm>
          <a:prstGeom prst="rect">
            <a:avLst/>
          </a:prstGeom>
        </p:spPr>
      </p:pic>
      <p:sp>
        <p:nvSpPr>
          <p:cNvPr id="7" name="Rectangle 2">
            <a:extLst>
              <a:ext uri="{FF2B5EF4-FFF2-40B4-BE49-F238E27FC236}">
                <a16:creationId xmlns:a16="http://schemas.microsoft.com/office/drawing/2014/main" id="{1B35781B-B94D-AC55-D6C3-70E7A8C8E738}"/>
              </a:ext>
            </a:extLst>
          </p:cNvPr>
          <p:cNvSpPr>
            <a:spLocks noChangeArrowheads="1"/>
          </p:cNvSpPr>
          <p:nvPr/>
        </p:nvSpPr>
        <p:spPr bwMode="auto">
          <a:xfrm>
            <a:off x="1119673" y="4040155"/>
            <a:ext cx="595429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p>
            <a:pPr indent="158750" algn="just" eaLnBrk="0" fontAlgn="base" hangingPunct="0">
              <a:spcBef>
                <a:spcPct val="0"/>
              </a:spcBef>
              <a:spcAft>
                <a:spcPct val="0"/>
              </a:spcAft>
            </a:pPr>
            <a:r>
              <a:rPr lang="es-CL" altLang="es-CL" sz="2000" dirty="0">
                <a:solidFill>
                  <a:srgbClr val="444444"/>
                </a:solidFill>
                <a:latin typeface="Abadi Extra Light" panose="020B0204020104020204" pitchFamily="34" charset="0"/>
              </a:rPr>
              <a:t>Por ejemplo, haciendo que D(t) siga una gaussiana de la forma: </a:t>
            </a:r>
          </a:p>
        </p:txBody>
      </p:sp>
      <p:pic>
        <p:nvPicPr>
          <p:cNvPr id="9" name="Imagen 8">
            <a:extLst>
              <a:ext uri="{FF2B5EF4-FFF2-40B4-BE49-F238E27FC236}">
                <a16:creationId xmlns:a16="http://schemas.microsoft.com/office/drawing/2014/main" id="{8EA8FC4E-FD70-F834-C713-945AD73419B2}"/>
              </a:ext>
            </a:extLst>
          </p:cNvPr>
          <p:cNvPicPr>
            <a:picLocks noChangeAspect="1"/>
          </p:cNvPicPr>
          <p:nvPr/>
        </p:nvPicPr>
        <p:blipFill>
          <a:blip r:embed="rId3"/>
          <a:stretch>
            <a:fillRect/>
          </a:stretch>
        </p:blipFill>
        <p:spPr>
          <a:xfrm flipV="1">
            <a:off x="5510645" y="12430341"/>
            <a:ext cx="1290206" cy="45719"/>
          </a:xfrm>
          <a:prstGeom prst="rect">
            <a:avLst/>
          </a:prstGeom>
        </p:spPr>
      </p:pic>
      <p:sp>
        <p:nvSpPr>
          <p:cNvPr id="10" name="Rectangle 3">
            <a:extLst>
              <a:ext uri="{FF2B5EF4-FFF2-40B4-BE49-F238E27FC236}">
                <a16:creationId xmlns:a16="http://schemas.microsoft.com/office/drawing/2014/main" id="{44D26722-9323-4B03-24F2-DA845F5169B9}"/>
              </a:ext>
            </a:extLst>
          </p:cNvPr>
          <p:cNvSpPr>
            <a:spLocks noChangeArrowheads="1"/>
          </p:cNvSpPr>
          <p:nvPr/>
        </p:nvSpPr>
        <p:spPr bwMode="auto">
          <a:xfrm>
            <a:off x="1119673" y="6042589"/>
            <a:ext cx="116300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p>
            <a:pPr indent="158750" algn="just" eaLnBrk="0" fontAlgn="base" hangingPunct="0">
              <a:spcBef>
                <a:spcPct val="0"/>
              </a:spcBef>
              <a:spcAft>
                <a:spcPct val="0"/>
              </a:spcAft>
            </a:pPr>
            <a:r>
              <a:rPr lang="es-CL" altLang="es-CL" sz="2000" dirty="0">
                <a:solidFill>
                  <a:srgbClr val="444444"/>
                </a:solidFill>
                <a:latin typeface="Abadi Extra Light" panose="020B0204020104020204" pitchFamily="34" charset="0"/>
              </a:rPr>
              <a:t>donde d es la distancia del nodo que estamos ajustando al BMU (centro del entorno) </a:t>
            </a:r>
          </a:p>
        </p:txBody>
      </p:sp>
      <p:pic>
        <p:nvPicPr>
          <p:cNvPr id="13" name="Imagen 12">
            <a:extLst>
              <a:ext uri="{FF2B5EF4-FFF2-40B4-BE49-F238E27FC236}">
                <a16:creationId xmlns:a16="http://schemas.microsoft.com/office/drawing/2014/main" id="{DA887C74-9A1B-5E99-5211-C270A9FA8D45}"/>
              </a:ext>
            </a:extLst>
          </p:cNvPr>
          <p:cNvPicPr>
            <a:picLocks noChangeAspect="1"/>
          </p:cNvPicPr>
          <p:nvPr/>
        </p:nvPicPr>
        <p:blipFill>
          <a:blip r:embed="rId3"/>
          <a:stretch>
            <a:fillRect/>
          </a:stretch>
        </p:blipFill>
        <p:spPr>
          <a:xfrm>
            <a:off x="5419724" y="4877358"/>
            <a:ext cx="2775415" cy="1060586"/>
          </a:xfrm>
          <a:prstGeom prst="rect">
            <a:avLst/>
          </a:prstGeom>
        </p:spPr>
      </p:pic>
      <p:sp>
        <p:nvSpPr>
          <p:cNvPr id="14" name="Título 1">
            <a:extLst>
              <a:ext uri="{FF2B5EF4-FFF2-40B4-BE49-F238E27FC236}">
                <a16:creationId xmlns:a16="http://schemas.microsoft.com/office/drawing/2014/main" id="{85F2AAFB-4AF5-E176-276B-A7E82B068DEE}"/>
              </a:ext>
            </a:extLst>
          </p:cNvPr>
          <p:cNvSpPr txBox="1">
            <a:spLocks/>
          </p:cNvSpPr>
          <p:nvPr/>
        </p:nvSpPr>
        <p:spPr>
          <a:xfrm rot="16200000">
            <a:off x="-2563514" y="3315355"/>
            <a:ext cx="5861975" cy="763600"/>
          </a:xfrm>
          <a:prstGeom prst="rect">
            <a:avLst/>
          </a:prstGeom>
          <a:noFill/>
          <a:ln>
            <a:noFill/>
          </a:ln>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2800"/>
              <a:buNone/>
              <a:defRPr sz="4400" kern="1200">
                <a:solidFill>
                  <a:schemeClr val="tx1"/>
                </a:solidFill>
                <a:latin typeface="+mj-lt"/>
                <a:ea typeface="+mj-ea"/>
                <a:cs typeface="+mj-c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lnSpc>
                <a:spcPct val="115000"/>
              </a:lnSpc>
              <a:buClr>
                <a:srgbClr val="000000"/>
              </a:buClr>
              <a:buSzPts val="2200"/>
            </a:pPr>
            <a:r>
              <a:rPr lang="en-US" sz="3600" dirty="0" err="1">
                <a:solidFill>
                  <a:srgbClr val="00B0F0"/>
                </a:solidFill>
                <a:latin typeface="Abadi Extra Light" panose="020B0204020104020204" pitchFamily="34" charset="0"/>
              </a:rPr>
              <a:t>Mapas</a:t>
            </a:r>
            <a:r>
              <a:rPr lang="en-US" sz="3600" dirty="0">
                <a:solidFill>
                  <a:srgbClr val="00B0F0"/>
                </a:solidFill>
                <a:latin typeface="Abadi Extra Light" panose="020B0204020104020204" pitchFamily="34" charset="0"/>
              </a:rPr>
              <a:t> de </a:t>
            </a:r>
            <a:r>
              <a:rPr lang="en-US" sz="3600" dirty="0" err="1">
                <a:solidFill>
                  <a:srgbClr val="00B0F0"/>
                </a:solidFill>
                <a:latin typeface="Abadi Extra Light" panose="020B0204020104020204" pitchFamily="34" charset="0"/>
              </a:rPr>
              <a:t>kohonen</a:t>
            </a:r>
            <a:endParaRPr lang="es-CL" sz="3600" dirty="0">
              <a:solidFill>
                <a:srgbClr val="00B0F0"/>
              </a:solidFill>
              <a:latin typeface="Abadi Extra Light" panose="020B0204020104020204" pitchFamily="34" charset="0"/>
            </a:endParaRPr>
          </a:p>
        </p:txBody>
      </p:sp>
    </p:spTree>
    <p:extLst>
      <p:ext uri="{BB962C8B-B14F-4D97-AF65-F5344CB8AC3E}">
        <p14:creationId xmlns:p14="http://schemas.microsoft.com/office/powerpoint/2010/main" val="1141005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descr="See the source image">
            <a:extLst>
              <a:ext uri="{FF2B5EF4-FFF2-40B4-BE49-F238E27FC236}">
                <a16:creationId xmlns:a16="http://schemas.microsoft.com/office/drawing/2014/main" id="{CA8BA0FA-4FA9-E9E6-DAAC-C179C6DDCD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581" y="2028824"/>
            <a:ext cx="4762500" cy="2800350"/>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F866FAD6-23A1-9175-0E49-A9BB7DA3F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6919" y="2109787"/>
            <a:ext cx="4762500" cy="2638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6071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15B2C60-9947-9B1B-4621-5FF4BC9850D5}"/>
              </a:ext>
            </a:extLst>
          </p:cNvPr>
          <p:cNvPicPr>
            <a:picLocks noChangeAspect="1"/>
          </p:cNvPicPr>
          <p:nvPr/>
        </p:nvPicPr>
        <p:blipFill>
          <a:blip r:embed="rId2"/>
          <a:stretch>
            <a:fillRect/>
          </a:stretch>
        </p:blipFill>
        <p:spPr>
          <a:xfrm>
            <a:off x="683132" y="1428750"/>
            <a:ext cx="5622418" cy="3757612"/>
          </a:xfrm>
          <a:prstGeom prst="rect">
            <a:avLst/>
          </a:prstGeom>
        </p:spPr>
      </p:pic>
      <p:pic>
        <p:nvPicPr>
          <p:cNvPr id="10242" name="Picture 2">
            <a:extLst>
              <a:ext uri="{FF2B5EF4-FFF2-40B4-BE49-F238E27FC236}">
                <a16:creationId xmlns:a16="http://schemas.microsoft.com/office/drawing/2014/main" id="{F71D788C-B8DD-B48A-A26F-81E4EB5DF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2325" y="1571625"/>
            <a:ext cx="4133850"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0146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5FDF64F9-5964-0F0D-6CEC-B34296AC5474}"/>
              </a:ext>
            </a:extLst>
          </p:cNvPr>
          <p:cNvSpPr>
            <a:spLocks noGrp="1"/>
          </p:cNvSpPr>
          <p:nvPr>
            <p:ph type="body" idx="1"/>
          </p:nvPr>
        </p:nvSpPr>
        <p:spPr>
          <a:xfrm>
            <a:off x="415600" y="1536633"/>
            <a:ext cx="11360800" cy="2018330"/>
          </a:xfrm>
        </p:spPr>
        <p:txBody>
          <a:bodyPr/>
          <a:lstStyle/>
          <a:p>
            <a:pPr marL="152396" indent="0" algn="ctr">
              <a:buNone/>
            </a:pPr>
            <a:r>
              <a:rPr lang="es-ES" b="1" dirty="0">
                <a:solidFill>
                  <a:srgbClr val="444444"/>
                </a:solidFill>
                <a:effectLst/>
                <a:latin typeface="Abadi Extra Light" panose="020B0204020104020204" pitchFamily="34" charset="0"/>
              </a:rPr>
              <a:t>El espacio de representación debe tener un tamaño adecuadamente pequeño para que el proceso de estrés informativo que se produce en el entrenamiento fuerce el aprendizaje de patrones inherentes a la estructura de datos originales</a:t>
            </a:r>
            <a:r>
              <a:rPr lang="es-ES" b="0" dirty="0">
                <a:solidFill>
                  <a:srgbClr val="444444"/>
                </a:solidFill>
                <a:effectLst/>
                <a:latin typeface="Abadi Extra Light" panose="020B0204020104020204" pitchFamily="34" charset="0"/>
              </a:rPr>
              <a:t>.</a:t>
            </a:r>
            <a:endParaRPr lang="es-CL" dirty="0">
              <a:latin typeface="Abadi Extra Light" panose="020B0204020104020204" pitchFamily="34" charset="0"/>
            </a:endParaRPr>
          </a:p>
        </p:txBody>
      </p:sp>
      <p:sp>
        <p:nvSpPr>
          <p:cNvPr id="5" name="CuadroTexto 4">
            <a:extLst>
              <a:ext uri="{FF2B5EF4-FFF2-40B4-BE49-F238E27FC236}">
                <a16:creationId xmlns:a16="http://schemas.microsoft.com/office/drawing/2014/main" id="{567B5A95-5F9B-660D-19B1-4D3C5821E499}"/>
              </a:ext>
            </a:extLst>
          </p:cNvPr>
          <p:cNvSpPr txBox="1"/>
          <p:nvPr/>
        </p:nvSpPr>
        <p:spPr>
          <a:xfrm>
            <a:off x="1117341" y="4466644"/>
            <a:ext cx="6097554" cy="369332"/>
          </a:xfrm>
          <a:prstGeom prst="rect">
            <a:avLst/>
          </a:prstGeom>
          <a:noFill/>
        </p:spPr>
        <p:txBody>
          <a:bodyPr wrap="square">
            <a:spAutoFit/>
          </a:bodyPr>
          <a:lstStyle/>
          <a:p>
            <a:r>
              <a:rPr lang="en-US" dirty="0">
                <a:hlinkClick r:id="rId2"/>
              </a:rPr>
              <a:t>Self-Organizing Map research (hut.fi)</a:t>
            </a:r>
            <a:endParaRPr lang="es-CL" dirty="0"/>
          </a:p>
        </p:txBody>
      </p:sp>
    </p:spTree>
    <p:extLst>
      <p:ext uri="{BB962C8B-B14F-4D97-AF65-F5344CB8AC3E}">
        <p14:creationId xmlns:p14="http://schemas.microsoft.com/office/powerpoint/2010/main" val="3047541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16;p51">
            <a:extLst>
              <a:ext uri="{FF2B5EF4-FFF2-40B4-BE49-F238E27FC236}">
                <a16:creationId xmlns:a16="http://schemas.microsoft.com/office/drawing/2014/main" id="{F238842A-3B60-6651-10C7-7A09A96C6E16}"/>
              </a:ext>
            </a:extLst>
          </p:cNvPr>
          <p:cNvSpPr txBox="1"/>
          <p:nvPr/>
        </p:nvSpPr>
        <p:spPr>
          <a:xfrm>
            <a:off x="471948" y="343896"/>
            <a:ext cx="4000000" cy="883278"/>
          </a:xfrm>
          <a:prstGeom prst="rect">
            <a:avLst/>
          </a:prstGeom>
          <a:noFill/>
          <a:ln>
            <a:noFill/>
          </a:ln>
        </p:spPr>
        <p:txBody>
          <a:bodyPr spcFirstLastPara="1" vert="horz" wrap="square" lIns="121900" tIns="121900" rIns="121900" bIns="121900" rtlCol="0" anchor="t" anchorCtr="0">
            <a:noAutofit/>
          </a:bodyPr>
          <a:lstStyle>
            <a:defPPr>
              <a:defRPr lang="es-ES"/>
            </a:defPPr>
            <a:lvl1pPr lvl="0">
              <a:lnSpc>
                <a:spcPct val="115000"/>
              </a:lnSpc>
              <a:spcBef>
                <a:spcPts val="0"/>
              </a:spcBef>
              <a:spcAft>
                <a:spcPts val="0"/>
              </a:spcAft>
              <a:buClr>
                <a:srgbClr val="000000"/>
              </a:buClr>
              <a:buSzPts val="2200"/>
              <a:buNone/>
              <a:defRPr sz="3600">
                <a:solidFill>
                  <a:srgbClr val="00B0F0"/>
                </a:solidFill>
                <a:latin typeface="Abadi Extra Light" panose="020B0204020104020204" pitchFamily="34" charset="0"/>
                <a:ea typeface="+mj-ea"/>
                <a:cs typeface="+mj-cs"/>
              </a:defRPr>
            </a:lvl1pPr>
            <a:lvl2pPr lvl="1">
              <a:lnSpc>
                <a:spcPct val="100000"/>
              </a:lnSpc>
              <a:spcBef>
                <a:spcPts val="0"/>
              </a:spcBef>
              <a:spcAft>
                <a:spcPts val="0"/>
              </a:spcAft>
              <a:buSzPts val="2800"/>
              <a:buNone/>
            </a:lvl2pPr>
            <a:lvl3pPr lvl="2">
              <a:lnSpc>
                <a:spcPct val="100000"/>
              </a:lnSpc>
              <a:spcBef>
                <a:spcPts val="0"/>
              </a:spcBef>
              <a:spcAft>
                <a:spcPts val="0"/>
              </a:spcAft>
              <a:buSzPts val="2800"/>
              <a:buNone/>
            </a:lvl3pPr>
            <a:lvl4pPr lvl="3">
              <a:lnSpc>
                <a:spcPct val="100000"/>
              </a:lnSpc>
              <a:spcBef>
                <a:spcPts val="0"/>
              </a:spcBef>
              <a:spcAft>
                <a:spcPts val="0"/>
              </a:spcAft>
              <a:buSzPts val="2800"/>
              <a:buNone/>
            </a:lvl4pPr>
            <a:lvl5pPr lvl="4">
              <a:lnSpc>
                <a:spcPct val="100000"/>
              </a:lnSpc>
              <a:spcBef>
                <a:spcPts val="0"/>
              </a:spcBef>
              <a:spcAft>
                <a:spcPts val="0"/>
              </a:spcAft>
              <a:buSzPts val="2800"/>
              <a:buNone/>
            </a:lvl5pPr>
            <a:lvl6pPr lvl="5">
              <a:lnSpc>
                <a:spcPct val="100000"/>
              </a:lnSpc>
              <a:spcBef>
                <a:spcPts val="0"/>
              </a:spcBef>
              <a:spcAft>
                <a:spcPts val="0"/>
              </a:spcAft>
              <a:buSzPts val="2800"/>
              <a:buNone/>
            </a:lvl6pPr>
            <a:lvl7pPr lvl="6">
              <a:lnSpc>
                <a:spcPct val="100000"/>
              </a:lnSpc>
              <a:spcBef>
                <a:spcPts val="0"/>
              </a:spcBef>
              <a:spcAft>
                <a:spcPts val="0"/>
              </a:spcAft>
              <a:buSzPts val="2800"/>
              <a:buNone/>
            </a:lvl7pPr>
            <a:lvl8pPr lvl="7">
              <a:lnSpc>
                <a:spcPct val="100000"/>
              </a:lnSpc>
              <a:spcBef>
                <a:spcPts val="0"/>
              </a:spcBef>
              <a:spcAft>
                <a:spcPts val="0"/>
              </a:spcAft>
              <a:buSzPts val="2800"/>
              <a:buNone/>
            </a:lvl8pPr>
            <a:lvl9pPr lvl="8">
              <a:lnSpc>
                <a:spcPct val="100000"/>
              </a:lnSpc>
              <a:spcBef>
                <a:spcPts val="0"/>
              </a:spcBef>
              <a:spcAft>
                <a:spcPts val="0"/>
              </a:spcAft>
              <a:buSzPts val="2800"/>
              <a:buNone/>
            </a:lvl9pPr>
          </a:lstStyle>
          <a:p>
            <a:r>
              <a:rPr lang="es-MX" dirty="0" err="1">
                <a:sym typeface="Anton"/>
              </a:rPr>
              <a:t>Autoencoders</a:t>
            </a:r>
            <a:endParaRPr dirty="0"/>
          </a:p>
        </p:txBody>
      </p:sp>
      <p:sp>
        <p:nvSpPr>
          <p:cNvPr id="6" name="CuadroTexto 5">
            <a:extLst>
              <a:ext uri="{FF2B5EF4-FFF2-40B4-BE49-F238E27FC236}">
                <a16:creationId xmlns:a16="http://schemas.microsoft.com/office/drawing/2014/main" id="{0B70F0C7-2215-E61A-8A8F-6831DEF041C6}"/>
              </a:ext>
            </a:extLst>
          </p:cNvPr>
          <p:cNvSpPr txBox="1"/>
          <p:nvPr/>
        </p:nvSpPr>
        <p:spPr>
          <a:xfrm>
            <a:off x="825911" y="1443841"/>
            <a:ext cx="1102196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lvl1pPr lvl="0" indent="158750" algn="just" eaLnBrk="0" fontAlgn="base" hangingPunct="0">
              <a:lnSpc>
                <a:spcPct val="100000"/>
              </a:lnSpc>
              <a:spcBef>
                <a:spcPct val="0"/>
              </a:spcBef>
              <a:spcAft>
                <a:spcPct val="0"/>
              </a:spcAft>
              <a:buSzTx/>
              <a:buFontTx/>
              <a:buNone/>
              <a:defRPr sz="2000">
                <a:solidFill>
                  <a:srgbClr val="444444"/>
                </a:solidFill>
                <a:latin typeface="Abadi Extra Light" panose="020B0204020104020204" pitchFamily="34" charset="0"/>
              </a:defRPr>
            </a:lvl1pPr>
            <a:lvl2pPr marL="1219170" lvl="1" indent="-423323">
              <a:lnSpc>
                <a:spcPct val="115000"/>
              </a:lnSpc>
              <a:spcBef>
                <a:spcPts val="2133"/>
              </a:spcBef>
              <a:spcAft>
                <a:spcPts val="0"/>
              </a:spcAft>
              <a:buSzPts val="1400"/>
              <a:buFont typeface="Arial" panose="020B0604020202020204" pitchFamily="34" charset="0"/>
              <a:buChar char="○"/>
              <a:defRPr sz="2400"/>
            </a:lvl2pPr>
            <a:lvl3pPr marL="1828754" lvl="2" indent="-423323">
              <a:lnSpc>
                <a:spcPct val="115000"/>
              </a:lnSpc>
              <a:spcBef>
                <a:spcPts val="2133"/>
              </a:spcBef>
              <a:spcAft>
                <a:spcPts val="0"/>
              </a:spcAft>
              <a:buSzPts val="1400"/>
              <a:buFont typeface="Arial" panose="020B0604020202020204" pitchFamily="34" charset="0"/>
              <a:buChar char="■"/>
              <a:defRPr sz="2000"/>
            </a:lvl3pPr>
            <a:lvl4pPr marL="2438339" lvl="3" indent="-423323">
              <a:lnSpc>
                <a:spcPct val="115000"/>
              </a:lnSpc>
              <a:spcBef>
                <a:spcPts val="2133"/>
              </a:spcBef>
              <a:spcAft>
                <a:spcPts val="0"/>
              </a:spcAft>
              <a:buSzPts val="1400"/>
              <a:buFont typeface="Arial" panose="020B0604020202020204" pitchFamily="34" charset="0"/>
              <a:buChar char="●"/>
            </a:lvl4pPr>
            <a:lvl5pPr marL="3047924" lvl="4" indent="-423323">
              <a:lnSpc>
                <a:spcPct val="115000"/>
              </a:lnSpc>
              <a:spcBef>
                <a:spcPts val="2133"/>
              </a:spcBef>
              <a:spcAft>
                <a:spcPts val="0"/>
              </a:spcAft>
              <a:buSzPts val="1400"/>
              <a:buFont typeface="Arial" panose="020B0604020202020204" pitchFamily="34" charset="0"/>
              <a:buChar char="○"/>
            </a:lvl5pPr>
            <a:lvl6pPr marL="3657509" lvl="5" indent="-423323">
              <a:lnSpc>
                <a:spcPct val="115000"/>
              </a:lnSpc>
              <a:spcBef>
                <a:spcPts val="2133"/>
              </a:spcBef>
              <a:spcAft>
                <a:spcPts val="0"/>
              </a:spcAft>
              <a:buSzPts val="1400"/>
              <a:buFont typeface="Arial" panose="020B0604020202020204" pitchFamily="34" charset="0"/>
              <a:buChar char="■"/>
            </a:lvl6pPr>
            <a:lvl7pPr marL="4267093" lvl="6" indent="-423323">
              <a:lnSpc>
                <a:spcPct val="115000"/>
              </a:lnSpc>
              <a:spcBef>
                <a:spcPts val="2133"/>
              </a:spcBef>
              <a:spcAft>
                <a:spcPts val="0"/>
              </a:spcAft>
              <a:buSzPts val="1400"/>
              <a:buFont typeface="Arial" panose="020B0604020202020204" pitchFamily="34" charset="0"/>
              <a:buChar char="●"/>
            </a:lvl7pPr>
            <a:lvl8pPr marL="4876678" lvl="7" indent="-423323">
              <a:lnSpc>
                <a:spcPct val="115000"/>
              </a:lnSpc>
              <a:spcBef>
                <a:spcPts val="2133"/>
              </a:spcBef>
              <a:spcAft>
                <a:spcPts val="0"/>
              </a:spcAft>
              <a:buSzPts val="1400"/>
              <a:buFont typeface="Arial" panose="020B0604020202020204" pitchFamily="34" charset="0"/>
              <a:buChar char="○"/>
            </a:lvl8pPr>
            <a:lvl9pPr marL="5486263" lvl="8" indent="-423323">
              <a:lnSpc>
                <a:spcPct val="115000"/>
              </a:lnSpc>
              <a:spcBef>
                <a:spcPts val="2133"/>
              </a:spcBef>
              <a:spcAft>
                <a:spcPts val="2133"/>
              </a:spcAft>
              <a:buSzPts val="1400"/>
              <a:buFont typeface="Arial" panose="020B0604020202020204" pitchFamily="34" charset="0"/>
              <a:buChar char="■"/>
            </a:lvl9pPr>
          </a:lstStyle>
          <a:p>
            <a:pPr marL="342900" indent="-342900">
              <a:buFont typeface="Wingdings" panose="05000000000000000000" pitchFamily="2" charset="2"/>
              <a:buChar char="ü"/>
            </a:pPr>
            <a:r>
              <a:rPr lang="es-ES" sz="2800" dirty="0"/>
              <a:t>Un </a:t>
            </a:r>
            <a:r>
              <a:rPr lang="es-ES" sz="2800" dirty="0" err="1"/>
              <a:t>autoencoder</a:t>
            </a:r>
            <a:r>
              <a:rPr lang="es-ES" sz="2800" dirty="0"/>
              <a:t> es una red neuronal artificial que tiene como objetivo aprender una representación de un conjunto de datos.</a:t>
            </a:r>
          </a:p>
          <a:p>
            <a:pPr marL="342900" indent="-342900">
              <a:buFont typeface="Wingdings" panose="05000000000000000000" pitchFamily="2" charset="2"/>
              <a:buChar char="ü"/>
            </a:pPr>
            <a:endParaRPr lang="es-ES" sz="2800" dirty="0"/>
          </a:p>
          <a:p>
            <a:pPr marL="342900" indent="-342900">
              <a:buFont typeface="Wingdings" panose="05000000000000000000" pitchFamily="2" charset="2"/>
              <a:buChar char="ü"/>
            </a:pPr>
            <a:r>
              <a:rPr lang="es-ES" sz="2800" dirty="0"/>
              <a:t> Utiliza el método de comprimir la entrada en una representación de espacio latente y reconstruye la salida a partir de esta. </a:t>
            </a:r>
          </a:p>
          <a:p>
            <a:pPr marL="342900" indent="-342900">
              <a:buFont typeface="Wingdings" panose="05000000000000000000" pitchFamily="2" charset="2"/>
              <a:buChar char="ü"/>
            </a:pPr>
            <a:endParaRPr lang="es-ES" sz="2800" dirty="0"/>
          </a:p>
          <a:p>
            <a:pPr marL="342900" indent="-342900">
              <a:buFont typeface="Wingdings" panose="05000000000000000000" pitchFamily="2" charset="2"/>
              <a:buChar char="ü"/>
            </a:pPr>
            <a:r>
              <a:rPr lang="es-ES" sz="2800" dirty="0"/>
              <a:t>Los </a:t>
            </a:r>
            <a:r>
              <a:rPr lang="es-ES" sz="2800" dirty="0" err="1"/>
              <a:t>autoencoders</a:t>
            </a:r>
            <a:r>
              <a:rPr lang="es-ES" sz="2800" dirty="0"/>
              <a:t> se utilizan para la reducción de dimensionalidad, detección de características, </a:t>
            </a:r>
            <a:r>
              <a:rPr lang="es-ES" sz="2800" dirty="0" err="1"/>
              <a:t>denoising</a:t>
            </a:r>
            <a:r>
              <a:rPr lang="es-ES" sz="2800" dirty="0"/>
              <a:t> y también es capaz de generar aleatoriamente nuevos datos con las características extraídas.</a:t>
            </a:r>
            <a:endParaRPr lang="es-CL" sz="2800" dirty="0"/>
          </a:p>
        </p:txBody>
      </p:sp>
    </p:spTree>
    <p:extLst>
      <p:ext uri="{BB962C8B-B14F-4D97-AF65-F5344CB8AC3E}">
        <p14:creationId xmlns:p14="http://schemas.microsoft.com/office/powerpoint/2010/main" val="1642188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6BD764A-5D4C-391F-F250-C243012AFE7E}"/>
              </a:ext>
            </a:extLst>
          </p:cNvPr>
          <p:cNvSpPr>
            <a:spLocks noGrp="1"/>
          </p:cNvSpPr>
          <p:nvPr>
            <p:ph type="body" idx="1"/>
          </p:nvPr>
        </p:nvSpPr>
        <p:spPr>
          <a:xfrm>
            <a:off x="415600" y="784293"/>
            <a:ext cx="11360800" cy="409342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p>
            <a:pPr marL="342900" indent="-342900" algn="just" eaLnBrk="0" fontAlgn="base" hangingPunct="0">
              <a:lnSpc>
                <a:spcPct val="100000"/>
              </a:lnSpc>
              <a:spcBef>
                <a:spcPct val="0"/>
              </a:spcBef>
              <a:spcAft>
                <a:spcPct val="0"/>
              </a:spcAft>
              <a:buSzTx/>
              <a:buFont typeface="Wingdings" panose="05000000000000000000" pitchFamily="2" charset="2"/>
              <a:buChar char="ü"/>
            </a:pPr>
            <a:r>
              <a:rPr lang="es-ES" dirty="0">
                <a:solidFill>
                  <a:srgbClr val="444444"/>
                </a:solidFill>
                <a:latin typeface="Abadi Extra Light" panose="020B0204020104020204" pitchFamily="34" charset="0"/>
              </a:rPr>
              <a:t>Los </a:t>
            </a:r>
            <a:r>
              <a:rPr lang="es-ES" dirty="0" err="1">
                <a:solidFill>
                  <a:srgbClr val="444444"/>
                </a:solidFill>
                <a:latin typeface="Abadi Extra Light" panose="020B0204020104020204" pitchFamily="34" charset="0"/>
              </a:rPr>
              <a:t>autoencoder</a:t>
            </a:r>
            <a:r>
              <a:rPr lang="es-ES" dirty="0">
                <a:solidFill>
                  <a:srgbClr val="444444"/>
                </a:solidFill>
                <a:latin typeface="Abadi Extra Light" panose="020B0204020104020204" pitchFamily="34" charset="0"/>
              </a:rPr>
              <a:t> tienen dos componentes principales. </a:t>
            </a:r>
          </a:p>
          <a:p>
            <a:pPr marL="342900" indent="-342900" algn="just" eaLnBrk="0" fontAlgn="base" hangingPunct="0">
              <a:lnSpc>
                <a:spcPct val="100000"/>
              </a:lnSpc>
              <a:spcBef>
                <a:spcPct val="0"/>
              </a:spcBef>
              <a:spcAft>
                <a:spcPct val="0"/>
              </a:spcAft>
              <a:buSzTx/>
              <a:buFont typeface="Wingdings" panose="05000000000000000000" pitchFamily="2" charset="2"/>
              <a:buChar char="ü"/>
            </a:pPr>
            <a:endParaRPr lang="es-ES" dirty="0">
              <a:solidFill>
                <a:srgbClr val="444444"/>
              </a:solidFill>
              <a:latin typeface="Abadi Extra Light" panose="020B0204020104020204" pitchFamily="34" charset="0"/>
            </a:endParaRPr>
          </a:p>
          <a:p>
            <a:pPr marL="609585" lvl="1" indent="0" algn="just" eaLnBrk="0" fontAlgn="base" hangingPunct="0">
              <a:lnSpc>
                <a:spcPct val="100000"/>
              </a:lnSpc>
              <a:spcBef>
                <a:spcPct val="0"/>
              </a:spcBef>
              <a:spcAft>
                <a:spcPct val="0"/>
              </a:spcAft>
              <a:buSzTx/>
              <a:buNone/>
            </a:pPr>
            <a:r>
              <a:rPr lang="es-ES" dirty="0">
                <a:solidFill>
                  <a:srgbClr val="444444"/>
                </a:solidFill>
                <a:latin typeface="Abadi Extra Light" panose="020B0204020104020204" pitchFamily="34" charset="0"/>
              </a:rPr>
              <a:t>El codificador: Aprende a reducir las dimensiones de los datos de entrada y comprimirlos en la representación del espacio latente. </a:t>
            </a:r>
          </a:p>
          <a:p>
            <a:pPr marL="952485" lvl="1" indent="-342900" algn="just" eaLnBrk="0" fontAlgn="base" hangingPunct="0">
              <a:lnSpc>
                <a:spcPct val="100000"/>
              </a:lnSpc>
              <a:spcBef>
                <a:spcPct val="0"/>
              </a:spcBef>
              <a:spcAft>
                <a:spcPct val="0"/>
              </a:spcAft>
              <a:buSzTx/>
              <a:buFont typeface="Wingdings" panose="05000000000000000000" pitchFamily="2" charset="2"/>
              <a:buChar char="ü"/>
            </a:pPr>
            <a:endParaRPr lang="es-ES" dirty="0">
              <a:solidFill>
                <a:srgbClr val="444444"/>
              </a:solidFill>
              <a:latin typeface="Abadi Extra Light" panose="020B0204020104020204" pitchFamily="34" charset="0"/>
            </a:endParaRPr>
          </a:p>
          <a:p>
            <a:pPr marL="609585" lvl="1" indent="0" algn="just" eaLnBrk="0" fontAlgn="base" hangingPunct="0">
              <a:lnSpc>
                <a:spcPct val="100000"/>
              </a:lnSpc>
              <a:spcBef>
                <a:spcPct val="0"/>
              </a:spcBef>
              <a:spcAft>
                <a:spcPct val="0"/>
              </a:spcAft>
              <a:buSzTx/>
              <a:buNone/>
            </a:pPr>
            <a:r>
              <a:rPr lang="es-ES" dirty="0">
                <a:solidFill>
                  <a:srgbClr val="444444"/>
                </a:solidFill>
                <a:latin typeface="Abadi Extra Light" panose="020B0204020104020204" pitchFamily="34" charset="0"/>
              </a:rPr>
              <a:t>El decodificador: Aprende a descomprimir los datos nuevamente desde la representación del espacio latente hasta la salida, a veces cerca de la entrada pero con pérdida. </a:t>
            </a:r>
          </a:p>
          <a:p>
            <a:pPr marL="342900" indent="-342900" algn="just" eaLnBrk="0" fontAlgn="base" hangingPunct="0">
              <a:lnSpc>
                <a:spcPct val="100000"/>
              </a:lnSpc>
              <a:spcBef>
                <a:spcPct val="0"/>
              </a:spcBef>
              <a:spcAft>
                <a:spcPct val="0"/>
              </a:spcAft>
              <a:buSzTx/>
              <a:buFont typeface="Wingdings" panose="05000000000000000000" pitchFamily="2" charset="2"/>
              <a:buChar char="ü"/>
            </a:pPr>
            <a:endParaRPr lang="es-ES" dirty="0">
              <a:solidFill>
                <a:srgbClr val="444444"/>
              </a:solidFill>
              <a:latin typeface="Abadi Extra Light" panose="020B0204020104020204" pitchFamily="34" charset="0"/>
            </a:endParaRPr>
          </a:p>
          <a:p>
            <a:pPr marL="342900" indent="-342900" algn="just" eaLnBrk="0" fontAlgn="base" hangingPunct="0">
              <a:lnSpc>
                <a:spcPct val="100000"/>
              </a:lnSpc>
              <a:spcBef>
                <a:spcPct val="0"/>
              </a:spcBef>
              <a:spcAft>
                <a:spcPct val="0"/>
              </a:spcAft>
              <a:buSzTx/>
              <a:buFont typeface="Wingdings" panose="05000000000000000000" pitchFamily="2" charset="2"/>
              <a:buChar char="ü"/>
            </a:pPr>
            <a:r>
              <a:rPr lang="es-ES" dirty="0">
                <a:solidFill>
                  <a:srgbClr val="444444"/>
                </a:solidFill>
                <a:latin typeface="Abadi Extra Light" panose="020B0204020104020204" pitchFamily="34" charset="0"/>
              </a:rPr>
              <a:t>La capa de representación de espacio latente, también conocida como capa de cuello de botella, contiene las características importantes de los datos.</a:t>
            </a:r>
            <a:endParaRPr lang="es-CL" dirty="0">
              <a:solidFill>
                <a:srgbClr val="444444"/>
              </a:solidFill>
              <a:latin typeface="Abadi Extra Light" panose="020B0204020104020204" pitchFamily="34" charset="0"/>
            </a:endParaRPr>
          </a:p>
        </p:txBody>
      </p:sp>
    </p:spTree>
    <p:extLst>
      <p:ext uri="{BB962C8B-B14F-4D97-AF65-F5344CB8AC3E}">
        <p14:creationId xmlns:p14="http://schemas.microsoft.com/office/powerpoint/2010/main" val="1367659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1B4755CC-CC3B-AFF0-34D0-D34C49BA02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775" y="1934344"/>
            <a:ext cx="8934450" cy="273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4206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E1E8C59-73C7-C882-07DC-B5CD0A3D54D2}"/>
              </a:ext>
            </a:extLst>
          </p:cNvPr>
          <p:cNvSpPr txBox="1"/>
          <p:nvPr/>
        </p:nvSpPr>
        <p:spPr>
          <a:xfrm>
            <a:off x="1179871" y="503592"/>
            <a:ext cx="6096000" cy="369332"/>
          </a:xfrm>
          <a:prstGeom prst="rect">
            <a:avLst/>
          </a:prstGeom>
          <a:noFill/>
          <a:ln>
            <a:noFill/>
          </a:ln>
        </p:spPr>
        <p:txBody>
          <a:bodyPr spcFirstLastPara="1" vert="horz" wrap="square" lIns="121900" tIns="121900" rIns="121900" bIns="121900" rtlCol="0" anchor="t" anchorCtr="0">
            <a:noAutofit/>
          </a:bodyPr>
          <a:lstStyle>
            <a:defPPr>
              <a:defRPr lang="es-ES"/>
            </a:defPPr>
            <a:lvl1pPr lvl="0">
              <a:lnSpc>
                <a:spcPct val="115000"/>
              </a:lnSpc>
              <a:spcBef>
                <a:spcPts val="0"/>
              </a:spcBef>
              <a:spcAft>
                <a:spcPts val="0"/>
              </a:spcAft>
              <a:buClr>
                <a:srgbClr val="000000"/>
              </a:buClr>
              <a:buSzPts val="2200"/>
              <a:buNone/>
              <a:defRPr sz="3600">
                <a:solidFill>
                  <a:srgbClr val="00B0F0"/>
                </a:solidFill>
                <a:latin typeface="Abadi Extra Light" panose="020B0204020104020204" pitchFamily="34" charset="0"/>
                <a:ea typeface="+mj-ea"/>
                <a:cs typeface="+mj-cs"/>
              </a:defRPr>
            </a:lvl1pPr>
            <a:lvl2pPr lvl="1">
              <a:lnSpc>
                <a:spcPct val="100000"/>
              </a:lnSpc>
              <a:spcBef>
                <a:spcPts val="0"/>
              </a:spcBef>
              <a:spcAft>
                <a:spcPts val="0"/>
              </a:spcAft>
              <a:buSzPts val="2800"/>
              <a:buNone/>
            </a:lvl2pPr>
            <a:lvl3pPr lvl="2">
              <a:lnSpc>
                <a:spcPct val="100000"/>
              </a:lnSpc>
              <a:spcBef>
                <a:spcPts val="0"/>
              </a:spcBef>
              <a:spcAft>
                <a:spcPts val="0"/>
              </a:spcAft>
              <a:buSzPts val="2800"/>
              <a:buNone/>
            </a:lvl3pPr>
            <a:lvl4pPr lvl="3">
              <a:lnSpc>
                <a:spcPct val="100000"/>
              </a:lnSpc>
              <a:spcBef>
                <a:spcPts val="0"/>
              </a:spcBef>
              <a:spcAft>
                <a:spcPts val="0"/>
              </a:spcAft>
              <a:buSzPts val="2800"/>
              <a:buNone/>
            </a:lvl4pPr>
            <a:lvl5pPr lvl="4">
              <a:lnSpc>
                <a:spcPct val="100000"/>
              </a:lnSpc>
              <a:spcBef>
                <a:spcPts val="0"/>
              </a:spcBef>
              <a:spcAft>
                <a:spcPts val="0"/>
              </a:spcAft>
              <a:buSzPts val="2800"/>
              <a:buNone/>
            </a:lvl5pPr>
            <a:lvl6pPr lvl="5">
              <a:lnSpc>
                <a:spcPct val="100000"/>
              </a:lnSpc>
              <a:spcBef>
                <a:spcPts val="0"/>
              </a:spcBef>
              <a:spcAft>
                <a:spcPts val="0"/>
              </a:spcAft>
              <a:buSzPts val="2800"/>
              <a:buNone/>
            </a:lvl6pPr>
            <a:lvl7pPr lvl="6">
              <a:lnSpc>
                <a:spcPct val="100000"/>
              </a:lnSpc>
              <a:spcBef>
                <a:spcPts val="0"/>
              </a:spcBef>
              <a:spcAft>
                <a:spcPts val="0"/>
              </a:spcAft>
              <a:buSzPts val="2800"/>
              <a:buNone/>
            </a:lvl7pPr>
            <a:lvl8pPr lvl="7">
              <a:lnSpc>
                <a:spcPct val="100000"/>
              </a:lnSpc>
              <a:spcBef>
                <a:spcPts val="0"/>
              </a:spcBef>
              <a:spcAft>
                <a:spcPts val="0"/>
              </a:spcAft>
              <a:buSzPts val="2800"/>
              <a:buNone/>
            </a:lvl8pPr>
            <a:lvl9pPr lvl="8">
              <a:lnSpc>
                <a:spcPct val="100000"/>
              </a:lnSpc>
              <a:spcBef>
                <a:spcPts val="0"/>
              </a:spcBef>
              <a:spcAft>
                <a:spcPts val="0"/>
              </a:spcAft>
              <a:buSzPts val="2800"/>
              <a:buNone/>
            </a:lvl9pPr>
          </a:lstStyle>
          <a:p>
            <a:r>
              <a:rPr lang="es-CL" dirty="0" err="1"/>
              <a:t>Stacked</a:t>
            </a:r>
            <a:r>
              <a:rPr lang="es-CL" dirty="0"/>
              <a:t> </a:t>
            </a:r>
            <a:r>
              <a:rPr lang="es-CL" dirty="0" err="1"/>
              <a:t>Autoencoder</a:t>
            </a:r>
            <a:endParaRPr lang="es-CL" dirty="0"/>
          </a:p>
        </p:txBody>
      </p:sp>
      <p:sp>
        <p:nvSpPr>
          <p:cNvPr id="7" name="CuadroTexto 6">
            <a:extLst>
              <a:ext uri="{FF2B5EF4-FFF2-40B4-BE49-F238E27FC236}">
                <a16:creationId xmlns:a16="http://schemas.microsoft.com/office/drawing/2014/main" id="{620D74A9-5E19-D5B1-8A29-46F5CA2DE71E}"/>
              </a:ext>
            </a:extLst>
          </p:cNvPr>
          <p:cNvSpPr txBox="1"/>
          <p:nvPr/>
        </p:nvSpPr>
        <p:spPr>
          <a:xfrm>
            <a:off x="476864" y="1870256"/>
            <a:ext cx="1123827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defPPr>
              <a:defRPr lang="es-ES"/>
            </a:defPPr>
            <a:lvl1pPr marL="342900" lvl="0" indent="-342900" algn="just" eaLnBrk="0" fontAlgn="base" hangingPunct="0">
              <a:lnSpc>
                <a:spcPct val="100000"/>
              </a:lnSpc>
              <a:spcBef>
                <a:spcPct val="0"/>
              </a:spcBef>
              <a:spcAft>
                <a:spcPct val="0"/>
              </a:spcAft>
              <a:buSzTx/>
              <a:buFont typeface="Wingdings" panose="05000000000000000000" pitchFamily="2" charset="2"/>
              <a:buChar char="ü"/>
              <a:defRPr sz="2800">
                <a:solidFill>
                  <a:srgbClr val="444444"/>
                </a:solidFill>
                <a:latin typeface="Abadi Extra Light" panose="020B0204020104020204" pitchFamily="34" charset="0"/>
              </a:defRPr>
            </a:lvl1pPr>
            <a:lvl2pPr marL="609585" lvl="1" indent="0" algn="just" eaLnBrk="0" fontAlgn="base" hangingPunct="0">
              <a:lnSpc>
                <a:spcPct val="100000"/>
              </a:lnSpc>
              <a:spcBef>
                <a:spcPct val="0"/>
              </a:spcBef>
              <a:spcAft>
                <a:spcPct val="0"/>
              </a:spcAft>
              <a:buSzTx/>
              <a:buFont typeface="Arial" panose="020B0604020202020204" pitchFamily="34" charset="0"/>
              <a:buNone/>
              <a:defRPr sz="2400">
                <a:solidFill>
                  <a:srgbClr val="444444"/>
                </a:solidFill>
                <a:latin typeface="Abadi Extra Light" panose="020B0204020104020204" pitchFamily="34" charset="0"/>
              </a:defRPr>
            </a:lvl2pPr>
            <a:lvl3pPr marL="1828754" lvl="2" indent="-423323">
              <a:lnSpc>
                <a:spcPct val="115000"/>
              </a:lnSpc>
              <a:spcBef>
                <a:spcPts val="2133"/>
              </a:spcBef>
              <a:spcAft>
                <a:spcPts val="0"/>
              </a:spcAft>
              <a:buSzPts val="1400"/>
              <a:buFont typeface="Arial" panose="020B0604020202020204" pitchFamily="34" charset="0"/>
              <a:buChar char="■"/>
              <a:defRPr sz="2000"/>
            </a:lvl3pPr>
            <a:lvl4pPr marL="2438339" lvl="3" indent="-423323">
              <a:lnSpc>
                <a:spcPct val="115000"/>
              </a:lnSpc>
              <a:spcBef>
                <a:spcPts val="2133"/>
              </a:spcBef>
              <a:spcAft>
                <a:spcPts val="0"/>
              </a:spcAft>
              <a:buSzPts val="1400"/>
              <a:buFont typeface="Arial" panose="020B0604020202020204" pitchFamily="34" charset="0"/>
              <a:buChar char="●"/>
            </a:lvl4pPr>
            <a:lvl5pPr marL="3047924" lvl="4" indent="-423323">
              <a:lnSpc>
                <a:spcPct val="115000"/>
              </a:lnSpc>
              <a:spcBef>
                <a:spcPts val="2133"/>
              </a:spcBef>
              <a:spcAft>
                <a:spcPts val="0"/>
              </a:spcAft>
              <a:buSzPts val="1400"/>
              <a:buFont typeface="Arial" panose="020B0604020202020204" pitchFamily="34" charset="0"/>
              <a:buChar char="○"/>
            </a:lvl5pPr>
            <a:lvl6pPr marL="3657509" lvl="5" indent="-423323">
              <a:lnSpc>
                <a:spcPct val="115000"/>
              </a:lnSpc>
              <a:spcBef>
                <a:spcPts val="2133"/>
              </a:spcBef>
              <a:spcAft>
                <a:spcPts val="0"/>
              </a:spcAft>
              <a:buSzPts val="1400"/>
              <a:buFont typeface="Arial" panose="020B0604020202020204" pitchFamily="34" charset="0"/>
              <a:buChar char="■"/>
            </a:lvl6pPr>
            <a:lvl7pPr marL="4267093" lvl="6" indent="-423323">
              <a:lnSpc>
                <a:spcPct val="115000"/>
              </a:lnSpc>
              <a:spcBef>
                <a:spcPts val="2133"/>
              </a:spcBef>
              <a:spcAft>
                <a:spcPts val="0"/>
              </a:spcAft>
              <a:buSzPts val="1400"/>
              <a:buFont typeface="Arial" panose="020B0604020202020204" pitchFamily="34" charset="0"/>
              <a:buChar char="●"/>
            </a:lvl7pPr>
            <a:lvl8pPr marL="4876678" lvl="7" indent="-423323">
              <a:lnSpc>
                <a:spcPct val="115000"/>
              </a:lnSpc>
              <a:spcBef>
                <a:spcPts val="2133"/>
              </a:spcBef>
              <a:spcAft>
                <a:spcPts val="0"/>
              </a:spcAft>
              <a:buSzPts val="1400"/>
              <a:buFont typeface="Arial" panose="020B0604020202020204" pitchFamily="34" charset="0"/>
              <a:buChar char="○"/>
            </a:lvl8pPr>
            <a:lvl9pPr marL="5486263" lvl="8" indent="-423323">
              <a:lnSpc>
                <a:spcPct val="115000"/>
              </a:lnSpc>
              <a:spcBef>
                <a:spcPts val="2133"/>
              </a:spcBef>
              <a:spcAft>
                <a:spcPts val="2133"/>
              </a:spcAft>
              <a:buSzPts val="1400"/>
              <a:buFont typeface="Arial" panose="020B0604020202020204" pitchFamily="34" charset="0"/>
              <a:buChar char="■"/>
            </a:lvl9pPr>
          </a:lstStyle>
          <a:p>
            <a:r>
              <a:rPr lang="es-ES" sz="2000" dirty="0"/>
              <a:t>En una estructura de </a:t>
            </a:r>
            <a:r>
              <a:rPr lang="es-ES" sz="2000" dirty="0" err="1"/>
              <a:t>autoencoder</a:t>
            </a:r>
            <a:r>
              <a:rPr lang="es-ES" sz="2000" dirty="0"/>
              <a:t>, el codificador y el decodificador no se limitan a una sola capa y se puede implementar con una pila de capas, por lo tanto, se llama como autocodificador apilado.</a:t>
            </a:r>
          </a:p>
          <a:p>
            <a:endParaRPr lang="es-ES" sz="2000" dirty="0"/>
          </a:p>
          <a:p>
            <a:r>
              <a:rPr lang="es-ES" sz="2000" dirty="0"/>
              <a:t> Por lo tanto, los autocodificadores apilados no son más que autocodificadores profundos que tienen múltiples capas ocultas. </a:t>
            </a:r>
          </a:p>
          <a:p>
            <a:endParaRPr lang="es-ES" sz="2000" dirty="0"/>
          </a:p>
          <a:p>
            <a:r>
              <a:rPr lang="es-ES" sz="2000" dirty="0"/>
              <a:t>Con más capas ocultas, los autocodificadores pueden aprender una codificación más compleja. Sin embargo, debemos cuidar esta complejidad del autocodificador para que no tienda a </a:t>
            </a:r>
            <a:r>
              <a:rPr lang="es-ES" sz="2000" dirty="0" err="1"/>
              <a:t>sobreajustarse</a:t>
            </a:r>
            <a:r>
              <a:rPr lang="es-ES" sz="2000" dirty="0"/>
              <a:t>.</a:t>
            </a:r>
          </a:p>
          <a:p>
            <a:endParaRPr lang="es-ES" sz="2000" dirty="0"/>
          </a:p>
          <a:p>
            <a:r>
              <a:rPr lang="en-US" sz="2000" dirty="0"/>
              <a:t>In the architecture of the stacked autoencoder, the layers are typically symmetrical with regards to the central hidden layer.</a:t>
            </a:r>
            <a:endParaRPr lang="es-CL" sz="2000" dirty="0"/>
          </a:p>
        </p:txBody>
      </p:sp>
      <p:sp>
        <p:nvSpPr>
          <p:cNvPr id="9" name="CuadroTexto 8">
            <a:extLst>
              <a:ext uri="{FF2B5EF4-FFF2-40B4-BE49-F238E27FC236}">
                <a16:creationId xmlns:a16="http://schemas.microsoft.com/office/drawing/2014/main" id="{99819CB2-6EC0-CA64-4729-3480B890DFE0}"/>
              </a:ext>
            </a:extLst>
          </p:cNvPr>
          <p:cNvSpPr txBox="1"/>
          <p:nvPr/>
        </p:nvSpPr>
        <p:spPr>
          <a:xfrm>
            <a:off x="157316" y="5821997"/>
            <a:ext cx="6096000" cy="646331"/>
          </a:xfrm>
          <a:prstGeom prst="rect">
            <a:avLst/>
          </a:prstGeom>
          <a:noFill/>
        </p:spPr>
        <p:txBody>
          <a:bodyPr wrap="square">
            <a:spAutoFit/>
          </a:bodyPr>
          <a:lstStyle/>
          <a:p>
            <a:r>
              <a:rPr lang="es-CL" altLang="ko-KR" dirty="0">
                <a:hlinkClick r:id="rId2"/>
              </a:rPr>
              <a:t>JunHyeok96/</a:t>
            </a:r>
            <a:r>
              <a:rPr lang="es-CL" altLang="ko-KR" dirty="0" err="1">
                <a:hlinkClick r:id="rId2"/>
              </a:rPr>
              <a:t>DeepFake</a:t>
            </a:r>
            <a:r>
              <a:rPr lang="es-CL" altLang="ko-KR" dirty="0">
                <a:hlinkClick r:id="rId2"/>
              </a:rPr>
              <a:t>: </a:t>
            </a:r>
            <a:r>
              <a:rPr lang="es-CL" altLang="ko-KR" dirty="0" err="1">
                <a:hlinkClick r:id="rId2"/>
              </a:rPr>
              <a:t>Autoencoder</a:t>
            </a:r>
            <a:r>
              <a:rPr lang="ko-KR" altLang="es-CL" dirty="0">
                <a:hlinkClick r:id="rId2"/>
              </a:rPr>
              <a:t>를 사용한 딥페이크 영상 제작 </a:t>
            </a:r>
            <a:r>
              <a:rPr lang="es-CL" altLang="ko-KR" dirty="0">
                <a:hlinkClick r:id="rId2"/>
              </a:rPr>
              <a:t>(github.com)</a:t>
            </a:r>
            <a:endParaRPr lang="es-CL" dirty="0"/>
          </a:p>
        </p:txBody>
      </p:sp>
    </p:spTree>
    <p:extLst>
      <p:ext uri="{BB962C8B-B14F-4D97-AF65-F5344CB8AC3E}">
        <p14:creationId xmlns:p14="http://schemas.microsoft.com/office/powerpoint/2010/main" val="2039850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a:extLst>
              <a:ext uri="{FF2B5EF4-FFF2-40B4-BE49-F238E27FC236}">
                <a16:creationId xmlns:a16="http://schemas.microsoft.com/office/drawing/2014/main" id="{650B1E59-A7A4-8B8F-3966-BE612E81D9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154" y="1160125"/>
            <a:ext cx="7505700" cy="4810125"/>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2550869A-16D2-C7C3-803E-72B451B8CC57}"/>
              </a:ext>
            </a:extLst>
          </p:cNvPr>
          <p:cNvSpPr txBox="1"/>
          <p:nvPr/>
        </p:nvSpPr>
        <p:spPr>
          <a:xfrm>
            <a:off x="7787148" y="1872022"/>
            <a:ext cx="413694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lvl1pPr marL="342900" lvl="0" indent="-342900" algn="just" eaLnBrk="0" fontAlgn="base" hangingPunct="0">
              <a:lnSpc>
                <a:spcPct val="100000"/>
              </a:lnSpc>
              <a:spcBef>
                <a:spcPct val="0"/>
              </a:spcBef>
              <a:spcAft>
                <a:spcPct val="0"/>
              </a:spcAft>
              <a:buSzTx/>
              <a:buFont typeface="Wingdings" panose="05000000000000000000" pitchFamily="2" charset="2"/>
              <a:buChar char="ü"/>
              <a:defRPr sz="2800">
                <a:solidFill>
                  <a:srgbClr val="444444"/>
                </a:solidFill>
                <a:latin typeface="Abadi Extra Light" panose="020B0204020104020204" pitchFamily="34" charset="0"/>
              </a:defRPr>
            </a:lvl1pPr>
            <a:lvl2pPr marL="609585" lvl="1" indent="0" algn="just" eaLnBrk="0" fontAlgn="base" hangingPunct="0">
              <a:lnSpc>
                <a:spcPct val="100000"/>
              </a:lnSpc>
              <a:spcBef>
                <a:spcPct val="0"/>
              </a:spcBef>
              <a:spcAft>
                <a:spcPct val="0"/>
              </a:spcAft>
              <a:buSzTx/>
              <a:buFont typeface="Arial" panose="020B0604020202020204" pitchFamily="34" charset="0"/>
              <a:buNone/>
              <a:defRPr sz="2400">
                <a:solidFill>
                  <a:srgbClr val="444444"/>
                </a:solidFill>
                <a:latin typeface="Abadi Extra Light" panose="020B0204020104020204" pitchFamily="34" charset="0"/>
              </a:defRPr>
            </a:lvl2pPr>
            <a:lvl3pPr marL="1828754" lvl="2" indent="-423323">
              <a:lnSpc>
                <a:spcPct val="115000"/>
              </a:lnSpc>
              <a:spcBef>
                <a:spcPts val="2133"/>
              </a:spcBef>
              <a:spcAft>
                <a:spcPts val="0"/>
              </a:spcAft>
              <a:buSzPts val="1400"/>
              <a:buFont typeface="Arial" panose="020B0604020202020204" pitchFamily="34" charset="0"/>
              <a:buChar char="■"/>
              <a:defRPr sz="2000"/>
            </a:lvl3pPr>
            <a:lvl4pPr marL="2438339" lvl="3" indent="-423323">
              <a:lnSpc>
                <a:spcPct val="115000"/>
              </a:lnSpc>
              <a:spcBef>
                <a:spcPts val="2133"/>
              </a:spcBef>
              <a:spcAft>
                <a:spcPts val="0"/>
              </a:spcAft>
              <a:buSzPts val="1400"/>
              <a:buFont typeface="Arial" panose="020B0604020202020204" pitchFamily="34" charset="0"/>
              <a:buChar char="●"/>
            </a:lvl4pPr>
            <a:lvl5pPr marL="3047924" lvl="4" indent="-423323">
              <a:lnSpc>
                <a:spcPct val="115000"/>
              </a:lnSpc>
              <a:spcBef>
                <a:spcPts val="2133"/>
              </a:spcBef>
              <a:spcAft>
                <a:spcPts val="0"/>
              </a:spcAft>
              <a:buSzPts val="1400"/>
              <a:buFont typeface="Arial" panose="020B0604020202020204" pitchFamily="34" charset="0"/>
              <a:buChar char="○"/>
            </a:lvl5pPr>
            <a:lvl6pPr marL="3657509" lvl="5" indent="-423323">
              <a:lnSpc>
                <a:spcPct val="115000"/>
              </a:lnSpc>
              <a:spcBef>
                <a:spcPts val="2133"/>
              </a:spcBef>
              <a:spcAft>
                <a:spcPts val="0"/>
              </a:spcAft>
              <a:buSzPts val="1400"/>
              <a:buFont typeface="Arial" panose="020B0604020202020204" pitchFamily="34" charset="0"/>
              <a:buChar char="■"/>
            </a:lvl6pPr>
            <a:lvl7pPr marL="4267093" lvl="6" indent="-423323">
              <a:lnSpc>
                <a:spcPct val="115000"/>
              </a:lnSpc>
              <a:spcBef>
                <a:spcPts val="2133"/>
              </a:spcBef>
              <a:spcAft>
                <a:spcPts val="0"/>
              </a:spcAft>
              <a:buSzPts val="1400"/>
              <a:buFont typeface="Arial" panose="020B0604020202020204" pitchFamily="34" charset="0"/>
              <a:buChar char="●"/>
            </a:lvl7pPr>
            <a:lvl8pPr marL="4876678" lvl="7" indent="-423323">
              <a:lnSpc>
                <a:spcPct val="115000"/>
              </a:lnSpc>
              <a:spcBef>
                <a:spcPts val="2133"/>
              </a:spcBef>
              <a:spcAft>
                <a:spcPts val="0"/>
              </a:spcAft>
              <a:buSzPts val="1400"/>
              <a:buFont typeface="Arial" panose="020B0604020202020204" pitchFamily="34" charset="0"/>
              <a:buChar char="○"/>
            </a:lvl8pPr>
            <a:lvl9pPr marL="5486263" lvl="8" indent="-423323">
              <a:lnSpc>
                <a:spcPct val="115000"/>
              </a:lnSpc>
              <a:spcBef>
                <a:spcPts val="2133"/>
              </a:spcBef>
              <a:spcAft>
                <a:spcPts val="2133"/>
              </a:spcAft>
              <a:buSzPts val="1400"/>
              <a:buFont typeface="Arial" panose="020B0604020202020204" pitchFamily="34" charset="0"/>
              <a:buChar char="■"/>
            </a:lvl9pPr>
          </a:lstStyle>
          <a:p>
            <a:pPr marL="0" indent="0">
              <a:buNone/>
            </a:pPr>
            <a:r>
              <a:rPr lang="es-ES" sz="1800" dirty="0"/>
              <a:t>Según wiki "</a:t>
            </a:r>
            <a:r>
              <a:rPr lang="es-ES" sz="1800" dirty="0" err="1"/>
              <a:t>DeepFake</a:t>
            </a:r>
            <a:r>
              <a:rPr lang="es-ES" sz="1800" dirty="0"/>
              <a:t> es un medio sintético en el que una persona en una imagen o video existente es reemplazada por otra persona".</a:t>
            </a:r>
          </a:p>
          <a:p>
            <a:pPr marL="0" indent="0">
              <a:buNone/>
            </a:pPr>
            <a:r>
              <a:rPr lang="es-ES" sz="1800" dirty="0"/>
              <a:t> </a:t>
            </a:r>
            <a:br>
              <a:rPr lang="es-ES" sz="1800" dirty="0"/>
            </a:br>
            <a:br>
              <a:rPr lang="es-ES" sz="1800" dirty="0"/>
            </a:br>
            <a:r>
              <a:rPr lang="es-ES" sz="1800" dirty="0"/>
              <a:t>se está intercambiando la imagen de una cara de una persona con otra persona utilizando tecnología disruptiva, "Inteligencia Artificial" impulsada por aprendizaje profundo y autocodificadores o marco de Red Generativa Adversarial (GAN).
</a:t>
            </a:r>
            <a:endParaRPr lang="es-CL" sz="1800" dirty="0"/>
          </a:p>
        </p:txBody>
      </p:sp>
      <p:sp>
        <p:nvSpPr>
          <p:cNvPr id="8" name="CuadroTexto 7">
            <a:extLst>
              <a:ext uri="{FF2B5EF4-FFF2-40B4-BE49-F238E27FC236}">
                <a16:creationId xmlns:a16="http://schemas.microsoft.com/office/drawing/2014/main" id="{E2811482-DA62-18E6-BC62-3523A6F8CE8E}"/>
              </a:ext>
            </a:extLst>
          </p:cNvPr>
          <p:cNvSpPr txBox="1"/>
          <p:nvPr/>
        </p:nvSpPr>
        <p:spPr>
          <a:xfrm>
            <a:off x="570271" y="195701"/>
            <a:ext cx="6096000" cy="692049"/>
          </a:xfrm>
          <a:prstGeom prst="rect">
            <a:avLst/>
          </a:prstGeom>
          <a:noFill/>
          <a:ln>
            <a:noFill/>
          </a:ln>
        </p:spPr>
        <p:txBody>
          <a:bodyPr spcFirstLastPara="1" vert="horz" wrap="square" lIns="121900" tIns="121900" rIns="121900" bIns="121900" rtlCol="0" anchor="t" anchorCtr="0">
            <a:noAutofit/>
          </a:bodyPr>
          <a:lstStyle>
            <a:defPPr>
              <a:defRPr lang="es-ES"/>
            </a:defPPr>
            <a:lvl1pPr lvl="0">
              <a:lnSpc>
                <a:spcPct val="115000"/>
              </a:lnSpc>
              <a:spcBef>
                <a:spcPts val="0"/>
              </a:spcBef>
              <a:spcAft>
                <a:spcPts val="0"/>
              </a:spcAft>
              <a:buClr>
                <a:srgbClr val="000000"/>
              </a:buClr>
              <a:buSzPts val="2200"/>
              <a:buNone/>
              <a:defRPr sz="3600">
                <a:solidFill>
                  <a:srgbClr val="00B0F0"/>
                </a:solidFill>
                <a:latin typeface="Abadi Extra Light" panose="020B0204020104020204" pitchFamily="34" charset="0"/>
                <a:ea typeface="+mj-ea"/>
                <a:cs typeface="+mj-cs"/>
              </a:defRPr>
            </a:lvl1pPr>
            <a:lvl2pPr lvl="1">
              <a:lnSpc>
                <a:spcPct val="100000"/>
              </a:lnSpc>
              <a:spcBef>
                <a:spcPts val="0"/>
              </a:spcBef>
              <a:spcAft>
                <a:spcPts val="0"/>
              </a:spcAft>
              <a:buSzPts val="2800"/>
              <a:buNone/>
            </a:lvl2pPr>
            <a:lvl3pPr lvl="2">
              <a:lnSpc>
                <a:spcPct val="100000"/>
              </a:lnSpc>
              <a:spcBef>
                <a:spcPts val="0"/>
              </a:spcBef>
              <a:spcAft>
                <a:spcPts val="0"/>
              </a:spcAft>
              <a:buSzPts val="2800"/>
              <a:buNone/>
            </a:lvl3pPr>
            <a:lvl4pPr lvl="3">
              <a:lnSpc>
                <a:spcPct val="100000"/>
              </a:lnSpc>
              <a:spcBef>
                <a:spcPts val="0"/>
              </a:spcBef>
              <a:spcAft>
                <a:spcPts val="0"/>
              </a:spcAft>
              <a:buSzPts val="2800"/>
              <a:buNone/>
            </a:lvl4pPr>
            <a:lvl5pPr lvl="4">
              <a:lnSpc>
                <a:spcPct val="100000"/>
              </a:lnSpc>
              <a:spcBef>
                <a:spcPts val="0"/>
              </a:spcBef>
              <a:spcAft>
                <a:spcPts val="0"/>
              </a:spcAft>
              <a:buSzPts val="2800"/>
              <a:buNone/>
            </a:lvl5pPr>
            <a:lvl6pPr lvl="5">
              <a:lnSpc>
                <a:spcPct val="100000"/>
              </a:lnSpc>
              <a:spcBef>
                <a:spcPts val="0"/>
              </a:spcBef>
              <a:spcAft>
                <a:spcPts val="0"/>
              </a:spcAft>
              <a:buSzPts val="2800"/>
              <a:buNone/>
            </a:lvl6pPr>
            <a:lvl7pPr lvl="6">
              <a:lnSpc>
                <a:spcPct val="100000"/>
              </a:lnSpc>
              <a:spcBef>
                <a:spcPts val="0"/>
              </a:spcBef>
              <a:spcAft>
                <a:spcPts val="0"/>
              </a:spcAft>
              <a:buSzPts val="2800"/>
              <a:buNone/>
            </a:lvl7pPr>
            <a:lvl8pPr lvl="7">
              <a:lnSpc>
                <a:spcPct val="100000"/>
              </a:lnSpc>
              <a:spcBef>
                <a:spcPts val="0"/>
              </a:spcBef>
              <a:spcAft>
                <a:spcPts val="0"/>
              </a:spcAft>
              <a:buSzPts val="2800"/>
              <a:buNone/>
            </a:lvl8pPr>
            <a:lvl9pPr lvl="8">
              <a:lnSpc>
                <a:spcPct val="100000"/>
              </a:lnSpc>
              <a:spcBef>
                <a:spcPts val="0"/>
              </a:spcBef>
              <a:spcAft>
                <a:spcPts val="0"/>
              </a:spcAft>
              <a:buSzPts val="2800"/>
              <a:buNone/>
            </a:lvl9pPr>
          </a:lstStyle>
          <a:p>
            <a:r>
              <a:rPr lang="es-CL" dirty="0" err="1"/>
              <a:t>Autoencoders</a:t>
            </a:r>
            <a:endParaRPr lang="es-CL" dirty="0"/>
          </a:p>
        </p:txBody>
      </p:sp>
    </p:spTree>
    <p:extLst>
      <p:ext uri="{BB962C8B-B14F-4D97-AF65-F5344CB8AC3E}">
        <p14:creationId xmlns:p14="http://schemas.microsoft.com/office/powerpoint/2010/main" val="1405081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0188ACD8-5BCA-D528-0709-8D0170B85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7950" y="1485900"/>
            <a:ext cx="68961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46695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4126</TotalTime>
  <Words>1749</Words>
  <Application>Microsoft Office PowerPoint</Application>
  <PresentationFormat>Panorámica</PresentationFormat>
  <Paragraphs>125</Paragraphs>
  <Slides>30</Slides>
  <Notes>9</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30</vt:i4>
      </vt:variant>
    </vt:vector>
  </HeadingPairs>
  <TitlesOfParts>
    <vt:vector size="40" baseType="lpstr">
      <vt:lpstr>Abadi Extra Light</vt:lpstr>
      <vt:lpstr>Anton</vt:lpstr>
      <vt:lpstr>Arial</vt:lpstr>
      <vt:lpstr>Calibri</vt:lpstr>
      <vt:lpstr>Calibri Light</vt:lpstr>
      <vt:lpstr>Didact Gothic</vt:lpstr>
      <vt:lpstr>Helvetica Neue</vt:lpstr>
      <vt:lpstr>Helvetica Neue Light</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Mapas de kohonen</vt:lpstr>
      <vt:lpstr>Mapas de kohonen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Sebastian Andres Ulloa Quezada</dc:creator>
  <cp:lastModifiedBy>Sebastian Andres Ulloa Quezada</cp:lastModifiedBy>
  <cp:revision>9</cp:revision>
  <dcterms:created xsi:type="dcterms:W3CDTF">2021-08-23T21:44:44Z</dcterms:created>
  <dcterms:modified xsi:type="dcterms:W3CDTF">2022-06-24T21:41:17Z</dcterms:modified>
</cp:coreProperties>
</file>