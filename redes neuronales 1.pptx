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9" r:id="rId2"/>
    <p:sldId id="257" r:id="rId3"/>
    <p:sldId id="428" r:id="rId4"/>
    <p:sldId id="429" r:id="rId5"/>
    <p:sldId id="271" r:id="rId6"/>
    <p:sldId id="284" r:id="rId7"/>
    <p:sldId id="285" r:id="rId8"/>
    <p:sldId id="286" r:id="rId9"/>
    <p:sldId id="303" r:id="rId10"/>
    <p:sldId id="442" r:id="rId11"/>
    <p:sldId id="430" r:id="rId12"/>
    <p:sldId id="443" r:id="rId13"/>
    <p:sldId id="432" r:id="rId14"/>
    <p:sldId id="433" r:id="rId15"/>
    <p:sldId id="434" r:id="rId16"/>
    <p:sldId id="435" r:id="rId17"/>
    <p:sldId id="436" r:id="rId18"/>
    <p:sldId id="437" r:id="rId19"/>
    <p:sldId id="438" r:id="rId20"/>
    <p:sldId id="439" r:id="rId21"/>
    <p:sldId id="440" r:id="rId22"/>
    <p:sldId id="427" r:id="rId23"/>
    <p:sldId id="282" r:id="rId24"/>
    <p:sldId id="289" r:id="rId25"/>
    <p:sldId id="291" r:id="rId26"/>
    <p:sldId id="441" r:id="rId27"/>
    <p:sldId id="290" r:id="rId28"/>
    <p:sldId id="309" r:id="rId29"/>
    <p:sldId id="418" r:id="rId30"/>
    <p:sldId id="258" r:id="rId31"/>
    <p:sldId id="319" r:id="rId32"/>
    <p:sldId id="321" r:id="rId33"/>
    <p:sldId id="426" r:id="rId34"/>
    <p:sldId id="425" r:id="rId35"/>
    <p:sldId id="293" r:id="rId36"/>
    <p:sldId id="260" r:id="rId3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Andres Ulloa Quezada" initials="SAUQ" lastIdx="1" clrIdx="0">
    <p:extLst>
      <p:ext uri="{19B8F6BF-5375-455C-9EA6-DF929625EA0E}">
        <p15:presenceInfo xmlns:p15="http://schemas.microsoft.com/office/powerpoint/2012/main" userId="Sebastian Andres Ulloa Quezad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4862"/>
    <a:srgbClr val="BF3F4A"/>
    <a:srgbClr val="7ED9D0"/>
    <a:srgbClr val="3B8DBF"/>
    <a:srgbClr val="2C3359"/>
    <a:srgbClr val="2B3EBA"/>
    <a:srgbClr val="F27D16"/>
    <a:srgbClr val="F2F2F2"/>
    <a:srgbClr val="54ACBF"/>
    <a:srgbClr val="395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4785FF-08A3-40D6-83B7-545D00462577}" v="259" dt="2022-06-10T21:44:59.8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650" autoAdjust="0"/>
    <p:restoredTop sz="94660"/>
  </p:normalViewPr>
  <p:slideViewPr>
    <p:cSldViewPr snapToGrid="0">
      <p:cViewPr>
        <p:scale>
          <a:sx n="125" d="100"/>
          <a:sy n="125" d="100"/>
        </p:scale>
        <p:origin x="-2112" y="-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Andres Ulloa Quezada" userId="e3cba82caada5b63" providerId="LiveId" clId="{DD4785FF-08A3-40D6-83B7-545D00462577}"/>
    <pc:docChg chg="undo custSel addSld delSld modSld sldOrd">
      <pc:chgData name="Sebastian Andres Ulloa Quezada" userId="e3cba82caada5b63" providerId="LiveId" clId="{DD4785FF-08A3-40D6-83B7-545D00462577}" dt="2022-06-11T01:21:27.596" v="1191" actId="1076"/>
      <pc:docMkLst>
        <pc:docMk/>
      </pc:docMkLst>
      <pc:sldChg chg="modSp">
        <pc:chgData name="Sebastian Andres Ulloa Quezada" userId="e3cba82caada5b63" providerId="LiveId" clId="{DD4785FF-08A3-40D6-83B7-545D00462577}" dt="2022-06-10T03:48:53.651" v="1134" actId="20577"/>
        <pc:sldMkLst>
          <pc:docMk/>
          <pc:sldMk cId="488143113" sldId="257"/>
        </pc:sldMkLst>
        <pc:spChg chg="mod">
          <ac:chgData name="Sebastian Andres Ulloa Quezada" userId="e3cba82caada5b63" providerId="LiveId" clId="{DD4785FF-08A3-40D6-83B7-545D00462577}" dt="2022-06-10T03:48:53.651" v="1134" actId="20577"/>
          <ac:spMkLst>
            <pc:docMk/>
            <pc:sldMk cId="488143113" sldId="257"/>
            <ac:spMk id="4" creationId="{4827A918-39AC-44E7-8C06-EF719EF149C0}"/>
          </ac:spMkLst>
        </pc:spChg>
      </pc:sldChg>
      <pc:sldChg chg="addSp delSp modSp add mod">
        <pc:chgData name="Sebastian Andres Ulloa Quezada" userId="e3cba82caada5b63" providerId="LiveId" clId="{DD4785FF-08A3-40D6-83B7-545D00462577}" dt="2022-06-10T04:47:59.259" v="1180" actId="1076"/>
        <pc:sldMkLst>
          <pc:docMk/>
          <pc:sldMk cId="4175873815" sldId="258"/>
        </pc:sldMkLst>
        <pc:spChg chg="mod">
          <ac:chgData name="Sebastian Andres Ulloa Quezada" userId="e3cba82caada5b63" providerId="LiveId" clId="{DD4785FF-08A3-40D6-83B7-545D00462577}" dt="2022-06-10T01:39:16.895" v="936" actId="108"/>
          <ac:spMkLst>
            <pc:docMk/>
            <pc:sldMk cId="4175873815" sldId="258"/>
            <ac:spMk id="2" creationId="{00000000-0000-0000-0000-000000000000}"/>
          </ac:spMkLst>
        </pc:spChg>
        <pc:spChg chg="del">
          <ac:chgData name="Sebastian Andres Ulloa Quezada" userId="e3cba82caada5b63" providerId="LiveId" clId="{DD4785FF-08A3-40D6-83B7-545D00462577}" dt="2022-06-10T01:39:26.448" v="938" actId="478"/>
          <ac:spMkLst>
            <pc:docMk/>
            <pc:sldMk cId="4175873815" sldId="258"/>
            <ac:spMk id="4" creationId="{AA33F977-BAE5-45CA-9F40-E9596F0B6698}"/>
          </ac:spMkLst>
        </pc:spChg>
        <pc:spChg chg="del">
          <ac:chgData name="Sebastian Andres Ulloa Quezada" userId="e3cba82caada5b63" providerId="LiveId" clId="{DD4785FF-08A3-40D6-83B7-545D00462577}" dt="2022-06-10T01:39:28.632" v="939" actId="478"/>
          <ac:spMkLst>
            <pc:docMk/>
            <pc:sldMk cId="4175873815" sldId="258"/>
            <ac:spMk id="5" creationId="{45E9CCF1-A23A-4D54-9639-6467301EF5A6}"/>
          </ac:spMkLst>
        </pc:spChg>
        <pc:graphicFrameChg chg="del mod">
          <ac:chgData name="Sebastian Andres Ulloa Quezada" userId="e3cba82caada5b63" providerId="LiveId" clId="{DD4785FF-08A3-40D6-83B7-545D00462577}" dt="2022-06-10T04:47:53.472" v="1176" actId="478"/>
          <ac:graphicFrameMkLst>
            <pc:docMk/>
            <pc:sldMk cId="4175873815" sldId="258"/>
            <ac:graphicFrameMk id="8" creationId="{21988AEA-D56C-4336-ADAC-340FBF7C3D24}"/>
          </ac:graphicFrameMkLst>
        </pc:graphicFrameChg>
        <pc:picChg chg="del">
          <ac:chgData name="Sebastian Andres Ulloa Quezada" userId="e3cba82caada5b63" providerId="LiveId" clId="{DD4785FF-08A3-40D6-83B7-545D00462577}" dt="2022-06-10T04:47:19.108" v="1163" actId="478"/>
          <ac:picMkLst>
            <pc:docMk/>
            <pc:sldMk cId="4175873815" sldId="258"/>
            <ac:picMk id="7" creationId="{4C938538-0FE2-42A1-9A90-FB5B67DE26F0}"/>
          </ac:picMkLst>
        </pc:picChg>
        <pc:picChg chg="del">
          <ac:chgData name="Sebastian Andres Ulloa Quezada" userId="e3cba82caada5b63" providerId="LiveId" clId="{DD4785FF-08A3-40D6-83B7-545D00462577}" dt="2022-06-10T04:47:53.472" v="1176" actId="478"/>
          <ac:picMkLst>
            <pc:docMk/>
            <pc:sldMk cId="4175873815" sldId="258"/>
            <ac:picMk id="9" creationId="{F92EC063-91A7-4322-B138-1098732B27F9}"/>
          </ac:picMkLst>
        </pc:picChg>
        <pc:picChg chg="add mod">
          <ac:chgData name="Sebastian Andres Ulloa Quezada" userId="e3cba82caada5b63" providerId="LiveId" clId="{DD4785FF-08A3-40D6-83B7-545D00462577}" dt="2022-06-10T04:47:56.220" v="1178" actId="1076"/>
          <ac:picMkLst>
            <pc:docMk/>
            <pc:sldMk cId="4175873815" sldId="258"/>
            <ac:picMk id="10" creationId="{B983144B-F39D-8C3C-4485-3338227381D7}"/>
          </ac:picMkLst>
        </pc:picChg>
        <pc:picChg chg="add mod">
          <ac:chgData name="Sebastian Andres Ulloa Quezada" userId="e3cba82caada5b63" providerId="LiveId" clId="{DD4785FF-08A3-40D6-83B7-545D00462577}" dt="2022-06-10T04:47:57.886" v="1179" actId="1076"/>
          <ac:picMkLst>
            <pc:docMk/>
            <pc:sldMk cId="4175873815" sldId="258"/>
            <ac:picMk id="11" creationId="{ECA8654B-3C8B-FCF0-D524-B91AB624DB94}"/>
          </ac:picMkLst>
        </pc:picChg>
        <pc:picChg chg="add mod">
          <ac:chgData name="Sebastian Andres Ulloa Quezada" userId="e3cba82caada5b63" providerId="LiveId" clId="{DD4785FF-08A3-40D6-83B7-545D00462577}" dt="2022-06-10T04:47:54.703" v="1177" actId="1076"/>
          <ac:picMkLst>
            <pc:docMk/>
            <pc:sldMk cId="4175873815" sldId="258"/>
            <ac:picMk id="12" creationId="{A3B9F3AA-1504-F61E-BA15-C683C2C887AA}"/>
          </ac:picMkLst>
        </pc:picChg>
        <pc:picChg chg="add mod">
          <ac:chgData name="Sebastian Andres Ulloa Quezada" userId="e3cba82caada5b63" providerId="LiveId" clId="{DD4785FF-08A3-40D6-83B7-545D00462577}" dt="2022-06-10T04:47:59.259" v="1180" actId="1076"/>
          <ac:picMkLst>
            <pc:docMk/>
            <pc:sldMk cId="4175873815" sldId="258"/>
            <ac:picMk id="13" creationId="{22CEFCB5-6EF6-D7EB-5063-1C66218D66E3}"/>
          </ac:picMkLst>
        </pc:picChg>
      </pc:sldChg>
      <pc:sldChg chg="delSp modSp add mod ord">
        <pc:chgData name="Sebastian Andres Ulloa Quezada" userId="e3cba82caada5b63" providerId="LiveId" clId="{DD4785FF-08A3-40D6-83B7-545D00462577}" dt="2022-06-10T01:46:44.705" v="1019"/>
        <pc:sldMkLst>
          <pc:docMk/>
          <pc:sldMk cId="3964055122" sldId="260"/>
        </pc:sldMkLst>
        <pc:spChg chg="mod">
          <ac:chgData name="Sebastian Andres Ulloa Quezada" userId="e3cba82caada5b63" providerId="LiveId" clId="{DD4785FF-08A3-40D6-83B7-545D00462577}" dt="2022-06-10T01:46:27.681" v="1012"/>
          <ac:spMkLst>
            <pc:docMk/>
            <pc:sldMk cId="3964055122" sldId="260"/>
            <ac:spMk id="2" creationId="{00000000-0000-0000-0000-000000000000}"/>
          </ac:spMkLst>
        </pc:spChg>
        <pc:spChg chg="mod">
          <ac:chgData name="Sebastian Andres Ulloa Quezada" userId="e3cba82caada5b63" providerId="LiveId" clId="{DD4785FF-08A3-40D6-83B7-545D00462577}" dt="2022-06-10T01:46:36.496" v="1016" actId="1076"/>
          <ac:spMkLst>
            <pc:docMk/>
            <pc:sldMk cId="3964055122" sldId="260"/>
            <ac:spMk id="3" creationId="{00000000-0000-0000-0000-000000000000}"/>
          </ac:spMkLst>
        </pc:spChg>
        <pc:spChg chg="del">
          <ac:chgData name="Sebastian Andres Ulloa Quezada" userId="e3cba82caada5b63" providerId="LiveId" clId="{DD4785FF-08A3-40D6-83B7-545D00462577}" dt="2022-06-10T01:46:31.727" v="1014" actId="478"/>
          <ac:spMkLst>
            <pc:docMk/>
            <pc:sldMk cId="3964055122" sldId="260"/>
            <ac:spMk id="6" creationId="{E2E8FF91-4EA5-417A-87B0-21B8232DE5C5}"/>
          </ac:spMkLst>
        </pc:spChg>
        <pc:spChg chg="del">
          <ac:chgData name="Sebastian Andres Ulloa Quezada" userId="e3cba82caada5b63" providerId="LiveId" clId="{DD4785FF-08A3-40D6-83B7-545D00462577}" dt="2022-06-10T01:46:32.550" v="1015" actId="478"/>
          <ac:spMkLst>
            <pc:docMk/>
            <pc:sldMk cId="3964055122" sldId="260"/>
            <ac:spMk id="7" creationId="{32D203D3-7693-4ADE-8DF6-FC5671B96300}"/>
          </ac:spMkLst>
        </pc:spChg>
        <pc:picChg chg="mod">
          <ac:chgData name="Sebastian Andres Ulloa Quezada" userId="e3cba82caada5b63" providerId="LiveId" clId="{DD4785FF-08A3-40D6-83B7-545D00462577}" dt="2022-06-10T01:46:39.335" v="1017" actId="1076"/>
          <ac:picMkLst>
            <pc:docMk/>
            <pc:sldMk cId="3964055122" sldId="260"/>
            <ac:picMk id="4098" creationId="{00000000-0000-0000-0000-000000000000}"/>
          </ac:picMkLst>
        </pc:picChg>
      </pc:sldChg>
      <pc:sldChg chg="addSp delSp modSp add del mod ord setBg modAnim">
        <pc:chgData name="Sebastian Andres Ulloa Quezada" userId="e3cba82caada5b63" providerId="LiveId" clId="{DD4785FF-08A3-40D6-83B7-545D00462577}" dt="2022-06-10T03:55:20.635" v="1149"/>
        <pc:sldMkLst>
          <pc:docMk/>
          <pc:sldMk cId="1935118462" sldId="271"/>
        </pc:sldMkLst>
        <pc:spChg chg="del mod">
          <ac:chgData name="Sebastian Andres Ulloa Quezada" userId="e3cba82caada5b63" providerId="LiveId" clId="{DD4785FF-08A3-40D6-83B7-545D00462577}" dt="2022-06-10T00:18:58.564" v="73" actId="478"/>
          <ac:spMkLst>
            <pc:docMk/>
            <pc:sldMk cId="1935118462" sldId="271"/>
            <ac:spMk id="2" creationId="{00000000-0000-0000-0000-000000000000}"/>
          </ac:spMkLst>
        </pc:spChg>
        <pc:spChg chg="add mod">
          <ac:chgData name="Sebastian Andres Ulloa Quezada" userId="e3cba82caada5b63" providerId="LiveId" clId="{DD4785FF-08A3-40D6-83B7-545D00462577}" dt="2022-06-10T03:55:11.525" v="1147" actId="20577"/>
          <ac:spMkLst>
            <pc:docMk/>
            <pc:sldMk cId="1935118462" sldId="271"/>
            <ac:spMk id="5" creationId="{D7F06905-C2E4-1AFE-5641-6C89B1B656E7}"/>
          </ac:spMkLst>
        </pc:spChg>
        <pc:spChg chg="mod">
          <ac:chgData name="Sebastian Andres Ulloa Quezada" userId="e3cba82caada5b63" providerId="LiveId" clId="{DD4785FF-08A3-40D6-83B7-545D00462577}" dt="2022-06-10T01:47:40.450" v="1027" actId="207"/>
          <ac:spMkLst>
            <pc:docMk/>
            <pc:sldMk cId="1935118462" sldId="271"/>
            <ac:spMk id="8" creationId="{6A32564F-524C-4DF6-95AE-15F41A243012}"/>
          </ac:spMkLst>
        </pc:spChg>
        <pc:spChg chg="add">
          <ac:chgData name="Sebastian Andres Ulloa Quezada" userId="e3cba82caada5b63" providerId="LiveId" clId="{DD4785FF-08A3-40D6-83B7-545D00462577}" dt="2022-06-10T00:49:56.472" v="415" actId="26606"/>
          <ac:spMkLst>
            <pc:docMk/>
            <pc:sldMk cId="1935118462" sldId="271"/>
            <ac:spMk id="2055" creationId="{D009D6D5-DAC2-4A8B-A17A-E206B9012D09}"/>
          </ac:spMkLst>
        </pc:spChg>
        <pc:picChg chg="del mod">
          <ac:chgData name="Sebastian Andres Ulloa Quezada" userId="e3cba82caada5b63" providerId="LiveId" clId="{DD4785FF-08A3-40D6-83B7-545D00462577}" dt="2022-06-10T00:17:05.281" v="64" actId="478"/>
          <ac:picMkLst>
            <pc:docMk/>
            <pc:sldMk cId="1935118462" sldId="271"/>
            <ac:picMk id="1032" creationId="{00000000-0000-0000-0000-000000000000}"/>
          </ac:picMkLst>
        </pc:picChg>
        <pc:picChg chg="add mod">
          <ac:chgData name="Sebastian Andres Ulloa Quezada" userId="e3cba82caada5b63" providerId="LiveId" clId="{DD4785FF-08A3-40D6-83B7-545D00462577}" dt="2022-06-10T00:51:00.186" v="446" actId="167"/>
          <ac:picMkLst>
            <pc:docMk/>
            <pc:sldMk cId="1935118462" sldId="271"/>
            <ac:picMk id="2050" creationId="{CC764CD8-49D5-38B8-F88E-DAE54F244225}"/>
          </ac:picMkLst>
        </pc:picChg>
      </pc:sldChg>
      <pc:sldChg chg="del">
        <pc:chgData name="Sebastian Andres Ulloa Quezada" userId="e3cba82caada5b63" providerId="LiveId" clId="{DD4785FF-08A3-40D6-83B7-545D00462577}" dt="2022-06-10T00:21:21.602" v="142" actId="47"/>
        <pc:sldMkLst>
          <pc:docMk/>
          <pc:sldMk cId="4113828810" sldId="275"/>
        </pc:sldMkLst>
      </pc:sldChg>
      <pc:sldChg chg="del">
        <pc:chgData name="Sebastian Andres Ulloa Quezada" userId="e3cba82caada5b63" providerId="LiveId" clId="{DD4785FF-08A3-40D6-83B7-545D00462577}" dt="2022-06-10T00:21:21.602" v="142" actId="47"/>
        <pc:sldMkLst>
          <pc:docMk/>
          <pc:sldMk cId="2961604696" sldId="277"/>
        </pc:sldMkLst>
      </pc:sldChg>
      <pc:sldChg chg="del">
        <pc:chgData name="Sebastian Andres Ulloa Quezada" userId="e3cba82caada5b63" providerId="LiveId" clId="{DD4785FF-08A3-40D6-83B7-545D00462577}" dt="2022-06-10T00:21:21.602" v="142" actId="47"/>
        <pc:sldMkLst>
          <pc:docMk/>
          <pc:sldMk cId="207946076" sldId="278"/>
        </pc:sldMkLst>
      </pc:sldChg>
      <pc:sldChg chg="del">
        <pc:chgData name="Sebastian Andres Ulloa Quezada" userId="e3cba82caada5b63" providerId="LiveId" clId="{DD4785FF-08A3-40D6-83B7-545D00462577}" dt="2022-06-10T00:21:21.602" v="142" actId="47"/>
        <pc:sldMkLst>
          <pc:docMk/>
          <pc:sldMk cId="1747734135" sldId="279"/>
        </pc:sldMkLst>
      </pc:sldChg>
      <pc:sldChg chg="del">
        <pc:chgData name="Sebastian Andres Ulloa Quezada" userId="e3cba82caada5b63" providerId="LiveId" clId="{DD4785FF-08A3-40D6-83B7-545D00462577}" dt="2022-06-10T00:21:21.602" v="142" actId="47"/>
        <pc:sldMkLst>
          <pc:docMk/>
          <pc:sldMk cId="2051621327" sldId="280"/>
        </pc:sldMkLst>
      </pc:sldChg>
      <pc:sldChg chg="del">
        <pc:chgData name="Sebastian Andres Ulloa Quezada" userId="e3cba82caada5b63" providerId="LiveId" clId="{DD4785FF-08A3-40D6-83B7-545D00462577}" dt="2022-06-10T00:21:21.602" v="142" actId="47"/>
        <pc:sldMkLst>
          <pc:docMk/>
          <pc:sldMk cId="1078826384" sldId="281"/>
        </pc:sldMkLst>
      </pc:sldChg>
      <pc:sldChg chg="addSp delSp modSp new mod">
        <pc:chgData name="Sebastian Andres Ulloa Quezada" userId="e3cba82caada5b63" providerId="LiveId" clId="{DD4785FF-08A3-40D6-83B7-545D00462577}" dt="2022-06-10T01:34:15.486" v="880"/>
        <pc:sldMkLst>
          <pc:docMk/>
          <pc:sldMk cId="200280895" sldId="282"/>
        </pc:sldMkLst>
        <pc:spChg chg="del">
          <ac:chgData name="Sebastian Andres Ulloa Quezada" userId="e3cba82caada5b63" providerId="LiveId" clId="{DD4785FF-08A3-40D6-83B7-545D00462577}" dt="2022-06-10T00:18:10.684" v="67" actId="478"/>
          <ac:spMkLst>
            <pc:docMk/>
            <pc:sldMk cId="200280895" sldId="282"/>
            <ac:spMk id="2" creationId="{7BC38127-84A2-CFB6-765F-BFFE5F39314B}"/>
          </ac:spMkLst>
        </pc:spChg>
        <pc:spChg chg="del">
          <ac:chgData name="Sebastian Andres Ulloa Quezada" userId="e3cba82caada5b63" providerId="LiveId" clId="{DD4785FF-08A3-40D6-83B7-545D00462577}" dt="2022-06-10T00:18:09.791" v="66" actId="478"/>
          <ac:spMkLst>
            <pc:docMk/>
            <pc:sldMk cId="200280895" sldId="282"/>
            <ac:spMk id="3" creationId="{5A8AEF18-B273-B75F-2167-221F3A557AAF}"/>
          </ac:spMkLst>
        </pc:spChg>
        <pc:spChg chg="add mod">
          <ac:chgData name="Sebastian Andres Ulloa Quezada" userId="e3cba82caada5b63" providerId="LiveId" clId="{DD4785FF-08A3-40D6-83B7-545D00462577}" dt="2022-06-10T01:34:15.486" v="880"/>
          <ac:spMkLst>
            <pc:docMk/>
            <pc:sldMk cId="200280895" sldId="282"/>
            <ac:spMk id="5" creationId="{EB9D25BF-1977-E97E-36D5-635CBC33073B}"/>
          </ac:spMkLst>
        </pc:spChg>
        <pc:picChg chg="add mod">
          <ac:chgData name="Sebastian Andres Ulloa Quezada" userId="e3cba82caada5b63" providerId="LiveId" clId="{DD4785FF-08A3-40D6-83B7-545D00462577}" dt="2022-06-10T00:18:16.820" v="72" actId="1076"/>
          <ac:picMkLst>
            <pc:docMk/>
            <pc:sldMk cId="200280895" sldId="282"/>
            <ac:picMk id="1026" creationId="{85AA4DEF-9F66-6187-EF6A-485CB7DE6ADC}"/>
          </ac:picMkLst>
        </pc:picChg>
      </pc:sldChg>
      <pc:sldChg chg="addSp delSp modSp new del mod">
        <pc:chgData name="Sebastian Andres Ulloa Quezada" userId="e3cba82caada5b63" providerId="LiveId" clId="{DD4785FF-08A3-40D6-83B7-545D00462577}" dt="2022-06-10T00:55:50.696" v="525" actId="47"/>
        <pc:sldMkLst>
          <pc:docMk/>
          <pc:sldMk cId="1845804931" sldId="283"/>
        </pc:sldMkLst>
        <pc:spChg chg="del">
          <ac:chgData name="Sebastian Andres Ulloa Quezada" userId="e3cba82caada5b63" providerId="LiveId" clId="{DD4785FF-08A3-40D6-83B7-545D00462577}" dt="2022-06-10T00:19:07.049" v="76" actId="478"/>
          <ac:spMkLst>
            <pc:docMk/>
            <pc:sldMk cId="1845804931" sldId="283"/>
            <ac:spMk id="2" creationId="{D973B97E-FA26-6AA6-B678-59A091DB204F}"/>
          </ac:spMkLst>
        </pc:spChg>
        <pc:spChg chg="del">
          <ac:chgData name="Sebastian Andres Ulloa Quezada" userId="e3cba82caada5b63" providerId="LiveId" clId="{DD4785FF-08A3-40D6-83B7-545D00462577}" dt="2022-06-10T00:19:02.557" v="75"/>
          <ac:spMkLst>
            <pc:docMk/>
            <pc:sldMk cId="1845804931" sldId="283"/>
            <ac:spMk id="3" creationId="{E7AC0455-639A-46D6-BFB1-DB7F97F7B39D}"/>
          </ac:spMkLst>
        </pc:spChg>
        <pc:spChg chg="add mod">
          <ac:chgData name="Sebastian Andres Ulloa Quezada" userId="e3cba82caada5b63" providerId="LiveId" clId="{DD4785FF-08A3-40D6-83B7-545D00462577}" dt="2022-06-10T00:55:48.516" v="524" actId="1076"/>
          <ac:spMkLst>
            <pc:docMk/>
            <pc:sldMk cId="1845804931" sldId="283"/>
            <ac:spMk id="4" creationId="{11EC123E-AC93-5447-6D97-94486F8720DC}"/>
          </ac:spMkLst>
        </pc:spChg>
        <pc:spChg chg="add mod">
          <ac:chgData name="Sebastian Andres Ulloa Quezada" userId="e3cba82caada5b63" providerId="LiveId" clId="{DD4785FF-08A3-40D6-83B7-545D00462577}" dt="2022-06-10T00:55:46.702" v="523" actId="1076"/>
          <ac:spMkLst>
            <pc:docMk/>
            <pc:sldMk cId="1845804931" sldId="283"/>
            <ac:spMk id="5" creationId="{F30D5090-4021-7A41-651F-222CBF064467}"/>
          </ac:spMkLst>
        </pc:spChg>
      </pc:sldChg>
      <pc:sldChg chg="addSp delSp modSp new mod">
        <pc:chgData name="Sebastian Andres Ulloa Quezada" userId="e3cba82caada5b63" providerId="LiveId" clId="{DD4785FF-08A3-40D6-83B7-545D00462577}" dt="2022-06-10T01:29:54.113" v="872" actId="123"/>
        <pc:sldMkLst>
          <pc:docMk/>
          <pc:sldMk cId="3948713529" sldId="284"/>
        </pc:sldMkLst>
        <pc:spChg chg="del">
          <ac:chgData name="Sebastian Andres Ulloa Quezada" userId="e3cba82caada5b63" providerId="LiveId" clId="{DD4785FF-08A3-40D6-83B7-545D00462577}" dt="2022-06-10T00:19:34.702" v="82" actId="478"/>
          <ac:spMkLst>
            <pc:docMk/>
            <pc:sldMk cId="3948713529" sldId="284"/>
            <ac:spMk id="2" creationId="{56C8A573-A89B-B551-7CF3-6A58F54F0D8B}"/>
          </ac:spMkLst>
        </pc:spChg>
        <pc:spChg chg="add del mod">
          <ac:chgData name="Sebastian Andres Ulloa Quezada" userId="e3cba82caada5b63" providerId="LiveId" clId="{DD4785FF-08A3-40D6-83B7-545D00462577}" dt="2022-06-10T01:29:54.113" v="872" actId="123"/>
          <ac:spMkLst>
            <pc:docMk/>
            <pc:sldMk cId="3948713529" sldId="284"/>
            <ac:spMk id="3" creationId="{AF22713B-1D0C-2FB9-9897-0FB38BE6627E}"/>
          </ac:spMkLst>
        </pc:spChg>
        <pc:spChg chg="add mod">
          <ac:chgData name="Sebastian Andres Ulloa Quezada" userId="e3cba82caada5b63" providerId="LiveId" clId="{DD4785FF-08A3-40D6-83B7-545D00462577}" dt="2022-06-10T00:56:28.043" v="538" actId="1076"/>
          <ac:spMkLst>
            <pc:docMk/>
            <pc:sldMk cId="3948713529" sldId="284"/>
            <ac:spMk id="4" creationId="{9C11F1B8-A2A9-F817-3D51-A8DA6150B95E}"/>
          </ac:spMkLst>
        </pc:spChg>
      </pc:sldChg>
      <pc:sldChg chg="addSp delSp modSp new mod">
        <pc:chgData name="Sebastian Andres Ulloa Quezada" userId="e3cba82caada5b63" providerId="LiveId" clId="{DD4785FF-08A3-40D6-83B7-545D00462577}" dt="2022-06-10T00:56:57.870" v="548" actId="1076"/>
        <pc:sldMkLst>
          <pc:docMk/>
          <pc:sldMk cId="871214750" sldId="285"/>
        </pc:sldMkLst>
        <pc:spChg chg="del">
          <ac:chgData name="Sebastian Andres Ulloa Quezada" userId="e3cba82caada5b63" providerId="LiveId" clId="{DD4785FF-08A3-40D6-83B7-545D00462577}" dt="2022-06-10T00:20:13.093" v="93" actId="478"/>
          <ac:spMkLst>
            <pc:docMk/>
            <pc:sldMk cId="871214750" sldId="285"/>
            <ac:spMk id="2" creationId="{DB6647D2-7217-EBC7-6E93-D21492E6A277}"/>
          </ac:spMkLst>
        </pc:spChg>
        <pc:spChg chg="del">
          <ac:chgData name="Sebastian Andres Ulloa Quezada" userId="e3cba82caada5b63" providerId="LiveId" clId="{DD4785FF-08A3-40D6-83B7-545D00462577}" dt="2022-06-10T00:20:02.150" v="88" actId="478"/>
          <ac:spMkLst>
            <pc:docMk/>
            <pc:sldMk cId="871214750" sldId="285"/>
            <ac:spMk id="3" creationId="{2BE1C658-9973-D6F9-DE15-1759D8B76B0C}"/>
          </ac:spMkLst>
        </pc:spChg>
        <pc:spChg chg="add mod">
          <ac:chgData name="Sebastian Andres Ulloa Quezada" userId="e3cba82caada5b63" providerId="LiveId" clId="{DD4785FF-08A3-40D6-83B7-545D00462577}" dt="2022-06-10T00:56:51.524" v="546" actId="20577"/>
          <ac:spMkLst>
            <pc:docMk/>
            <pc:sldMk cId="871214750" sldId="285"/>
            <ac:spMk id="5" creationId="{2443A079-4437-BB71-D99B-B169858855E7}"/>
          </ac:spMkLst>
        </pc:spChg>
        <pc:spChg chg="add mod">
          <ac:chgData name="Sebastian Andres Ulloa Quezada" userId="e3cba82caada5b63" providerId="LiveId" clId="{DD4785FF-08A3-40D6-83B7-545D00462577}" dt="2022-06-10T00:56:57.870" v="548" actId="1076"/>
          <ac:spMkLst>
            <pc:docMk/>
            <pc:sldMk cId="871214750" sldId="285"/>
            <ac:spMk id="6" creationId="{C1DFD827-6879-DF62-7272-842FED6D119E}"/>
          </ac:spMkLst>
        </pc:spChg>
        <pc:picChg chg="add mod">
          <ac:chgData name="Sebastian Andres Ulloa Quezada" userId="e3cba82caada5b63" providerId="LiveId" clId="{DD4785FF-08A3-40D6-83B7-545D00462577}" dt="2022-06-10T00:20:06.444" v="91" actId="1076"/>
          <ac:picMkLst>
            <pc:docMk/>
            <pc:sldMk cId="871214750" sldId="285"/>
            <ac:picMk id="4" creationId="{3C7245FB-E004-D9BC-1CEC-5FC5B128BBC0}"/>
          </ac:picMkLst>
        </pc:picChg>
      </pc:sldChg>
      <pc:sldChg chg="delSp modSp add mod">
        <pc:chgData name="Sebastian Andres Ulloa Quezada" userId="e3cba82caada5b63" providerId="LiveId" clId="{DD4785FF-08A3-40D6-83B7-545D00462577}" dt="2022-06-10T00:57:26.792" v="558" actId="2711"/>
        <pc:sldMkLst>
          <pc:docMk/>
          <pc:sldMk cId="3964164581" sldId="286"/>
        </pc:sldMkLst>
        <pc:spChg chg="mod">
          <ac:chgData name="Sebastian Andres Ulloa Quezada" userId="e3cba82caada5b63" providerId="LiveId" clId="{DD4785FF-08A3-40D6-83B7-545D00462577}" dt="2022-06-10T00:57:26.792" v="558" actId="2711"/>
          <ac:spMkLst>
            <pc:docMk/>
            <pc:sldMk cId="3964164581" sldId="286"/>
            <ac:spMk id="5" creationId="{2443A079-4437-BB71-D99B-B169858855E7}"/>
          </ac:spMkLst>
        </pc:spChg>
        <pc:spChg chg="mod">
          <ac:chgData name="Sebastian Andres Ulloa Quezada" userId="e3cba82caada5b63" providerId="LiveId" clId="{DD4785FF-08A3-40D6-83B7-545D00462577}" dt="2022-06-10T00:57:17.333" v="554" actId="120"/>
          <ac:spMkLst>
            <pc:docMk/>
            <pc:sldMk cId="3964164581" sldId="286"/>
            <ac:spMk id="6" creationId="{C1DFD827-6879-DF62-7272-842FED6D119E}"/>
          </ac:spMkLst>
        </pc:spChg>
        <pc:picChg chg="del">
          <ac:chgData name="Sebastian Andres Ulloa Quezada" userId="e3cba82caada5b63" providerId="LiveId" clId="{DD4785FF-08A3-40D6-83B7-545D00462577}" dt="2022-06-10T00:21:01.300" v="140" actId="478"/>
          <ac:picMkLst>
            <pc:docMk/>
            <pc:sldMk cId="3964164581" sldId="286"/>
            <ac:picMk id="4" creationId="{3C7245FB-E004-D9BC-1CEC-5FC5B128BBC0}"/>
          </ac:picMkLst>
        </pc:picChg>
      </pc:sldChg>
      <pc:sldChg chg="addSp delSp modSp new del mod">
        <pc:chgData name="Sebastian Andres Ulloa Quezada" userId="e3cba82caada5b63" providerId="LiveId" clId="{DD4785FF-08A3-40D6-83B7-545D00462577}" dt="2022-06-10T01:34:17.524" v="881" actId="47"/>
        <pc:sldMkLst>
          <pc:docMk/>
          <pc:sldMk cId="2996512681" sldId="287"/>
        </pc:sldMkLst>
        <pc:spChg chg="del">
          <ac:chgData name="Sebastian Andres Ulloa Quezada" userId="e3cba82caada5b63" providerId="LiveId" clId="{DD4785FF-08A3-40D6-83B7-545D00462577}" dt="2022-06-10T00:21:33.463" v="145"/>
          <ac:spMkLst>
            <pc:docMk/>
            <pc:sldMk cId="2996512681" sldId="287"/>
            <ac:spMk id="2" creationId="{C2DC77DE-BAB4-EE58-1FCF-3F8F2552175F}"/>
          </ac:spMkLst>
        </pc:spChg>
        <pc:spChg chg="del">
          <ac:chgData name="Sebastian Andres Ulloa Quezada" userId="e3cba82caada5b63" providerId="LiveId" clId="{DD4785FF-08A3-40D6-83B7-545D00462577}" dt="2022-06-10T00:21:49.960" v="156" actId="478"/>
          <ac:spMkLst>
            <pc:docMk/>
            <pc:sldMk cId="2996512681" sldId="287"/>
            <ac:spMk id="3" creationId="{793E3B85-E3B6-65B5-25E1-B9835EF029D6}"/>
          </ac:spMkLst>
        </pc:spChg>
        <pc:spChg chg="add del mod">
          <ac:chgData name="Sebastian Andres Ulloa Quezada" userId="e3cba82caada5b63" providerId="LiveId" clId="{DD4785FF-08A3-40D6-83B7-545D00462577}" dt="2022-06-10T00:58:40.809" v="582" actId="478"/>
          <ac:spMkLst>
            <pc:docMk/>
            <pc:sldMk cId="2996512681" sldId="287"/>
            <ac:spMk id="5" creationId="{3CCDBED6-0970-48E6-8F88-54BF3FCC935A}"/>
          </ac:spMkLst>
        </pc:spChg>
        <pc:spChg chg="add del mod">
          <ac:chgData name="Sebastian Andres Ulloa Quezada" userId="e3cba82caada5b63" providerId="LiveId" clId="{DD4785FF-08A3-40D6-83B7-545D00462577}" dt="2022-06-10T01:34:13.905" v="879" actId="21"/>
          <ac:spMkLst>
            <pc:docMk/>
            <pc:sldMk cId="2996512681" sldId="287"/>
            <ac:spMk id="6" creationId="{FC2154FD-45F8-C25F-2269-AA50546B640A}"/>
          </ac:spMkLst>
        </pc:spChg>
        <pc:spChg chg="add del mod">
          <ac:chgData name="Sebastian Andres Ulloa Quezada" userId="e3cba82caada5b63" providerId="LiveId" clId="{DD4785FF-08A3-40D6-83B7-545D00462577}" dt="2022-06-10T00:58:32.015" v="577"/>
          <ac:spMkLst>
            <pc:docMk/>
            <pc:sldMk cId="2996512681" sldId="287"/>
            <ac:spMk id="7" creationId="{46138D1D-9068-83CC-9DC1-0D44C02520C5}"/>
          </ac:spMkLst>
        </pc:spChg>
        <pc:spChg chg="add mod">
          <ac:chgData name="Sebastian Andres Ulloa Quezada" userId="e3cba82caada5b63" providerId="LiveId" clId="{DD4785FF-08A3-40D6-83B7-545D00462577}" dt="2022-06-10T01:34:13.905" v="879" actId="21"/>
          <ac:spMkLst>
            <pc:docMk/>
            <pc:sldMk cId="2996512681" sldId="287"/>
            <ac:spMk id="9" creationId="{347F1A51-0588-94A3-5EDD-2D17B0BD298D}"/>
          </ac:spMkLst>
        </pc:spChg>
        <pc:picChg chg="add mod">
          <ac:chgData name="Sebastian Andres Ulloa Quezada" userId="e3cba82caada5b63" providerId="LiveId" clId="{DD4785FF-08A3-40D6-83B7-545D00462577}" dt="2022-06-10T00:58:43.715" v="583" actId="14100"/>
          <ac:picMkLst>
            <pc:docMk/>
            <pc:sldMk cId="2996512681" sldId="287"/>
            <ac:picMk id="4" creationId="{4DDB7BAF-ABC7-0567-DCC0-4E5BF5B79E69}"/>
          </ac:picMkLst>
        </pc:picChg>
      </pc:sldChg>
      <pc:sldChg chg="addSp delSp modSp new del mod">
        <pc:chgData name="Sebastian Andres Ulloa Quezada" userId="e3cba82caada5b63" providerId="LiveId" clId="{DD4785FF-08A3-40D6-83B7-545D00462577}" dt="2022-06-10T00:58:54.782" v="586" actId="47"/>
        <pc:sldMkLst>
          <pc:docMk/>
          <pc:sldMk cId="1851639940" sldId="288"/>
        </pc:sldMkLst>
        <pc:spChg chg="mod">
          <ac:chgData name="Sebastian Andres Ulloa Quezada" userId="e3cba82caada5b63" providerId="LiveId" clId="{DD4785FF-08A3-40D6-83B7-545D00462577}" dt="2022-06-10T00:22:07.255" v="158"/>
          <ac:spMkLst>
            <pc:docMk/>
            <pc:sldMk cId="1851639940" sldId="288"/>
            <ac:spMk id="2" creationId="{0650A21A-16B7-25D7-B70E-F19D4E52C31A}"/>
          </ac:spMkLst>
        </pc:spChg>
        <pc:spChg chg="del">
          <ac:chgData name="Sebastian Andres Ulloa Quezada" userId="e3cba82caada5b63" providerId="LiveId" clId="{DD4785FF-08A3-40D6-83B7-545D00462577}" dt="2022-06-10T00:22:09.492" v="159" actId="478"/>
          <ac:spMkLst>
            <pc:docMk/>
            <pc:sldMk cId="1851639940" sldId="288"/>
            <ac:spMk id="3" creationId="{C3E65AEF-9FF2-40BB-904E-8E65358D18F4}"/>
          </ac:spMkLst>
        </pc:spChg>
        <pc:spChg chg="add del mod">
          <ac:chgData name="Sebastian Andres Ulloa Quezada" userId="e3cba82caada5b63" providerId="LiveId" clId="{DD4785FF-08A3-40D6-83B7-545D00462577}" dt="2022-06-10T00:58:53.661" v="585" actId="478"/>
          <ac:spMkLst>
            <pc:docMk/>
            <pc:sldMk cId="1851639940" sldId="288"/>
            <ac:spMk id="5" creationId="{E26B71C3-31D7-E7F8-6E82-706F6F587FDD}"/>
          </ac:spMkLst>
        </pc:spChg>
      </pc:sldChg>
      <pc:sldChg chg="addSp delSp modSp new mod">
        <pc:chgData name="Sebastian Andres Ulloa Quezada" userId="e3cba82caada5b63" providerId="LiveId" clId="{DD4785FF-08A3-40D6-83B7-545D00462577}" dt="2022-06-10T03:59:49.991" v="1155" actId="1076"/>
        <pc:sldMkLst>
          <pc:docMk/>
          <pc:sldMk cId="1734094738" sldId="289"/>
        </pc:sldMkLst>
        <pc:spChg chg="del">
          <ac:chgData name="Sebastian Andres Ulloa Quezada" userId="e3cba82caada5b63" providerId="LiveId" clId="{DD4785FF-08A3-40D6-83B7-545D00462577}" dt="2022-06-10T00:22:31.164" v="163" actId="478"/>
          <ac:spMkLst>
            <pc:docMk/>
            <pc:sldMk cId="1734094738" sldId="289"/>
            <ac:spMk id="2" creationId="{12FDD650-DA97-AEE7-A5DE-4C54FBABB068}"/>
          </ac:spMkLst>
        </pc:spChg>
        <pc:spChg chg="del">
          <ac:chgData name="Sebastian Andres Ulloa Quezada" userId="e3cba82caada5b63" providerId="LiveId" clId="{DD4785FF-08A3-40D6-83B7-545D00462577}" dt="2022-06-10T00:22:30.258" v="162" actId="478"/>
          <ac:spMkLst>
            <pc:docMk/>
            <pc:sldMk cId="1734094738" sldId="289"/>
            <ac:spMk id="3" creationId="{496C3748-7AD8-41BF-1A61-7D7C007010A7}"/>
          </ac:spMkLst>
        </pc:spChg>
        <pc:picChg chg="add mod">
          <ac:chgData name="Sebastian Andres Ulloa Quezada" userId="e3cba82caada5b63" providerId="LiveId" clId="{DD4785FF-08A3-40D6-83B7-545D00462577}" dt="2022-06-10T03:59:49.991" v="1155" actId="1076"/>
          <ac:picMkLst>
            <pc:docMk/>
            <pc:sldMk cId="1734094738" sldId="289"/>
            <ac:picMk id="5" creationId="{EEE45E23-8A78-8789-4FE9-341543A7CA04}"/>
          </ac:picMkLst>
        </pc:picChg>
      </pc:sldChg>
      <pc:sldChg chg="modSp new mod ord">
        <pc:chgData name="Sebastian Andres Ulloa Quezada" userId="e3cba82caada5b63" providerId="LiveId" clId="{DD4785FF-08A3-40D6-83B7-545D00462577}" dt="2022-06-10T04:00:27.905" v="1157"/>
        <pc:sldMkLst>
          <pc:docMk/>
          <pc:sldMk cId="3797803775" sldId="290"/>
        </pc:sldMkLst>
        <pc:spChg chg="mod">
          <ac:chgData name="Sebastian Andres Ulloa Quezada" userId="e3cba82caada5b63" providerId="LiveId" clId="{DD4785FF-08A3-40D6-83B7-545D00462577}" dt="2022-06-10T00:23:11.595" v="242" actId="20577"/>
          <ac:spMkLst>
            <pc:docMk/>
            <pc:sldMk cId="3797803775" sldId="290"/>
            <ac:spMk id="2" creationId="{FCC85A66-3878-47B7-D473-F23F5BBABDDF}"/>
          </ac:spMkLst>
        </pc:spChg>
        <pc:spChg chg="mod">
          <ac:chgData name="Sebastian Andres Ulloa Quezada" userId="e3cba82caada5b63" providerId="LiveId" clId="{DD4785FF-08A3-40D6-83B7-545D00462577}" dt="2022-06-10T00:59:34.671" v="591" actId="2711"/>
          <ac:spMkLst>
            <pc:docMk/>
            <pc:sldMk cId="3797803775" sldId="290"/>
            <ac:spMk id="3" creationId="{D0300CE2-6501-5C76-3ABC-70C5BE96F926}"/>
          </ac:spMkLst>
        </pc:spChg>
      </pc:sldChg>
      <pc:sldChg chg="modSp new mod">
        <pc:chgData name="Sebastian Andres Ulloa Quezada" userId="e3cba82caada5b63" providerId="LiveId" clId="{DD4785FF-08A3-40D6-83B7-545D00462577}" dt="2022-06-10T01:35:35.381" v="905" actId="27636"/>
        <pc:sldMkLst>
          <pc:docMk/>
          <pc:sldMk cId="875865097" sldId="291"/>
        </pc:sldMkLst>
        <pc:spChg chg="mod">
          <ac:chgData name="Sebastian Andres Ulloa Quezada" userId="e3cba82caada5b63" providerId="LiveId" clId="{DD4785FF-08A3-40D6-83B7-545D00462577}" dt="2022-06-10T00:24:24.990" v="288" actId="20577"/>
          <ac:spMkLst>
            <pc:docMk/>
            <pc:sldMk cId="875865097" sldId="291"/>
            <ac:spMk id="2" creationId="{863BBD31-CC0A-E750-8CA1-B56983438A39}"/>
          </ac:spMkLst>
        </pc:spChg>
        <pc:spChg chg="mod">
          <ac:chgData name="Sebastian Andres Ulloa Quezada" userId="e3cba82caada5b63" providerId="LiveId" clId="{DD4785FF-08A3-40D6-83B7-545D00462577}" dt="2022-06-10T01:35:35.381" v="905" actId="27636"/>
          <ac:spMkLst>
            <pc:docMk/>
            <pc:sldMk cId="875865097" sldId="291"/>
            <ac:spMk id="3" creationId="{434EA580-9603-E641-86BF-A29287274A2B}"/>
          </ac:spMkLst>
        </pc:spChg>
      </pc:sldChg>
      <pc:sldChg chg="addSp delSp modSp new del mod">
        <pc:chgData name="Sebastian Andres Ulloa Quezada" userId="e3cba82caada5b63" providerId="LiveId" clId="{DD4785FF-08A3-40D6-83B7-545D00462577}" dt="2022-06-10T00:38:51.232" v="386" actId="47"/>
        <pc:sldMkLst>
          <pc:docMk/>
          <pc:sldMk cId="3334083345" sldId="292"/>
        </pc:sldMkLst>
        <pc:spChg chg="mod">
          <ac:chgData name="Sebastian Andres Ulloa Quezada" userId="e3cba82caada5b63" providerId="LiveId" clId="{DD4785FF-08A3-40D6-83B7-545D00462577}" dt="2022-06-10T00:26:59.789" v="307" actId="20577"/>
          <ac:spMkLst>
            <pc:docMk/>
            <pc:sldMk cId="3334083345" sldId="292"/>
            <ac:spMk id="2" creationId="{0BAAADD7-50AF-62DF-3131-5E96711F6307}"/>
          </ac:spMkLst>
        </pc:spChg>
        <pc:spChg chg="del mod">
          <ac:chgData name="Sebastian Andres Ulloa Quezada" userId="e3cba82caada5b63" providerId="LiveId" clId="{DD4785FF-08A3-40D6-83B7-545D00462577}" dt="2022-06-10T00:27:16.102" v="312"/>
          <ac:spMkLst>
            <pc:docMk/>
            <pc:sldMk cId="3334083345" sldId="292"/>
            <ac:spMk id="3" creationId="{27B0C7E1-504D-3753-D9EF-B0080B4C8875}"/>
          </ac:spMkLst>
        </pc:spChg>
        <pc:spChg chg="add mod">
          <ac:chgData name="Sebastian Andres Ulloa Quezada" userId="e3cba82caada5b63" providerId="LiveId" clId="{DD4785FF-08A3-40D6-83B7-545D00462577}" dt="2022-06-10T00:27:16.284" v="313" actId="27636"/>
          <ac:spMkLst>
            <pc:docMk/>
            <pc:sldMk cId="3334083345" sldId="292"/>
            <ac:spMk id="5" creationId="{DE888E69-EA9C-7F87-F64C-FE7FEAD4CB7A}"/>
          </ac:spMkLst>
        </pc:spChg>
        <pc:picChg chg="add mod">
          <ac:chgData name="Sebastian Andres Ulloa Quezada" userId="e3cba82caada5b63" providerId="LiveId" clId="{DD4785FF-08A3-40D6-83B7-545D00462577}" dt="2022-06-10T00:27:07.964" v="311" actId="14100"/>
          <ac:picMkLst>
            <pc:docMk/>
            <pc:sldMk cId="3334083345" sldId="292"/>
            <ac:picMk id="4" creationId="{C5E04BBF-17B4-6F5B-A6EF-70A51D45F952}"/>
          </ac:picMkLst>
        </pc:picChg>
      </pc:sldChg>
      <pc:sldChg chg="addSp delSp modSp new mod ord">
        <pc:chgData name="Sebastian Andres Ulloa Quezada" userId="e3cba82caada5b63" providerId="LiveId" clId="{DD4785FF-08A3-40D6-83B7-545D00462577}" dt="2022-06-10T01:46:55.103" v="1022" actId="14100"/>
        <pc:sldMkLst>
          <pc:docMk/>
          <pc:sldMk cId="3444234436" sldId="293"/>
        </pc:sldMkLst>
        <pc:spChg chg="mod">
          <ac:chgData name="Sebastian Andres Ulloa Quezada" userId="e3cba82caada5b63" providerId="LiveId" clId="{DD4785FF-08A3-40D6-83B7-545D00462577}" dt="2022-06-10T01:46:50.755" v="1020" actId="108"/>
          <ac:spMkLst>
            <pc:docMk/>
            <pc:sldMk cId="3444234436" sldId="293"/>
            <ac:spMk id="2" creationId="{5E48BC20-AA7E-D6EF-A75B-07E301FEB59C}"/>
          </ac:spMkLst>
        </pc:spChg>
        <pc:spChg chg="del">
          <ac:chgData name="Sebastian Andres Ulloa Quezada" userId="e3cba82caada5b63" providerId="LiveId" clId="{DD4785FF-08A3-40D6-83B7-545D00462577}" dt="2022-06-10T00:30:54.987" v="318" actId="478"/>
          <ac:spMkLst>
            <pc:docMk/>
            <pc:sldMk cId="3444234436" sldId="293"/>
            <ac:spMk id="3" creationId="{89DFED0F-29F5-8A5D-3048-B5E05240FF16}"/>
          </ac:spMkLst>
        </pc:spChg>
        <pc:picChg chg="add mod">
          <ac:chgData name="Sebastian Andres Ulloa Quezada" userId="e3cba82caada5b63" providerId="LiveId" clId="{DD4785FF-08A3-40D6-83B7-545D00462577}" dt="2022-06-10T01:46:55.103" v="1022" actId="14100"/>
          <ac:picMkLst>
            <pc:docMk/>
            <pc:sldMk cId="3444234436" sldId="293"/>
            <ac:picMk id="4" creationId="{CE64DFC5-C372-1659-66B3-D938C2B8719C}"/>
          </ac:picMkLst>
        </pc:picChg>
      </pc:sldChg>
      <pc:sldChg chg="addSp delSp modSp new del mod">
        <pc:chgData name="Sebastian Andres Ulloa Quezada" userId="e3cba82caada5b63" providerId="LiveId" clId="{DD4785FF-08A3-40D6-83B7-545D00462577}" dt="2022-06-10T01:46:59.428" v="1023" actId="47"/>
        <pc:sldMkLst>
          <pc:docMk/>
          <pc:sldMk cId="3664930790" sldId="294"/>
        </pc:sldMkLst>
        <pc:spChg chg="add del">
          <ac:chgData name="Sebastian Andres Ulloa Quezada" userId="e3cba82caada5b63" providerId="LiveId" clId="{DD4785FF-08A3-40D6-83B7-545D00462577}" dt="2022-06-10T00:32:14.435" v="328" actId="478"/>
          <ac:spMkLst>
            <pc:docMk/>
            <pc:sldMk cId="3664930790" sldId="294"/>
            <ac:spMk id="3" creationId="{58C27F6C-5488-16AC-C61A-75DA26F456B2}"/>
          </ac:spMkLst>
        </pc:spChg>
        <pc:spChg chg="add del mod">
          <ac:chgData name="Sebastian Andres Ulloa Quezada" userId="e3cba82caada5b63" providerId="LiveId" clId="{DD4785FF-08A3-40D6-83B7-545D00462577}" dt="2022-06-10T00:32:12.460" v="327"/>
          <ac:spMkLst>
            <pc:docMk/>
            <pc:sldMk cId="3664930790" sldId="294"/>
            <ac:spMk id="4" creationId="{B334376D-0B55-A10F-2680-CF10F187C81B}"/>
          </ac:spMkLst>
        </pc:spChg>
        <pc:spChg chg="add mod">
          <ac:chgData name="Sebastian Andres Ulloa Quezada" userId="e3cba82caada5b63" providerId="LiveId" clId="{DD4785FF-08A3-40D6-83B7-545D00462577}" dt="2022-06-10T00:32:20.675" v="330" actId="207"/>
          <ac:spMkLst>
            <pc:docMk/>
            <pc:sldMk cId="3664930790" sldId="294"/>
            <ac:spMk id="5" creationId="{759EA415-31DF-0629-F92D-7E11D80CBEC3}"/>
          </ac:spMkLst>
        </pc:spChg>
        <pc:picChg chg="add mod">
          <ac:chgData name="Sebastian Andres Ulloa Quezada" userId="e3cba82caada5b63" providerId="LiveId" clId="{DD4785FF-08A3-40D6-83B7-545D00462577}" dt="2022-06-10T00:32:36.444" v="331"/>
          <ac:picMkLst>
            <pc:docMk/>
            <pc:sldMk cId="3664930790" sldId="294"/>
            <ac:picMk id="6" creationId="{FB3D9C29-5EE9-008A-992D-48B7956D9677}"/>
          </ac:picMkLst>
        </pc:picChg>
        <pc:picChg chg="add mod">
          <ac:chgData name="Sebastian Andres Ulloa Quezada" userId="e3cba82caada5b63" providerId="LiveId" clId="{DD4785FF-08A3-40D6-83B7-545D00462577}" dt="2022-06-10T00:32:36.444" v="331"/>
          <ac:picMkLst>
            <pc:docMk/>
            <pc:sldMk cId="3664930790" sldId="294"/>
            <ac:picMk id="7" creationId="{72BE4F38-86CB-61D8-DC9C-A5D2D225966A}"/>
          </ac:picMkLst>
        </pc:picChg>
      </pc:sldChg>
      <pc:sldChg chg="addSp delSp modSp new del mod">
        <pc:chgData name="Sebastian Andres Ulloa Quezada" userId="e3cba82caada5b63" providerId="LiveId" clId="{DD4785FF-08A3-40D6-83B7-545D00462577}" dt="2022-06-10T01:46:59.428" v="1023" actId="47"/>
        <pc:sldMkLst>
          <pc:docMk/>
          <pc:sldMk cId="2486955422" sldId="295"/>
        </pc:sldMkLst>
        <pc:spChg chg="del">
          <ac:chgData name="Sebastian Andres Ulloa Quezada" userId="e3cba82caada5b63" providerId="LiveId" clId="{DD4785FF-08A3-40D6-83B7-545D00462577}" dt="2022-06-10T00:32:56.897" v="334" actId="478"/>
          <ac:spMkLst>
            <pc:docMk/>
            <pc:sldMk cId="2486955422" sldId="295"/>
            <ac:spMk id="2" creationId="{B97B3D98-C372-04D6-3077-32EA81D518EF}"/>
          </ac:spMkLst>
        </pc:spChg>
        <pc:spChg chg="del">
          <ac:chgData name="Sebastian Andres Ulloa Quezada" userId="e3cba82caada5b63" providerId="LiveId" clId="{DD4785FF-08A3-40D6-83B7-545D00462577}" dt="2022-06-10T00:32:54.685" v="333" actId="478"/>
          <ac:spMkLst>
            <pc:docMk/>
            <pc:sldMk cId="2486955422" sldId="295"/>
            <ac:spMk id="3" creationId="{3AF8EE36-E244-26A2-5709-CB525BCC4748}"/>
          </ac:spMkLst>
        </pc:spChg>
        <pc:spChg chg="add mod">
          <ac:chgData name="Sebastian Andres Ulloa Quezada" userId="e3cba82caada5b63" providerId="LiveId" clId="{DD4785FF-08A3-40D6-83B7-545D00462577}" dt="2022-06-10T00:32:57.162" v="335"/>
          <ac:spMkLst>
            <pc:docMk/>
            <pc:sldMk cId="2486955422" sldId="295"/>
            <ac:spMk id="4" creationId="{8F48C735-FFE5-A755-9965-E4EB21B5C364}"/>
          </ac:spMkLst>
        </pc:spChg>
        <pc:graphicFrameChg chg="add mod">
          <ac:chgData name="Sebastian Andres Ulloa Quezada" userId="e3cba82caada5b63" providerId="LiveId" clId="{DD4785FF-08A3-40D6-83B7-545D00462577}" dt="2022-06-10T00:32:57.162" v="335"/>
          <ac:graphicFrameMkLst>
            <pc:docMk/>
            <pc:sldMk cId="2486955422" sldId="295"/>
            <ac:graphicFrameMk id="5" creationId="{C364BE11-CD22-09DC-7BB3-E4ACDC606601}"/>
          </ac:graphicFrameMkLst>
        </pc:graphicFrameChg>
      </pc:sldChg>
      <pc:sldChg chg="addSp delSp modSp new del mod">
        <pc:chgData name="Sebastian Andres Ulloa Quezada" userId="e3cba82caada5b63" providerId="LiveId" clId="{DD4785FF-08A3-40D6-83B7-545D00462577}" dt="2022-06-10T01:46:59.428" v="1023" actId="47"/>
        <pc:sldMkLst>
          <pc:docMk/>
          <pc:sldMk cId="1439392888" sldId="296"/>
        </pc:sldMkLst>
        <pc:spChg chg="del">
          <ac:chgData name="Sebastian Andres Ulloa Quezada" userId="e3cba82caada5b63" providerId="LiveId" clId="{DD4785FF-08A3-40D6-83B7-545D00462577}" dt="2022-06-10T00:33:15.824" v="338" actId="478"/>
          <ac:spMkLst>
            <pc:docMk/>
            <pc:sldMk cId="1439392888" sldId="296"/>
            <ac:spMk id="2" creationId="{95F7DA22-746F-5563-3FC3-9EB0CAFC8C34}"/>
          </ac:spMkLst>
        </pc:spChg>
        <pc:spChg chg="del">
          <ac:chgData name="Sebastian Andres Ulloa Quezada" userId="e3cba82caada5b63" providerId="LiveId" clId="{DD4785FF-08A3-40D6-83B7-545D00462577}" dt="2022-06-10T00:33:14.120" v="337" actId="478"/>
          <ac:spMkLst>
            <pc:docMk/>
            <pc:sldMk cId="1439392888" sldId="296"/>
            <ac:spMk id="3" creationId="{A10EAA97-881F-E3B4-66E1-EF9BA4849645}"/>
          </ac:spMkLst>
        </pc:spChg>
        <pc:spChg chg="add mod">
          <ac:chgData name="Sebastian Andres Ulloa Quezada" userId="e3cba82caada5b63" providerId="LiveId" clId="{DD4785FF-08A3-40D6-83B7-545D00462577}" dt="2022-06-10T00:33:16.121" v="340" actId="27636"/>
          <ac:spMkLst>
            <pc:docMk/>
            <pc:sldMk cId="1439392888" sldId="296"/>
            <ac:spMk id="4" creationId="{E0307FD6-E479-3637-DA08-4F64F014C50C}"/>
          </ac:spMkLst>
        </pc:spChg>
      </pc:sldChg>
      <pc:sldChg chg="addSp delSp modSp new del mod">
        <pc:chgData name="Sebastian Andres Ulloa Quezada" userId="e3cba82caada5b63" providerId="LiveId" clId="{DD4785FF-08A3-40D6-83B7-545D00462577}" dt="2022-06-10T01:46:59.428" v="1023" actId="47"/>
        <pc:sldMkLst>
          <pc:docMk/>
          <pc:sldMk cId="2987039281" sldId="297"/>
        </pc:sldMkLst>
        <pc:spChg chg="del">
          <ac:chgData name="Sebastian Andres Ulloa Quezada" userId="e3cba82caada5b63" providerId="LiveId" clId="{DD4785FF-08A3-40D6-83B7-545D00462577}" dt="2022-06-10T00:33:31.378" v="343" actId="478"/>
          <ac:spMkLst>
            <pc:docMk/>
            <pc:sldMk cId="2987039281" sldId="297"/>
            <ac:spMk id="2" creationId="{F0676E88-B795-8C0D-5C3E-48CBEB0E0070}"/>
          </ac:spMkLst>
        </pc:spChg>
        <pc:spChg chg="del">
          <ac:chgData name="Sebastian Andres Ulloa Quezada" userId="e3cba82caada5b63" providerId="LiveId" clId="{DD4785FF-08A3-40D6-83B7-545D00462577}" dt="2022-06-10T00:33:29.234" v="342" actId="478"/>
          <ac:spMkLst>
            <pc:docMk/>
            <pc:sldMk cId="2987039281" sldId="297"/>
            <ac:spMk id="3" creationId="{C8480896-701E-D830-0732-CE838AA57183}"/>
          </ac:spMkLst>
        </pc:spChg>
        <pc:spChg chg="add mod">
          <ac:chgData name="Sebastian Andres Ulloa Quezada" userId="e3cba82caada5b63" providerId="LiveId" clId="{DD4785FF-08A3-40D6-83B7-545D00462577}" dt="2022-06-10T00:33:31.695" v="344"/>
          <ac:spMkLst>
            <pc:docMk/>
            <pc:sldMk cId="2987039281" sldId="297"/>
            <ac:spMk id="4" creationId="{5DE9FBD0-A14F-66A0-90D2-0374C8FF3890}"/>
          </ac:spMkLst>
        </pc:spChg>
      </pc:sldChg>
      <pc:sldChg chg="addSp delSp modSp new del mod">
        <pc:chgData name="Sebastian Andres Ulloa Quezada" userId="e3cba82caada5b63" providerId="LiveId" clId="{DD4785FF-08A3-40D6-83B7-545D00462577}" dt="2022-06-10T01:46:59.428" v="1023" actId="47"/>
        <pc:sldMkLst>
          <pc:docMk/>
          <pc:sldMk cId="3079785218" sldId="298"/>
        </pc:sldMkLst>
        <pc:spChg chg="del">
          <ac:chgData name="Sebastian Andres Ulloa Quezada" userId="e3cba82caada5b63" providerId="LiveId" clId="{DD4785FF-08A3-40D6-83B7-545D00462577}" dt="2022-06-10T00:33:46.102" v="347" actId="478"/>
          <ac:spMkLst>
            <pc:docMk/>
            <pc:sldMk cId="3079785218" sldId="298"/>
            <ac:spMk id="2" creationId="{F8718A05-CBED-28B7-D0EB-44809AAE7BEF}"/>
          </ac:spMkLst>
        </pc:spChg>
        <pc:spChg chg="del">
          <ac:chgData name="Sebastian Andres Ulloa Quezada" userId="e3cba82caada5b63" providerId="LiveId" clId="{DD4785FF-08A3-40D6-83B7-545D00462577}" dt="2022-06-10T00:33:44.012" v="346" actId="478"/>
          <ac:spMkLst>
            <pc:docMk/>
            <pc:sldMk cId="3079785218" sldId="298"/>
            <ac:spMk id="3" creationId="{2DC349C3-AF56-62B3-B8A3-17A0339DBD53}"/>
          </ac:spMkLst>
        </pc:spChg>
        <pc:spChg chg="add mod">
          <ac:chgData name="Sebastian Andres Ulloa Quezada" userId="e3cba82caada5b63" providerId="LiveId" clId="{DD4785FF-08A3-40D6-83B7-545D00462577}" dt="2022-06-10T00:33:46.466" v="348"/>
          <ac:spMkLst>
            <pc:docMk/>
            <pc:sldMk cId="3079785218" sldId="298"/>
            <ac:spMk id="4" creationId="{EAB99028-33EB-04C2-E0A7-8AA33194B2E2}"/>
          </ac:spMkLst>
        </pc:spChg>
      </pc:sldChg>
      <pc:sldChg chg="addSp delSp modSp new del mod">
        <pc:chgData name="Sebastian Andres Ulloa Quezada" userId="e3cba82caada5b63" providerId="LiveId" clId="{DD4785FF-08A3-40D6-83B7-545D00462577}" dt="2022-06-10T01:46:59.428" v="1023" actId="47"/>
        <pc:sldMkLst>
          <pc:docMk/>
          <pc:sldMk cId="3983790977" sldId="299"/>
        </pc:sldMkLst>
        <pc:spChg chg="del">
          <ac:chgData name="Sebastian Andres Ulloa Quezada" userId="e3cba82caada5b63" providerId="LiveId" clId="{DD4785FF-08A3-40D6-83B7-545D00462577}" dt="2022-06-10T00:33:58.390" v="351" actId="478"/>
          <ac:spMkLst>
            <pc:docMk/>
            <pc:sldMk cId="3983790977" sldId="299"/>
            <ac:spMk id="2" creationId="{A34D36C0-C982-4034-8697-5FF282656647}"/>
          </ac:spMkLst>
        </pc:spChg>
        <pc:spChg chg="del">
          <ac:chgData name="Sebastian Andres Ulloa Quezada" userId="e3cba82caada5b63" providerId="LiveId" clId="{DD4785FF-08A3-40D6-83B7-545D00462577}" dt="2022-06-10T00:33:56.569" v="350" actId="478"/>
          <ac:spMkLst>
            <pc:docMk/>
            <pc:sldMk cId="3983790977" sldId="299"/>
            <ac:spMk id="3" creationId="{9185AE04-7BEF-0636-207C-683ADCACFD93}"/>
          </ac:spMkLst>
        </pc:spChg>
        <pc:spChg chg="add mod">
          <ac:chgData name="Sebastian Andres Ulloa Quezada" userId="e3cba82caada5b63" providerId="LiveId" clId="{DD4785FF-08A3-40D6-83B7-545D00462577}" dt="2022-06-10T00:33:58.606" v="352"/>
          <ac:spMkLst>
            <pc:docMk/>
            <pc:sldMk cId="3983790977" sldId="299"/>
            <ac:spMk id="4" creationId="{EF66C7FF-8E81-ACDB-1E41-CBC02AF0501B}"/>
          </ac:spMkLst>
        </pc:spChg>
      </pc:sldChg>
      <pc:sldChg chg="addSp delSp modSp new del mod">
        <pc:chgData name="Sebastian Andres Ulloa Quezada" userId="e3cba82caada5b63" providerId="LiveId" clId="{DD4785FF-08A3-40D6-83B7-545D00462577}" dt="2022-06-10T01:46:59.428" v="1023" actId="47"/>
        <pc:sldMkLst>
          <pc:docMk/>
          <pc:sldMk cId="433695425" sldId="300"/>
        </pc:sldMkLst>
        <pc:spChg chg="del">
          <ac:chgData name="Sebastian Andres Ulloa Quezada" userId="e3cba82caada5b63" providerId="LiveId" clId="{DD4785FF-08A3-40D6-83B7-545D00462577}" dt="2022-06-10T00:34:11.593" v="354" actId="478"/>
          <ac:spMkLst>
            <pc:docMk/>
            <pc:sldMk cId="433695425" sldId="300"/>
            <ac:spMk id="3" creationId="{FD2EE223-7074-4713-4BE3-8DA089FA75C4}"/>
          </ac:spMkLst>
        </pc:spChg>
        <pc:spChg chg="add mod">
          <ac:chgData name="Sebastian Andres Ulloa Quezada" userId="e3cba82caada5b63" providerId="LiveId" clId="{DD4785FF-08A3-40D6-83B7-545D00462577}" dt="2022-06-10T00:34:11.907" v="356" actId="27636"/>
          <ac:spMkLst>
            <pc:docMk/>
            <pc:sldMk cId="433695425" sldId="300"/>
            <ac:spMk id="4" creationId="{9DF3495D-B117-80C8-E727-9D1349D435EF}"/>
          </ac:spMkLst>
        </pc:spChg>
      </pc:sldChg>
      <pc:sldChg chg="addSp delSp modSp new del mod">
        <pc:chgData name="Sebastian Andres Ulloa Quezada" userId="e3cba82caada5b63" providerId="LiveId" clId="{DD4785FF-08A3-40D6-83B7-545D00462577}" dt="2022-06-10T01:46:59.428" v="1023" actId="47"/>
        <pc:sldMkLst>
          <pc:docMk/>
          <pc:sldMk cId="26987053" sldId="301"/>
        </pc:sldMkLst>
        <pc:spChg chg="mod">
          <ac:chgData name="Sebastian Andres Ulloa Quezada" userId="e3cba82caada5b63" providerId="LiveId" clId="{DD4785FF-08A3-40D6-83B7-545D00462577}" dt="2022-06-10T00:34:32.523" v="376" actId="20577"/>
          <ac:spMkLst>
            <pc:docMk/>
            <pc:sldMk cId="26987053" sldId="301"/>
            <ac:spMk id="2" creationId="{8088084F-19F0-B45E-D9E9-BB85921B737A}"/>
          </ac:spMkLst>
        </pc:spChg>
        <pc:spChg chg="del">
          <ac:chgData name="Sebastian Andres Ulloa Quezada" userId="e3cba82caada5b63" providerId="LiveId" clId="{DD4785FF-08A3-40D6-83B7-545D00462577}" dt="2022-06-10T00:34:27.926" v="358" actId="478"/>
          <ac:spMkLst>
            <pc:docMk/>
            <pc:sldMk cId="26987053" sldId="301"/>
            <ac:spMk id="3" creationId="{201D7E5C-BDAE-17AB-9154-BEF1B6A60B47}"/>
          </ac:spMkLst>
        </pc:spChg>
        <pc:spChg chg="add mod">
          <ac:chgData name="Sebastian Andres Ulloa Quezada" userId="e3cba82caada5b63" providerId="LiveId" clId="{DD4785FF-08A3-40D6-83B7-545D00462577}" dt="2022-06-10T00:34:28.210" v="359"/>
          <ac:spMkLst>
            <pc:docMk/>
            <pc:sldMk cId="26987053" sldId="301"/>
            <ac:spMk id="4" creationId="{BAD2310C-4281-9B90-1AD1-16A39C0CCA26}"/>
          </ac:spMkLst>
        </pc:spChg>
      </pc:sldChg>
      <pc:sldChg chg="new del">
        <pc:chgData name="Sebastian Andres Ulloa Quezada" userId="e3cba82caada5b63" providerId="LiveId" clId="{DD4785FF-08A3-40D6-83B7-545D00462577}" dt="2022-06-10T01:46:59.428" v="1023" actId="47"/>
        <pc:sldMkLst>
          <pc:docMk/>
          <pc:sldMk cId="4259649264" sldId="302"/>
        </pc:sldMkLst>
      </pc:sldChg>
      <pc:sldChg chg="addSp delSp modSp new mod ord">
        <pc:chgData name="Sebastian Andres Ulloa Quezada" userId="e3cba82caada5b63" providerId="LiveId" clId="{DD4785FF-08A3-40D6-83B7-545D00462577}" dt="2022-06-10T03:56:57.846" v="1153"/>
        <pc:sldMkLst>
          <pc:docMk/>
          <pc:sldMk cId="2393057195" sldId="303"/>
        </pc:sldMkLst>
        <pc:spChg chg="del">
          <ac:chgData name="Sebastian Andres Ulloa Quezada" userId="e3cba82caada5b63" providerId="LiveId" clId="{DD4785FF-08A3-40D6-83B7-545D00462577}" dt="2022-06-10T00:37:17.851" v="380" actId="478"/>
          <ac:spMkLst>
            <pc:docMk/>
            <pc:sldMk cId="2393057195" sldId="303"/>
            <ac:spMk id="2" creationId="{10883B89-7839-FF49-2BF2-409B9E31826E}"/>
          </ac:spMkLst>
        </pc:spChg>
        <pc:spChg chg="del">
          <ac:chgData name="Sebastian Andres Ulloa Quezada" userId="e3cba82caada5b63" providerId="LiveId" clId="{DD4785FF-08A3-40D6-83B7-545D00462577}" dt="2022-06-10T00:37:15.946" v="379" actId="478"/>
          <ac:spMkLst>
            <pc:docMk/>
            <pc:sldMk cId="2393057195" sldId="303"/>
            <ac:spMk id="3" creationId="{6B65F5FA-7FEE-1CC7-52D9-FE37B01866A4}"/>
          </ac:spMkLst>
        </pc:spChg>
        <pc:picChg chg="add mod">
          <ac:chgData name="Sebastian Andres Ulloa Quezada" userId="e3cba82caada5b63" providerId="LiveId" clId="{DD4785FF-08A3-40D6-83B7-545D00462577}" dt="2022-06-10T00:57:33.621" v="560" actId="14100"/>
          <ac:picMkLst>
            <pc:docMk/>
            <pc:sldMk cId="2393057195" sldId="303"/>
            <ac:picMk id="4" creationId="{969E0B52-2D18-7971-944A-D21FD8FC53B8}"/>
          </ac:picMkLst>
        </pc:picChg>
        <pc:picChg chg="add mod">
          <ac:chgData name="Sebastian Andres Ulloa Quezada" userId="e3cba82caada5b63" providerId="LiveId" clId="{DD4785FF-08A3-40D6-83B7-545D00462577}" dt="2022-06-10T00:57:42.975" v="563" actId="14100"/>
          <ac:picMkLst>
            <pc:docMk/>
            <pc:sldMk cId="2393057195" sldId="303"/>
            <ac:picMk id="5" creationId="{B520F3E0-7AE0-53AE-437E-DFC9AE838F30}"/>
          </ac:picMkLst>
        </pc:picChg>
      </pc:sldChg>
      <pc:sldChg chg="delSp modSp add mod">
        <pc:chgData name="Sebastian Andres Ulloa Quezada" userId="e3cba82caada5b63" providerId="LiveId" clId="{DD4785FF-08A3-40D6-83B7-545D00462577}" dt="2022-06-11T01:21:27.596" v="1191" actId="1076"/>
        <pc:sldMkLst>
          <pc:docMk/>
          <pc:sldMk cId="3679128967" sldId="309"/>
        </pc:sldMkLst>
        <pc:spChg chg="mod">
          <ac:chgData name="Sebastian Andres Ulloa Quezada" userId="e3cba82caada5b63" providerId="LiveId" clId="{DD4785FF-08A3-40D6-83B7-545D00462577}" dt="2022-06-10T01:38:06.540" v="917" actId="1076"/>
          <ac:spMkLst>
            <pc:docMk/>
            <pc:sldMk cId="3679128967" sldId="309"/>
            <ac:spMk id="2" creationId="{00000000-0000-0000-0000-000000000000}"/>
          </ac:spMkLst>
        </pc:spChg>
        <pc:spChg chg="del">
          <ac:chgData name="Sebastian Andres Ulloa Quezada" userId="e3cba82caada5b63" providerId="LiveId" clId="{DD4785FF-08A3-40D6-83B7-545D00462577}" dt="2022-06-10T01:38:11.200" v="918" actId="478"/>
          <ac:spMkLst>
            <pc:docMk/>
            <pc:sldMk cId="3679128967" sldId="309"/>
            <ac:spMk id="4" creationId="{1E66366F-85B3-4053-8A60-73989FBBCD1F}"/>
          </ac:spMkLst>
        </pc:spChg>
        <pc:spChg chg="del">
          <ac:chgData name="Sebastian Andres Ulloa Quezada" userId="e3cba82caada5b63" providerId="LiveId" clId="{DD4785FF-08A3-40D6-83B7-545D00462577}" dt="2022-06-10T01:38:12.395" v="919" actId="478"/>
          <ac:spMkLst>
            <pc:docMk/>
            <pc:sldMk cId="3679128967" sldId="309"/>
            <ac:spMk id="5" creationId="{F64E2BF9-88DD-4395-8AB4-7E7C37409D4C}"/>
          </ac:spMkLst>
        </pc:spChg>
        <pc:graphicFrameChg chg="mod">
          <ac:chgData name="Sebastian Andres Ulloa Quezada" userId="e3cba82caada5b63" providerId="LiveId" clId="{DD4785FF-08A3-40D6-83B7-545D00462577}" dt="2022-06-10T01:38:16.645" v="921" actId="1076"/>
          <ac:graphicFrameMkLst>
            <pc:docMk/>
            <pc:sldMk cId="3679128967" sldId="309"/>
            <ac:graphicFrameMk id="7" creationId="{F01AF03F-6FFF-44FC-BEA7-14699278CA1E}"/>
          </ac:graphicFrameMkLst>
        </pc:graphicFrameChg>
        <pc:picChg chg="mod">
          <ac:chgData name="Sebastian Andres Ulloa Quezada" userId="e3cba82caada5b63" providerId="LiveId" clId="{DD4785FF-08A3-40D6-83B7-545D00462577}" dt="2022-06-11T01:21:27.596" v="1191" actId="1076"/>
          <ac:picMkLst>
            <pc:docMk/>
            <pc:sldMk cId="3679128967" sldId="309"/>
            <ac:picMk id="6" creationId="{95D51657-53E3-4015-8B98-9E2FE9E1F046}"/>
          </ac:picMkLst>
        </pc:picChg>
      </pc:sldChg>
      <pc:sldChg chg="delSp modSp add mod">
        <pc:chgData name="Sebastian Andres Ulloa Quezada" userId="e3cba82caada5b63" providerId="LiveId" clId="{DD4785FF-08A3-40D6-83B7-545D00462577}" dt="2022-06-10T01:40:04.666" v="946"/>
        <pc:sldMkLst>
          <pc:docMk/>
          <pc:sldMk cId="2090766893" sldId="319"/>
        </pc:sldMkLst>
        <pc:spChg chg="mod">
          <ac:chgData name="Sebastian Andres Ulloa Quezada" userId="e3cba82caada5b63" providerId="LiveId" clId="{DD4785FF-08A3-40D6-83B7-545D00462577}" dt="2022-06-10T01:40:04.666" v="946"/>
          <ac:spMkLst>
            <pc:docMk/>
            <pc:sldMk cId="2090766893" sldId="319"/>
            <ac:spMk id="2" creationId="{C5A787DC-F534-48B5-80BB-6CB96AB82E06}"/>
          </ac:spMkLst>
        </pc:spChg>
        <pc:spChg chg="mod">
          <ac:chgData name="Sebastian Andres Ulloa Quezada" userId="e3cba82caada5b63" providerId="LiveId" clId="{DD4785FF-08A3-40D6-83B7-545D00462577}" dt="2022-06-10T01:39:53.037" v="944" actId="2711"/>
          <ac:spMkLst>
            <pc:docMk/>
            <pc:sldMk cId="2090766893" sldId="319"/>
            <ac:spMk id="3" creationId="{F30ABC82-D657-434F-8821-A18CF7A0465A}"/>
          </ac:spMkLst>
        </pc:spChg>
        <pc:spChg chg="del">
          <ac:chgData name="Sebastian Andres Ulloa Quezada" userId="e3cba82caada5b63" providerId="LiveId" clId="{DD4785FF-08A3-40D6-83B7-545D00462577}" dt="2022-06-10T01:39:38.672" v="941" actId="478"/>
          <ac:spMkLst>
            <pc:docMk/>
            <pc:sldMk cId="2090766893" sldId="319"/>
            <ac:spMk id="7" creationId="{D127667B-8B51-48F0-B19E-C6000496478B}"/>
          </ac:spMkLst>
        </pc:spChg>
        <pc:spChg chg="del">
          <ac:chgData name="Sebastian Andres Ulloa Quezada" userId="e3cba82caada5b63" providerId="LiveId" clId="{DD4785FF-08A3-40D6-83B7-545D00462577}" dt="2022-06-10T01:39:39.968" v="942" actId="478"/>
          <ac:spMkLst>
            <pc:docMk/>
            <pc:sldMk cId="2090766893" sldId="319"/>
            <ac:spMk id="8" creationId="{D1CF6677-94FD-4470-BDB1-AA3CBA903446}"/>
          </ac:spMkLst>
        </pc:spChg>
        <pc:graphicFrameChg chg="mod">
          <ac:chgData name="Sebastian Andres Ulloa Quezada" userId="e3cba82caada5b63" providerId="LiveId" clId="{DD4785FF-08A3-40D6-83B7-545D00462577}" dt="2022-06-10T01:39:35.196" v="940" actId="1076"/>
          <ac:graphicFrameMkLst>
            <pc:docMk/>
            <pc:sldMk cId="2090766893" sldId="319"/>
            <ac:graphicFrameMk id="4" creationId="{0D201286-F626-4C8F-89FF-80E5EE946515}"/>
          </ac:graphicFrameMkLst>
        </pc:graphicFrameChg>
        <pc:picChg chg="mod">
          <ac:chgData name="Sebastian Andres Ulloa Quezada" userId="e3cba82caada5b63" providerId="LiveId" clId="{DD4785FF-08A3-40D6-83B7-545D00462577}" dt="2022-06-10T01:39:55.541" v="945" actId="1076"/>
          <ac:picMkLst>
            <pc:docMk/>
            <pc:sldMk cId="2090766893" sldId="319"/>
            <ac:picMk id="6" creationId="{5F2598CB-F577-4F4C-96F5-9B1770DD05A8}"/>
          </ac:picMkLst>
        </pc:picChg>
      </pc:sldChg>
      <pc:sldChg chg="delSp modSp add mod">
        <pc:chgData name="Sebastian Andres Ulloa Quezada" userId="e3cba82caada5b63" providerId="LiveId" clId="{DD4785FF-08A3-40D6-83B7-545D00462577}" dt="2022-06-10T01:40:37.261" v="960" actId="478"/>
        <pc:sldMkLst>
          <pc:docMk/>
          <pc:sldMk cId="3759849020" sldId="321"/>
        </pc:sldMkLst>
        <pc:spChg chg="mod">
          <ac:chgData name="Sebastian Andres Ulloa Quezada" userId="e3cba82caada5b63" providerId="LiveId" clId="{DD4785FF-08A3-40D6-83B7-545D00462577}" dt="2022-06-10T01:40:22.973" v="957" actId="27636"/>
          <ac:spMkLst>
            <pc:docMk/>
            <pc:sldMk cId="3759849020" sldId="321"/>
            <ac:spMk id="2" creationId="{582D1F52-DC6E-41A8-9680-B6C214FCDF5A}"/>
          </ac:spMkLst>
        </pc:spChg>
        <pc:spChg chg="mod">
          <ac:chgData name="Sebastian Andres Ulloa Quezada" userId="e3cba82caada5b63" providerId="LiveId" clId="{DD4785FF-08A3-40D6-83B7-545D00462577}" dt="2022-06-10T01:40:32.437" v="958" actId="2711"/>
          <ac:spMkLst>
            <pc:docMk/>
            <pc:sldMk cId="3759849020" sldId="321"/>
            <ac:spMk id="3" creationId="{94FC870D-8C32-4568-B1F8-45767DD84C5F}"/>
          </ac:spMkLst>
        </pc:spChg>
        <pc:spChg chg="del">
          <ac:chgData name="Sebastian Andres Ulloa Quezada" userId="e3cba82caada5b63" providerId="LiveId" clId="{DD4785FF-08A3-40D6-83B7-545D00462577}" dt="2022-06-10T01:40:36.162" v="959" actId="478"/>
          <ac:spMkLst>
            <pc:docMk/>
            <pc:sldMk cId="3759849020" sldId="321"/>
            <ac:spMk id="6" creationId="{40CE3D3B-701F-4D3C-ACB8-4C842A366C6F}"/>
          </ac:spMkLst>
        </pc:spChg>
        <pc:spChg chg="del">
          <ac:chgData name="Sebastian Andres Ulloa Quezada" userId="e3cba82caada5b63" providerId="LiveId" clId="{DD4785FF-08A3-40D6-83B7-545D00462577}" dt="2022-06-10T01:40:37.261" v="960" actId="478"/>
          <ac:spMkLst>
            <pc:docMk/>
            <pc:sldMk cId="3759849020" sldId="321"/>
            <ac:spMk id="7" creationId="{35821D3F-513F-4230-BA18-9C65FA0FB807}"/>
          </ac:spMkLst>
        </pc:spChg>
      </pc:sldChg>
      <pc:sldChg chg="delSp modSp add mod">
        <pc:chgData name="Sebastian Andres Ulloa Quezada" userId="e3cba82caada5b63" providerId="LiveId" clId="{DD4785FF-08A3-40D6-83B7-545D00462577}" dt="2022-06-10T04:01:42.354" v="1162" actId="27636"/>
        <pc:sldMkLst>
          <pc:docMk/>
          <pc:sldMk cId="161607462" sldId="418"/>
        </pc:sldMkLst>
        <pc:spChg chg="mod">
          <ac:chgData name="Sebastian Andres Ulloa Quezada" userId="e3cba82caada5b63" providerId="LiveId" clId="{DD4785FF-08A3-40D6-83B7-545D00462577}" dt="2022-06-10T01:38:49.985" v="929" actId="404"/>
          <ac:spMkLst>
            <pc:docMk/>
            <pc:sldMk cId="161607462" sldId="418"/>
            <ac:spMk id="2" creationId="{833CAD26-2ECF-422E-8619-C2CCCEB8573A}"/>
          </ac:spMkLst>
        </pc:spChg>
        <pc:spChg chg="mod">
          <ac:chgData name="Sebastian Andres Ulloa Quezada" userId="e3cba82caada5b63" providerId="LiveId" clId="{DD4785FF-08A3-40D6-83B7-545D00462577}" dt="2022-06-10T04:01:42.354" v="1162" actId="27636"/>
          <ac:spMkLst>
            <pc:docMk/>
            <pc:sldMk cId="161607462" sldId="418"/>
            <ac:spMk id="3" creationId="{40943D39-6327-4470-8B1A-49DB78B3A6DA}"/>
          </ac:spMkLst>
        </pc:spChg>
        <pc:spChg chg="del">
          <ac:chgData name="Sebastian Andres Ulloa Quezada" userId="e3cba82caada5b63" providerId="LiveId" clId="{DD4785FF-08A3-40D6-83B7-545D00462577}" dt="2022-06-10T01:38:57.399" v="930" actId="478"/>
          <ac:spMkLst>
            <pc:docMk/>
            <pc:sldMk cId="161607462" sldId="418"/>
            <ac:spMk id="5" creationId="{502D67E1-5168-4EF5-96F3-2A25E982A524}"/>
          </ac:spMkLst>
        </pc:spChg>
        <pc:spChg chg="del">
          <ac:chgData name="Sebastian Andres Ulloa Quezada" userId="e3cba82caada5b63" providerId="LiveId" clId="{DD4785FF-08A3-40D6-83B7-545D00462577}" dt="2022-06-10T01:38:59.125" v="931" actId="478"/>
          <ac:spMkLst>
            <pc:docMk/>
            <pc:sldMk cId="161607462" sldId="418"/>
            <ac:spMk id="6" creationId="{E89FB771-2A10-4F3B-AD7E-302D5526A8E0}"/>
          </ac:spMkLst>
        </pc:spChg>
      </pc:sldChg>
      <pc:sldChg chg="addSp delSp modSp add mod ord">
        <pc:chgData name="Sebastian Andres Ulloa Quezada" userId="e3cba82caada5b63" providerId="LiveId" clId="{DD4785FF-08A3-40D6-83B7-545D00462577}" dt="2022-06-10T21:37:28.011" v="1189" actId="1076"/>
        <pc:sldMkLst>
          <pc:docMk/>
          <pc:sldMk cId="705962207" sldId="425"/>
        </pc:sldMkLst>
        <pc:spChg chg="mod">
          <ac:chgData name="Sebastian Andres Ulloa Quezada" userId="e3cba82caada5b63" providerId="LiveId" clId="{DD4785FF-08A3-40D6-83B7-545D00462577}" dt="2022-06-10T01:46:27.742" v="1013" actId="27636"/>
          <ac:spMkLst>
            <pc:docMk/>
            <pc:sldMk cId="705962207" sldId="425"/>
            <ac:spMk id="3" creationId="{B2A11D9C-8457-47E4-AE5C-254C7A24B952}"/>
          </ac:spMkLst>
        </pc:spChg>
        <pc:spChg chg="del">
          <ac:chgData name="Sebastian Andres Ulloa Quezada" userId="e3cba82caada5b63" providerId="LiveId" clId="{DD4785FF-08A3-40D6-83B7-545D00462577}" dt="2022-06-10T01:41:52.442" v="983" actId="478"/>
          <ac:spMkLst>
            <pc:docMk/>
            <pc:sldMk cId="705962207" sldId="425"/>
            <ac:spMk id="4" creationId="{95627F6C-30D1-48CF-BF87-D9FEA35A104E}"/>
          </ac:spMkLst>
        </pc:spChg>
        <pc:spChg chg="del">
          <ac:chgData name="Sebastian Andres Ulloa Quezada" userId="e3cba82caada5b63" providerId="LiveId" clId="{DD4785FF-08A3-40D6-83B7-545D00462577}" dt="2022-06-10T01:41:53.435" v="984" actId="478"/>
          <ac:spMkLst>
            <pc:docMk/>
            <pc:sldMk cId="705962207" sldId="425"/>
            <ac:spMk id="5" creationId="{D8FFFAC3-C325-4D73-AA70-DD5AB9017963}"/>
          </ac:spMkLst>
        </pc:spChg>
        <pc:spChg chg="mod">
          <ac:chgData name="Sebastian Andres Ulloa Quezada" userId="e3cba82caada5b63" providerId="LiveId" clId="{DD4785FF-08A3-40D6-83B7-545D00462577}" dt="2022-06-10T01:46:20.585" v="1010" actId="313"/>
          <ac:spMkLst>
            <pc:docMk/>
            <pc:sldMk cId="705962207" sldId="425"/>
            <ac:spMk id="6" creationId="{53490731-9D40-4098-B1F5-8F6B1828A9F5}"/>
          </ac:spMkLst>
        </pc:spChg>
        <pc:spChg chg="del mod">
          <ac:chgData name="Sebastian Andres Ulloa Quezada" userId="e3cba82caada5b63" providerId="LiveId" clId="{DD4785FF-08A3-40D6-83B7-545D00462577}" dt="2022-06-10T01:42:23.672" v="987" actId="478"/>
          <ac:spMkLst>
            <pc:docMk/>
            <pc:sldMk cId="705962207" sldId="425"/>
            <ac:spMk id="7" creationId="{9DF97D64-2964-49A8-A31F-B67AA09132F0}"/>
          </ac:spMkLst>
        </pc:spChg>
        <pc:spChg chg="add del mod">
          <ac:chgData name="Sebastian Andres Ulloa Quezada" userId="e3cba82caada5b63" providerId="LiveId" clId="{DD4785FF-08A3-40D6-83B7-545D00462577}" dt="2022-06-10T01:43:37.792" v="988" actId="478"/>
          <ac:spMkLst>
            <pc:docMk/>
            <pc:sldMk cId="705962207" sldId="425"/>
            <ac:spMk id="9" creationId="{C2CF59D1-58A1-43A1-E6E2-6A7460EBBBE6}"/>
          </ac:spMkLst>
        </pc:spChg>
        <pc:picChg chg="add del mod">
          <ac:chgData name="Sebastian Andres Ulloa Quezada" userId="e3cba82caada5b63" providerId="LiveId" clId="{DD4785FF-08A3-40D6-83B7-545D00462577}" dt="2022-06-10T21:37:06.191" v="1182" actId="478"/>
          <ac:picMkLst>
            <pc:docMk/>
            <pc:sldMk cId="705962207" sldId="425"/>
            <ac:picMk id="7" creationId="{2694E557-8E58-AD8A-D176-8C8EA38B3260}"/>
          </ac:picMkLst>
        </pc:picChg>
        <pc:picChg chg="del mod modCrop">
          <ac:chgData name="Sebastian Andres Ulloa Quezada" userId="e3cba82caada5b63" providerId="LiveId" clId="{DD4785FF-08A3-40D6-83B7-545D00462577}" dt="2022-06-10T21:37:09.687" v="1183" actId="478"/>
          <ac:picMkLst>
            <pc:docMk/>
            <pc:sldMk cId="705962207" sldId="425"/>
            <ac:picMk id="8" creationId="{06A8A7B8-0CF9-471C-BFEF-1646B4D20EE5}"/>
          </ac:picMkLst>
        </pc:picChg>
        <pc:picChg chg="add del mod">
          <ac:chgData name="Sebastian Andres Ulloa Quezada" userId="e3cba82caada5b63" providerId="LiveId" clId="{DD4785FF-08A3-40D6-83B7-545D00462577}" dt="2022-06-10T21:37:06.191" v="1182" actId="478"/>
          <ac:picMkLst>
            <pc:docMk/>
            <pc:sldMk cId="705962207" sldId="425"/>
            <ac:picMk id="9" creationId="{1112EDA0-D034-BB1E-15D7-3F6777C5C19D}"/>
          </ac:picMkLst>
        </pc:picChg>
        <pc:picChg chg="add del mod modCrop">
          <ac:chgData name="Sebastian Andres Ulloa Quezada" userId="e3cba82caada5b63" providerId="LiveId" clId="{DD4785FF-08A3-40D6-83B7-545D00462577}" dt="2022-06-10T21:37:09.687" v="1183" actId="478"/>
          <ac:picMkLst>
            <pc:docMk/>
            <pc:sldMk cId="705962207" sldId="425"/>
            <ac:picMk id="10" creationId="{5B965C0F-A368-070E-8B31-5D82E72B1148}"/>
          </ac:picMkLst>
        </pc:picChg>
        <pc:picChg chg="add del mod modCrop">
          <ac:chgData name="Sebastian Andres Ulloa Quezada" userId="e3cba82caada5b63" providerId="LiveId" clId="{DD4785FF-08A3-40D6-83B7-545D00462577}" dt="2022-06-10T21:37:09.687" v="1183" actId="478"/>
          <ac:picMkLst>
            <pc:docMk/>
            <pc:sldMk cId="705962207" sldId="425"/>
            <ac:picMk id="11" creationId="{2A31DCCA-EC3A-EB7C-C95F-F4291029AD27}"/>
          </ac:picMkLst>
        </pc:picChg>
        <pc:picChg chg="add del mod">
          <ac:chgData name="Sebastian Andres Ulloa Quezada" userId="e3cba82caada5b63" providerId="LiveId" clId="{DD4785FF-08A3-40D6-83B7-545D00462577}" dt="2022-06-10T21:37:06.191" v="1182" actId="478"/>
          <ac:picMkLst>
            <pc:docMk/>
            <pc:sldMk cId="705962207" sldId="425"/>
            <ac:picMk id="12" creationId="{D32848CF-1414-BD0C-42C1-2755341934EE}"/>
          </ac:picMkLst>
        </pc:picChg>
        <pc:picChg chg="add mod">
          <ac:chgData name="Sebastian Andres Ulloa Quezada" userId="e3cba82caada5b63" providerId="LiveId" clId="{DD4785FF-08A3-40D6-83B7-545D00462577}" dt="2022-06-10T21:37:28.011" v="1189" actId="1076"/>
          <ac:picMkLst>
            <pc:docMk/>
            <pc:sldMk cId="705962207" sldId="425"/>
            <ac:picMk id="1026" creationId="{07CEADF3-EE10-5AE5-92C4-7C38099E907B}"/>
          </ac:picMkLst>
        </pc:picChg>
      </pc:sldChg>
      <pc:sldChg chg="delSp modSp add mod">
        <pc:chgData name="Sebastian Andres Ulloa Quezada" userId="e3cba82caada5b63" providerId="LiveId" clId="{DD4785FF-08A3-40D6-83B7-545D00462577}" dt="2022-06-10T01:41:24.648" v="975" actId="478"/>
        <pc:sldMkLst>
          <pc:docMk/>
          <pc:sldMk cId="840424024" sldId="426"/>
        </pc:sldMkLst>
        <pc:spChg chg="del">
          <ac:chgData name="Sebastian Andres Ulloa Quezada" userId="e3cba82caada5b63" providerId="LiveId" clId="{DD4785FF-08A3-40D6-83B7-545D00462577}" dt="2022-06-10T01:41:23.035" v="974" actId="478"/>
          <ac:spMkLst>
            <pc:docMk/>
            <pc:sldMk cId="840424024" sldId="426"/>
            <ac:spMk id="4" creationId="{301D7422-43CE-4911-B2C2-62667C7A5D92}"/>
          </ac:spMkLst>
        </pc:spChg>
        <pc:spChg chg="del">
          <ac:chgData name="Sebastian Andres Ulloa Quezada" userId="e3cba82caada5b63" providerId="LiveId" clId="{DD4785FF-08A3-40D6-83B7-545D00462577}" dt="2022-06-10T01:41:24.648" v="975" actId="478"/>
          <ac:spMkLst>
            <pc:docMk/>
            <pc:sldMk cId="840424024" sldId="426"/>
            <ac:spMk id="5" creationId="{2A90C406-36F8-4B59-B744-9B0125205139}"/>
          </ac:spMkLst>
        </pc:spChg>
        <pc:spChg chg="mod">
          <ac:chgData name="Sebastian Andres Ulloa Quezada" userId="e3cba82caada5b63" providerId="LiveId" clId="{DD4785FF-08A3-40D6-83B7-545D00462577}" dt="2022-06-10T01:41:11.567" v="972" actId="404"/>
          <ac:spMkLst>
            <pc:docMk/>
            <pc:sldMk cId="840424024" sldId="426"/>
            <ac:spMk id="6" creationId="{DB331443-3C74-4438-89D0-573268429E51}"/>
          </ac:spMkLst>
        </pc:spChg>
        <pc:spChg chg="mod">
          <ac:chgData name="Sebastian Andres Ulloa Quezada" userId="e3cba82caada5b63" providerId="LiveId" clId="{DD4785FF-08A3-40D6-83B7-545D00462577}" dt="2022-06-10T01:41:20.025" v="973" actId="2711"/>
          <ac:spMkLst>
            <pc:docMk/>
            <pc:sldMk cId="840424024" sldId="426"/>
            <ac:spMk id="7" creationId="{3118E280-039D-406D-9293-2C4D023C9411}"/>
          </ac:spMkLst>
        </pc:spChg>
      </pc:sldChg>
      <pc:sldChg chg="addSp delSp modSp new mod ord">
        <pc:chgData name="Sebastian Andres Ulloa Quezada" userId="e3cba82caada5b63" providerId="LiveId" clId="{DD4785FF-08A3-40D6-83B7-545D00462577}" dt="2022-06-10T21:44:59.812" v="1190" actId="14100"/>
        <pc:sldMkLst>
          <pc:docMk/>
          <pc:sldMk cId="1775330779" sldId="427"/>
        </pc:sldMkLst>
        <pc:spChg chg="del">
          <ac:chgData name="Sebastian Andres Ulloa Quezada" userId="e3cba82caada5b63" providerId="LiveId" clId="{DD4785FF-08A3-40D6-83B7-545D00462577}" dt="2022-06-10T00:43:08.107" v="392" actId="478"/>
          <ac:spMkLst>
            <pc:docMk/>
            <pc:sldMk cId="1775330779" sldId="427"/>
            <ac:spMk id="2" creationId="{2B73A330-E34A-2407-D2ED-36B7319231D1}"/>
          </ac:spMkLst>
        </pc:spChg>
        <pc:spChg chg="add del">
          <ac:chgData name="Sebastian Andres Ulloa Quezada" userId="e3cba82caada5b63" providerId="LiveId" clId="{DD4785FF-08A3-40D6-83B7-545D00462577}" dt="2022-06-10T00:59:01.422" v="587" actId="478"/>
          <ac:spMkLst>
            <pc:docMk/>
            <pc:sldMk cId="1775330779" sldId="427"/>
            <ac:spMk id="3" creationId="{02454E56-5369-661D-4046-E241B8539742}"/>
          </ac:spMkLst>
        </pc:spChg>
        <pc:spChg chg="add mod">
          <ac:chgData name="Sebastian Andres Ulloa Quezada" userId="e3cba82caada5b63" providerId="LiveId" clId="{DD4785FF-08A3-40D6-83B7-545D00462577}" dt="2022-06-10T21:44:59.812" v="1190" actId="14100"/>
          <ac:spMkLst>
            <pc:docMk/>
            <pc:sldMk cId="1775330779" sldId="427"/>
            <ac:spMk id="4" creationId="{C80EC411-2EBD-3FFB-EC3E-BB806EFDB42B}"/>
          </ac:spMkLst>
        </pc:spChg>
        <pc:spChg chg="add mod">
          <ac:chgData name="Sebastian Andres Ulloa Quezada" userId="e3cba82caada5b63" providerId="LiveId" clId="{DD4785FF-08A3-40D6-83B7-545D00462577}" dt="2022-06-10T01:24:43.429" v="859" actId="14100"/>
          <ac:spMkLst>
            <pc:docMk/>
            <pc:sldMk cId="1775330779" sldId="427"/>
            <ac:spMk id="5" creationId="{DB2CB82A-AE5D-462F-F8CE-6BEFDFBDE5D4}"/>
          </ac:spMkLst>
        </pc:spChg>
        <pc:picChg chg="add del mod">
          <ac:chgData name="Sebastian Andres Ulloa Quezada" userId="e3cba82caada5b63" providerId="LiveId" clId="{DD4785FF-08A3-40D6-83B7-545D00462577}" dt="2022-06-10T01:33:57.282" v="878" actId="478"/>
          <ac:picMkLst>
            <pc:docMk/>
            <pc:sldMk cId="1775330779" sldId="427"/>
            <ac:picMk id="3074" creationId="{FC403286-86E5-0E0D-E8F6-A69BE19EC612}"/>
          </ac:picMkLst>
        </pc:picChg>
      </pc:sldChg>
      <pc:sldChg chg="addSp delSp modSp add mod setBg modAnim delDesignElem">
        <pc:chgData name="Sebastian Andres Ulloa Quezada" userId="e3cba82caada5b63" providerId="LiveId" clId="{DD4785FF-08A3-40D6-83B7-545D00462577}" dt="2022-06-10T03:54:50.515" v="1144"/>
        <pc:sldMkLst>
          <pc:docMk/>
          <pc:sldMk cId="855098616" sldId="428"/>
        </pc:sldMkLst>
        <pc:spChg chg="mod">
          <ac:chgData name="Sebastian Andres Ulloa Quezada" userId="e3cba82caada5b63" providerId="LiveId" clId="{DD4785FF-08A3-40D6-83B7-545D00462577}" dt="2022-06-10T00:54:59.250" v="513" actId="1076"/>
          <ac:spMkLst>
            <pc:docMk/>
            <pc:sldMk cId="855098616" sldId="428"/>
            <ac:spMk id="5" creationId="{D7F06905-C2E4-1AFE-5641-6C89B1B656E7}"/>
          </ac:spMkLst>
        </pc:spChg>
        <pc:spChg chg="mod">
          <ac:chgData name="Sebastian Andres Ulloa Quezada" userId="e3cba82caada5b63" providerId="LiveId" clId="{DD4785FF-08A3-40D6-83B7-545D00462577}" dt="2022-06-10T01:47:27.437" v="1024" actId="207"/>
          <ac:spMkLst>
            <pc:docMk/>
            <pc:sldMk cId="855098616" sldId="428"/>
            <ac:spMk id="8" creationId="{6A32564F-524C-4DF6-95AE-15F41A243012}"/>
          </ac:spMkLst>
        </pc:spChg>
        <pc:spChg chg="add del">
          <ac:chgData name="Sebastian Andres Ulloa Quezada" userId="e3cba82caada5b63" providerId="LiveId" clId="{DD4785FF-08A3-40D6-83B7-545D00462577}" dt="2022-06-10T00:54:56.850" v="512" actId="478"/>
          <ac:spMkLst>
            <pc:docMk/>
            <pc:sldMk cId="855098616" sldId="428"/>
            <ac:spMk id="9" creationId="{17CA9144-39B3-537D-6E31-CC02539E3194}"/>
          </ac:spMkLst>
        </pc:spChg>
        <pc:spChg chg="del">
          <ac:chgData name="Sebastian Andres Ulloa Quezada" userId="e3cba82caada5b63" providerId="LiveId" clId="{DD4785FF-08A3-40D6-83B7-545D00462577}" dt="2022-06-10T00:51:11.372" v="450"/>
          <ac:spMkLst>
            <pc:docMk/>
            <pc:sldMk cId="855098616" sldId="428"/>
            <ac:spMk id="2055" creationId="{D009D6D5-DAC2-4A8B-A17A-E206B9012D09}"/>
          </ac:spMkLst>
        </pc:spChg>
        <pc:picChg chg="add del">
          <ac:chgData name="Sebastian Andres Ulloa Quezada" userId="e3cba82caada5b63" providerId="LiveId" clId="{DD4785FF-08A3-40D6-83B7-545D00462577}" dt="2022-06-10T00:52:01.954" v="453" actId="478"/>
          <ac:picMkLst>
            <pc:docMk/>
            <pc:sldMk cId="855098616" sldId="428"/>
            <ac:picMk id="2050" creationId="{CC764CD8-49D5-38B8-F88E-DAE54F244225}"/>
          </ac:picMkLst>
        </pc:picChg>
        <pc:picChg chg="add mod">
          <ac:chgData name="Sebastian Andres Ulloa Quezada" userId="e3cba82caada5b63" providerId="LiveId" clId="{DD4785FF-08A3-40D6-83B7-545D00462577}" dt="2022-06-10T00:52:05.155" v="455" actId="1076"/>
          <ac:picMkLst>
            <pc:docMk/>
            <pc:sldMk cId="855098616" sldId="428"/>
            <ac:picMk id="20482" creationId="{854DA837-B861-45A4-53E9-3EBDB155E6B2}"/>
          </ac:picMkLst>
        </pc:picChg>
      </pc:sldChg>
      <pc:sldChg chg="addSp delSp modSp add mod modAnim">
        <pc:chgData name="Sebastian Andres Ulloa Quezada" userId="e3cba82caada5b63" providerId="LiveId" clId="{DD4785FF-08A3-40D6-83B7-545D00462577}" dt="2022-06-10T03:55:00.428" v="1146"/>
        <pc:sldMkLst>
          <pc:docMk/>
          <pc:sldMk cId="259158709" sldId="429"/>
        </pc:sldMkLst>
        <pc:spChg chg="add del mod">
          <ac:chgData name="Sebastian Andres Ulloa Quezada" userId="e3cba82caada5b63" providerId="LiveId" clId="{DD4785FF-08A3-40D6-83B7-545D00462577}" dt="2022-06-10T00:54:37.873" v="504" actId="478"/>
          <ac:spMkLst>
            <pc:docMk/>
            <pc:sldMk cId="259158709" sldId="429"/>
            <ac:spMk id="2" creationId="{3D55F4E2-751C-A955-DA65-F6F75A48DF4E}"/>
          </ac:spMkLst>
        </pc:spChg>
        <pc:spChg chg="del">
          <ac:chgData name="Sebastian Andres Ulloa Quezada" userId="e3cba82caada5b63" providerId="LiveId" clId="{DD4785FF-08A3-40D6-83B7-545D00462577}" dt="2022-06-10T00:54:35.738" v="503" actId="478"/>
          <ac:spMkLst>
            <pc:docMk/>
            <pc:sldMk cId="259158709" sldId="429"/>
            <ac:spMk id="5" creationId="{D7F06905-C2E4-1AFE-5641-6C89B1B656E7}"/>
          </ac:spMkLst>
        </pc:spChg>
        <pc:spChg chg="mod">
          <ac:chgData name="Sebastian Andres Ulloa Quezada" userId="e3cba82caada5b63" providerId="LiveId" clId="{DD4785FF-08A3-40D6-83B7-545D00462577}" dt="2022-06-10T01:47:33.083" v="1025" actId="207"/>
          <ac:spMkLst>
            <pc:docMk/>
            <pc:sldMk cId="259158709" sldId="429"/>
            <ac:spMk id="8" creationId="{6A32564F-524C-4DF6-95AE-15F41A243012}"/>
          </ac:spMkLst>
        </pc:spChg>
        <pc:spChg chg="mod">
          <ac:chgData name="Sebastian Andres Ulloa Quezada" userId="e3cba82caada5b63" providerId="LiveId" clId="{DD4785FF-08A3-40D6-83B7-545D00462577}" dt="2022-06-10T01:25:34.205" v="865" actId="14100"/>
          <ac:spMkLst>
            <pc:docMk/>
            <pc:sldMk cId="259158709" sldId="429"/>
            <ac:spMk id="9" creationId="{17CA9144-39B3-537D-6E31-CC02539E3194}"/>
          </ac:spMkLst>
        </pc:spChg>
        <pc:picChg chg="mod">
          <ac:chgData name="Sebastian Andres Ulloa Quezada" userId="e3cba82caada5b63" providerId="LiveId" clId="{DD4785FF-08A3-40D6-83B7-545D00462577}" dt="2022-06-10T01:25:37.741" v="866" actId="14100"/>
          <ac:picMkLst>
            <pc:docMk/>
            <pc:sldMk cId="259158709" sldId="429"/>
            <ac:picMk id="20482" creationId="{854DA837-B861-45A4-53E9-3EBDB155E6B2}"/>
          </ac:picMkLst>
        </pc:picChg>
      </pc:sldChg>
      <pc:sldChg chg="addSp delSp modSp new mod ord">
        <pc:chgData name="Sebastian Andres Ulloa Quezada" userId="e3cba82caada5b63" providerId="LiveId" clId="{DD4785FF-08A3-40D6-83B7-545D00462577}" dt="2022-06-10T02:05:21.967" v="1115" actId="1076"/>
        <pc:sldMkLst>
          <pc:docMk/>
          <pc:sldMk cId="4281779281" sldId="430"/>
        </pc:sldMkLst>
        <pc:spChg chg="del">
          <ac:chgData name="Sebastian Andres Ulloa Quezada" userId="e3cba82caada5b63" providerId="LiveId" clId="{DD4785FF-08A3-40D6-83B7-545D00462577}" dt="2022-06-10T01:00:24.957" v="597" actId="478"/>
          <ac:spMkLst>
            <pc:docMk/>
            <pc:sldMk cId="4281779281" sldId="430"/>
            <ac:spMk id="2" creationId="{E8E1D02F-C5DB-B704-52F6-3F90421CF42C}"/>
          </ac:spMkLst>
        </pc:spChg>
        <pc:spChg chg="mod">
          <ac:chgData name="Sebastian Andres Ulloa Quezada" userId="e3cba82caada5b63" providerId="LiveId" clId="{DD4785FF-08A3-40D6-83B7-545D00462577}" dt="2022-06-10T02:05:21.967" v="1115" actId="1076"/>
          <ac:spMkLst>
            <pc:docMk/>
            <pc:sldMk cId="4281779281" sldId="430"/>
            <ac:spMk id="3" creationId="{E9676DA5-1496-CABC-C030-26DA5F28F81F}"/>
          </ac:spMkLst>
        </pc:spChg>
        <pc:spChg chg="add mod">
          <ac:chgData name="Sebastian Andres Ulloa Quezada" userId="e3cba82caada5b63" providerId="LiveId" clId="{DD4785FF-08A3-40D6-83B7-545D00462577}" dt="2022-06-10T01:00:48.100" v="623" actId="20577"/>
          <ac:spMkLst>
            <pc:docMk/>
            <pc:sldMk cId="4281779281" sldId="430"/>
            <ac:spMk id="4" creationId="{868F9C42-9613-8FE5-BF9C-C89F7D080E43}"/>
          </ac:spMkLst>
        </pc:spChg>
        <pc:picChg chg="add mod">
          <ac:chgData name="Sebastian Andres Ulloa Quezada" userId="e3cba82caada5b63" providerId="LiveId" clId="{DD4785FF-08A3-40D6-83B7-545D00462577}" dt="2022-06-10T02:05:20.351" v="1114" actId="1076"/>
          <ac:picMkLst>
            <pc:docMk/>
            <pc:sldMk cId="4281779281" sldId="430"/>
            <ac:picMk id="3074" creationId="{3904B354-AEC7-044A-89F6-BD49BA80EE4D}"/>
          </ac:picMkLst>
        </pc:picChg>
      </pc:sldChg>
      <pc:sldChg chg="addSp delSp modSp new del mod">
        <pc:chgData name="Sebastian Andres Ulloa Quezada" userId="e3cba82caada5b63" providerId="LiveId" clId="{DD4785FF-08A3-40D6-83B7-545D00462577}" dt="2022-06-10T02:12:44.096" v="1116" actId="47"/>
        <pc:sldMkLst>
          <pc:docMk/>
          <pc:sldMk cId="463932582" sldId="431"/>
        </pc:sldMkLst>
        <pc:spChg chg="mod">
          <ac:chgData name="Sebastian Andres Ulloa Quezada" userId="e3cba82caada5b63" providerId="LiveId" clId="{DD4785FF-08A3-40D6-83B7-545D00462577}" dt="2022-06-10T01:57:21.298" v="1036" actId="1076"/>
          <ac:spMkLst>
            <pc:docMk/>
            <pc:sldMk cId="463932582" sldId="431"/>
            <ac:spMk id="2" creationId="{A9A6B02A-9F18-60A9-5263-E02253D3D455}"/>
          </ac:spMkLst>
        </pc:spChg>
        <pc:spChg chg="del mod">
          <ac:chgData name="Sebastian Andres Ulloa Quezada" userId="e3cba82caada5b63" providerId="LiveId" clId="{DD4785FF-08A3-40D6-83B7-545D00462577}" dt="2022-06-10T01:56:52.530" v="1030" actId="478"/>
          <ac:spMkLst>
            <pc:docMk/>
            <pc:sldMk cId="463932582" sldId="431"/>
            <ac:spMk id="3" creationId="{277A80C8-7ABC-C702-EF1A-39CCF0E2CD24}"/>
          </ac:spMkLst>
        </pc:spChg>
        <pc:spChg chg="add del mod">
          <ac:chgData name="Sebastian Andres Ulloa Quezada" userId="e3cba82caada5b63" providerId="LiveId" clId="{DD4785FF-08A3-40D6-83B7-545D00462577}" dt="2022-06-10T01:56:54.432" v="1031" actId="478"/>
          <ac:spMkLst>
            <pc:docMk/>
            <pc:sldMk cId="463932582" sldId="431"/>
            <ac:spMk id="5" creationId="{18DDA2ED-F0B8-865D-94E9-F4123DD22188}"/>
          </ac:spMkLst>
        </pc:spChg>
        <pc:picChg chg="add mod">
          <ac:chgData name="Sebastian Andres Ulloa Quezada" userId="e3cba82caada5b63" providerId="LiveId" clId="{DD4785FF-08A3-40D6-83B7-545D00462577}" dt="2022-06-10T01:57:11.211" v="1034" actId="167"/>
          <ac:picMkLst>
            <pc:docMk/>
            <pc:sldMk cId="463932582" sldId="431"/>
            <ac:picMk id="1026" creationId="{1545A9A3-2A79-906A-F97B-86CEF9DD0CBA}"/>
          </ac:picMkLst>
        </pc:picChg>
      </pc:sldChg>
      <pc:sldChg chg="addSp delSp modSp new del mod">
        <pc:chgData name="Sebastian Andres Ulloa Quezada" userId="e3cba82caada5b63" providerId="LiveId" clId="{DD4785FF-08A3-40D6-83B7-545D00462577}" dt="2022-06-10T01:07:49.559" v="671" actId="47"/>
        <pc:sldMkLst>
          <pc:docMk/>
          <pc:sldMk cId="2168061002" sldId="432"/>
        </pc:sldMkLst>
        <pc:spChg chg="mod">
          <ac:chgData name="Sebastian Andres Ulloa Quezada" userId="e3cba82caada5b63" providerId="LiveId" clId="{DD4785FF-08A3-40D6-83B7-545D00462577}" dt="2022-06-10T01:06:30.632" v="665" actId="20577"/>
          <ac:spMkLst>
            <pc:docMk/>
            <pc:sldMk cId="2168061002" sldId="432"/>
            <ac:spMk id="2" creationId="{66309C50-A082-2E94-9ED6-A022AADB4466}"/>
          </ac:spMkLst>
        </pc:spChg>
        <pc:spChg chg="del mod">
          <ac:chgData name="Sebastian Andres Ulloa Quezada" userId="e3cba82caada5b63" providerId="LiveId" clId="{DD4785FF-08A3-40D6-83B7-545D00462577}" dt="2022-06-10T01:06:59.606" v="670" actId="478"/>
          <ac:spMkLst>
            <pc:docMk/>
            <pc:sldMk cId="2168061002" sldId="432"/>
            <ac:spMk id="3" creationId="{40A0CC03-9BCF-7BA3-F46E-E8B06FB6D5B1}"/>
          </ac:spMkLst>
        </pc:spChg>
        <pc:spChg chg="add mod">
          <ac:chgData name="Sebastian Andres Ulloa Quezada" userId="e3cba82caada5b63" providerId="LiveId" clId="{DD4785FF-08A3-40D6-83B7-545D00462577}" dt="2022-06-10T01:06:59.606" v="670" actId="478"/>
          <ac:spMkLst>
            <pc:docMk/>
            <pc:sldMk cId="2168061002" sldId="432"/>
            <ac:spMk id="5" creationId="{943D4BA2-6BE0-F712-0155-EC96142B2531}"/>
          </ac:spMkLst>
        </pc:spChg>
      </pc:sldChg>
      <pc:sldChg chg="addSp delSp modSp new mod setBg">
        <pc:chgData name="Sebastian Andres Ulloa Quezada" userId="e3cba82caada5b63" providerId="LiveId" clId="{DD4785FF-08A3-40D6-83B7-545D00462577}" dt="2022-06-10T01:32:26.309" v="875" actId="108"/>
        <pc:sldMkLst>
          <pc:docMk/>
          <pc:sldMk cId="2703758514" sldId="432"/>
        </pc:sldMkLst>
        <pc:spChg chg="del">
          <ac:chgData name="Sebastian Andres Ulloa Quezada" userId="e3cba82caada5b63" providerId="LiveId" clId="{DD4785FF-08A3-40D6-83B7-545D00462577}" dt="2022-06-10T01:08:04.740" v="673" actId="478"/>
          <ac:spMkLst>
            <pc:docMk/>
            <pc:sldMk cId="2703758514" sldId="432"/>
            <ac:spMk id="2" creationId="{9D0ACF67-5CEB-25B9-501B-387A262D5F9E}"/>
          </ac:spMkLst>
        </pc:spChg>
        <pc:spChg chg="del">
          <ac:chgData name="Sebastian Andres Ulloa Quezada" userId="e3cba82caada5b63" providerId="LiveId" clId="{DD4785FF-08A3-40D6-83B7-545D00462577}" dt="2022-06-10T01:08:05.940" v="674" actId="478"/>
          <ac:spMkLst>
            <pc:docMk/>
            <pc:sldMk cId="2703758514" sldId="432"/>
            <ac:spMk id="3" creationId="{AE938DD6-B29C-25B4-6A0F-E36B87A97DCC}"/>
          </ac:spMkLst>
        </pc:spChg>
        <pc:spChg chg="add mod">
          <ac:chgData name="Sebastian Andres Ulloa Quezada" userId="e3cba82caada5b63" providerId="LiveId" clId="{DD4785FF-08A3-40D6-83B7-545D00462577}" dt="2022-06-10T01:32:26.309" v="875" actId="108"/>
          <ac:spMkLst>
            <pc:docMk/>
            <pc:sldMk cId="2703758514" sldId="432"/>
            <ac:spMk id="4" creationId="{8E95C631-7679-2105-620B-55A836EC8CCD}"/>
          </ac:spMkLst>
        </pc:spChg>
        <pc:spChg chg="add del mod">
          <ac:chgData name="Sebastian Andres Ulloa Quezada" userId="e3cba82caada5b63" providerId="LiveId" clId="{DD4785FF-08A3-40D6-83B7-545D00462577}" dt="2022-06-10T01:20:39.290" v="785" actId="11529"/>
          <ac:spMkLst>
            <pc:docMk/>
            <pc:sldMk cId="2703758514" sldId="432"/>
            <ac:spMk id="6" creationId="{3F2E3237-525E-B97D-B2E7-01BD0C99C4B9}"/>
          </ac:spMkLst>
        </pc:spChg>
        <pc:spChg chg="add mod">
          <ac:chgData name="Sebastian Andres Ulloa Quezada" userId="e3cba82caada5b63" providerId="LiveId" clId="{DD4785FF-08A3-40D6-83B7-545D00462577}" dt="2022-06-10T01:20:57.595" v="790" actId="123"/>
          <ac:spMkLst>
            <pc:docMk/>
            <pc:sldMk cId="2703758514" sldId="432"/>
            <ac:spMk id="7" creationId="{26E639C6-5249-FCE6-F30B-6C2C33243D20}"/>
          </ac:spMkLst>
        </pc:spChg>
        <pc:spChg chg="add">
          <ac:chgData name="Sebastian Andres Ulloa Quezada" userId="e3cba82caada5b63" providerId="LiveId" clId="{DD4785FF-08A3-40D6-83B7-545D00462577}" dt="2022-06-10T01:20:48.353" v="787" actId="26606"/>
          <ac:spMkLst>
            <pc:docMk/>
            <pc:sldMk cId="2703758514" sldId="432"/>
            <ac:spMk id="21511" creationId="{D009D6D5-DAC2-4A8B-A17A-E206B9012D09}"/>
          </ac:spMkLst>
        </pc:spChg>
        <pc:picChg chg="add del mod ord">
          <ac:chgData name="Sebastian Andres Ulloa Quezada" userId="e3cba82caada5b63" providerId="LiveId" clId="{DD4785FF-08A3-40D6-83B7-545D00462577}" dt="2022-06-10T01:20:48.353" v="787" actId="26606"/>
          <ac:picMkLst>
            <pc:docMk/>
            <pc:sldMk cId="2703758514" sldId="432"/>
            <ac:picMk id="21506" creationId="{EEA122B7-22C4-9156-9EB0-2B140CD7C31B}"/>
          </ac:picMkLst>
        </pc:picChg>
        <pc:cxnChg chg="add del">
          <ac:chgData name="Sebastian Andres Ulloa Quezada" userId="e3cba82caada5b63" providerId="LiveId" clId="{DD4785FF-08A3-40D6-83B7-545D00462577}" dt="2022-06-10T01:20:38.549" v="783" actId="11529"/>
          <ac:cxnSpMkLst>
            <pc:docMk/>
            <pc:sldMk cId="2703758514" sldId="432"/>
            <ac:cxnSpMk id="9" creationId="{AF0F03D2-89EC-8725-6EFE-C1E40A6D1A72}"/>
          </ac:cxnSpMkLst>
        </pc:cxnChg>
      </pc:sldChg>
      <pc:sldChg chg="addSp delSp modSp add mod">
        <pc:chgData name="Sebastian Andres Ulloa Quezada" userId="e3cba82caada5b63" providerId="LiveId" clId="{DD4785FF-08A3-40D6-83B7-545D00462577}" dt="2022-06-10T01:21:28.089" v="792" actId="313"/>
        <pc:sldMkLst>
          <pc:docMk/>
          <pc:sldMk cId="3425239714" sldId="433"/>
        </pc:sldMkLst>
        <pc:spChg chg="mod">
          <ac:chgData name="Sebastian Andres Ulloa Quezada" userId="e3cba82caada5b63" providerId="LiveId" clId="{DD4785FF-08A3-40D6-83B7-545D00462577}" dt="2022-06-10T01:21:28.089" v="792" actId="313"/>
          <ac:spMkLst>
            <pc:docMk/>
            <pc:sldMk cId="3425239714" sldId="433"/>
            <ac:spMk id="4" creationId="{8E95C631-7679-2105-620B-55A836EC8CCD}"/>
          </ac:spMkLst>
        </pc:spChg>
        <pc:spChg chg="del">
          <ac:chgData name="Sebastian Andres Ulloa Quezada" userId="e3cba82caada5b63" providerId="LiveId" clId="{DD4785FF-08A3-40D6-83B7-545D00462577}" dt="2022-06-10T01:09:19.777" v="692" actId="478"/>
          <ac:spMkLst>
            <pc:docMk/>
            <pc:sldMk cId="3425239714" sldId="433"/>
            <ac:spMk id="7" creationId="{26E639C6-5249-FCE6-F30B-6C2C33243D20}"/>
          </ac:spMkLst>
        </pc:spChg>
        <pc:picChg chg="del">
          <ac:chgData name="Sebastian Andres Ulloa Quezada" userId="e3cba82caada5b63" providerId="LiveId" clId="{DD4785FF-08A3-40D6-83B7-545D00462577}" dt="2022-06-10T01:09:12.416" v="689" actId="478"/>
          <ac:picMkLst>
            <pc:docMk/>
            <pc:sldMk cId="3425239714" sldId="433"/>
            <ac:picMk id="21506" creationId="{EEA122B7-22C4-9156-9EB0-2B140CD7C31B}"/>
          </ac:picMkLst>
        </pc:picChg>
        <pc:picChg chg="add mod">
          <ac:chgData name="Sebastian Andres Ulloa Quezada" userId="e3cba82caada5b63" providerId="LiveId" clId="{DD4785FF-08A3-40D6-83B7-545D00462577}" dt="2022-06-10T01:09:27.733" v="697" actId="1076"/>
          <ac:picMkLst>
            <pc:docMk/>
            <pc:sldMk cId="3425239714" sldId="433"/>
            <ac:picMk id="23554" creationId="{FC8838EA-B500-57DA-6872-DC09ADF362F4}"/>
          </ac:picMkLst>
        </pc:picChg>
      </pc:sldChg>
      <pc:sldChg chg="addSp delSp modSp new mod">
        <pc:chgData name="Sebastian Andres Ulloa Quezada" userId="e3cba82caada5b63" providerId="LiveId" clId="{DD4785FF-08A3-40D6-83B7-545D00462577}" dt="2022-06-10T01:10:20.484" v="711" actId="14100"/>
        <pc:sldMkLst>
          <pc:docMk/>
          <pc:sldMk cId="1609475621" sldId="434"/>
        </pc:sldMkLst>
        <pc:spChg chg="mod">
          <ac:chgData name="Sebastian Andres Ulloa Quezada" userId="e3cba82caada5b63" providerId="LiveId" clId="{DD4785FF-08A3-40D6-83B7-545D00462577}" dt="2022-06-10T01:10:07.010" v="707" actId="20577"/>
          <ac:spMkLst>
            <pc:docMk/>
            <pc:sldMk cId="1609475621" sldId="434"/>
            <ac:spMk id="2" creationId="{D56BB699-AD5D-83B7-3AB9-DE191B9E2664}"/>
          </ac:spMkLst>
        </pc:spChg>
        <pc:spChg chg="del">
          <ac:chgData name="Sebastian Andres Ulloa Quezada" userId="e3cba82caada5b63" providerId="LiveId" clId="{DD4785FF-08A3-40D6-83B7-545D00462577}" dt="2022-06-10T01:10:14.221" v="708" actId="478"/>
          <ac:spMkLst>
            <pc:docMk/>
            <pc:sldMk cId="1609475621" sldId="434"/>
            <ac:spMk id="3" creationId="{0EFF03F6-B644-4315-433A-A7DEF9D604CC}"/>
          </ac:spMkLst>
        </pc:spChg>
        <pc:picChg chg="add mod">
          <ac:chgData name="Sebastian Andres Ulloa Quezada" userId="e3cba82caada5b63" providerId="LiveId" clId="{DD4785FF-08A3-40D6-83B7-545D00462577}" dt="2022-06-10T01:10:20.484" v="711" actId="14100"/>
          <ac:picMkLst>
            <pc:docMk/>
            <pc:sldMk cId="1609475621" sldId="434"/>
            <ac:picMk id="24578" creationId="{6F4F0A7D-AFD2-5BF4-EFE0-0E1E3BEBAF69}"/>
          </ac:picMkLst>
        </pc:picChg>
      </pc:sldChg>
      <pc:sldChg chg="modSp new mod">
        <pc:chgData name="Sebastian Andres Ulloa Quezada" userId="e3cba82caada5b63" providerId="LiveId" clId="{DD4785FF-08A3-40D6-83B7-545D00462577}" dt="2022-06-10T02:16:12.960" v="1124" actId="108"/>
        <pc:sldMkLst>
          <pc:docMk/>
          <pc:sldMk cId="3713147507" sldId="435"/>
        </pc:sldMkLst>
        <pc:spChg chg="mod">
          <ac:chgData name="Sebastian Andres Ulloa Quezada" userId="e3cba82caada5b63" providerId="LiveId" clId="{DD4785FF-08A3-40D6-83B7-545D00462577}" dt="2022-06-10T02:16:12.960" v="1124" actId="108"/>
          <ac:spMkLst>
            <pc:docMk/>
            <pc:sldMk cId="3713147507" sldId="435"/>
            <ac:spMk id="2" creationId="{E3D71D6E-3E91-84FF-27FB-4DA9F2B7851A}"/>
          </ac:spMkLst>
        </pc:spChg>
        <pc:spChg chg="mod">
          <ac:chgData name="Sebastian Andres Ulloa Quezada" userId="e3cba82caada5b63" providerId="LiveId" clId="{DD4785FF-08A3-40D6-83B7-545D00462577}" dt="2022-06-10T01:21:43.816" v="794" actId="20577"/>
          <ac:spMkLst>
            <pc:docMk/>
            <pc:sldMk cId="3713147507" sldId="435"/>
            <ac:spMk id="3" creationId="{038B372E-5503-09F7-11AF-FFEF2200A927}"/>
          </ac:spMkLst>
        </pc:spChg>
      </pc:sldChg>
      <pc:sldChg chg="modSp new mod">
        <pc:chgData name="Sebastian Andres Ulloa Quezada" userId="e3cba82caada5b63" providerId="LiveId" clId="{DD4785FF-08A3-40D6-83B7-545D00462577}" dt="2022-06-10T01:22:07.030" v="797" actId="20577"/>
        <pc:sldMkLst>
          <pc:docMk/>
          <pc:sldMk cId="2165530032" sldId="436"/>
        </pc:sldMkLst>
        <pc:spChg chg="mod">
          <ac:chgData name="Sebastian Andres Ulloa Quezada" userId="e3cba82caada5b63" providerId="LiveId" clId="{DD4785FF-08A3-40D6-83B7-545D00462577}" dt="2022-06-10T01:10:59.193" v="725" actId="20577"/>
          <ac:spMkLst>
            <pc:docMk/>
            <pc:sldMk cId="2165530032" sldId="436"/>
            <ac:spMk id="2" creationId="{AF50B917-D9D2-D876-3ECB-CA763C78AC99}"/>
          </ac:spMkLst>
        </pc:spChg>
        <pc:spChg chg="mod">
          <ac:chgData name="Sebastian Andres Ulloa Quezada" userId="e3cba82caada5b63" providerId="LiveId" clId="{DD4785FF-08A3-40D6-83B7-545D00462577}" dt="2022-06-10T01:22:07.030" v="797" actId="20577"/>
          <ac:spMkLst>
            <pc:docMk/>
            <pc:sldMk cId="2165530032" sldId="436"/>
            <ac:spMk id="3" creationId="{2D79DFF5-755F-5011-B31F-60D383D84692}"/>
          </ac:spMkLst>
        </pc:spChg>
      </pc:sldChg>
      <pc:sldChg chg="addSp delSp modSp new mod">
        <pc:chgData name="Sebastian Andres Ulloa Quezada" userId="e3cba82caada5b63" providerId="LiveId" clId="{DD4785FF-08A3-40D6-83B7-545D00462577}" dt="2022-06-10T01:22:36.603" v="807" actId="108"/>
        <pc:sldMkLst>
          <pc:docMk/>
          <pc:sldMk cId="2813678965" sldId="437"/>
        </pc:sldMkLst>
        <pc:spChg chg="mod">
          <ac:chgData name="Sebastian Andres Ulloa Quezada" userId="e3cba82caada5b63" providerId="LiveId" clId="{DD4785FF-08A3-40D6-83B7-545D00462577}" dt="2022-06-10T01:22:36.603" v="807" actId="108"/>
          <ac:spMkLst>
            <pc:docMk/>
            <pc:sldMk cId="2813678965" sldId="437"/>
            <ac:spMk id="2" creationId="{8F53BD45-0D49-A708-1D79-DFF8CC326440}"/>
          </ac:spMkLst>
        </pc:spChg>
        <pc:spChg chg="del">
          <ac:chgData name="Sebastian Andres Ulloa Quezada" userId="e3cba82caada5b63" providerId="LiveId" clId="{DD4785FF-08A3-40D6-83B7-545D00462577}" dt="2022-06-10T01:17:45.118" v="744" actId="478"/>
          <ac:spMkLst>
            <pc:docMk/>
            <pc:sldMk cId="2813678965" sldId="437"/>
            <ac:spMk id="3" creationId="{518D8122-1FD9-E4BE-33D6-617D25246F3A}"/>
          </ac:spMkLst>
        </pc:spChg>
        <pc:spChg chg="add mod">
          <ac:chgData name="Sebastian Andres Ulloa Quezada" userId="e3cba82caada5b63" providerId="LiveId" clId="{DD4785FF-08A3-40D6-83B7-545D00462577}" dt="2022-06-10T01:22:26.654" v="805" actId="14100"/>
          <ac:spMkLst>
            <pc:docMk/>
            <pc:sldMk cId="2813678965" sldId="437"/>
            <ac:spMk id="6" creationId="{AB8642EA-9269-480D-0499-35C14E9380D4}"/>
          </ac:spMkLst>
        </pc:spChg>
        <pc:picChg chg="add mod">
          <ac:chgData name="Sebastian Andres Ulloa Quezada" userId="e3cba82caada5b63" providerId="LiveId" clId="{DD4785FF-08A3-40D6-83B7-545D00462577}" dt="2022-06-10T01:22:27.677" v="806" actId="1076"/>
          <ac:picMkLst>
            <pc:docMk/>
            <pc:sldMk cId="2813678965" sldId="437"/>
            <ac:picMk id="25602" creationId="{B53397FE-2C8D-35A7-261D-2111EC7A71EC}"/>
          </ac:picMkLst>
        </pc:picChg>
      </pc:sldChg>
      <pc:sldChg chg="addSp delSp modSp new mod">
        <pc:chgData name="Sebastian Andres Ulloa Quezada" userId="e3cba82caada5b63" providerId="LiveId" clId="{DD4785FF-08A3-40D6-83B7-545D00462577}" dt="2022-06-10T01:23:07.645" v="820" actId="1076"/>
        <pc:sldMkLst>
          <pc:docMk/>
          <pc:sldMk cId="3419112181" sldId="438"/>
        </pc:sldMkLst>
        <pc:spChg chg="mod">
          <ac:chgData name="Sebastian Andres Ulloa Quezada" userId="e3cba82caada5b63" providerId="LiveId" clId="{DD4785FF-08A3-40D6-83B7-545D00462577}" dt="2022-06-10T01:22:50.241" v="810" actId="20577"/>
          <ac:spMkLst>
            <pc:docMk/>
            <pc:sldMk cId="3419112181" sldId="438"/>
            <ac:spMk id="2" creationId="{33368792-24F1-49D7-3536-1F1F3473AFB3}"/>
          </ac:spMkLst>
        </pc:spChg>
        <pc:spChg chg="del">
          <ac:chgData name="Sebastian Andres Ulloa Quezada" userId="e3cba82caada5b63" providerId="LiveId" clId="{DD4785FF-08A3-40D6-83B7-545D00462577}" dt="2022-06-10T01:18:15.422" v="754" actId="478"/>
          <ac:spMkLst>
            <pc:docMk/>
            <pc:sldMk cId="3419112181" sldId="438"/>
            <ac:spMk id="3" creationId="{BE9CA73B-32AE-D14B-51CC-212F33D73E78}"/>
          </ac:spMkLst>
        </pc:spChg>
        <pc:spChg chg="add mod">
          <ac:chgData name="Sebastian Andres Ulloa Quezada" userId="e3cba82caada5b63" providerId="LiveId" clId="{DD4785FF-08A3-40D6-83B7-545D00462577}" dt="2022-06-10T01:23:07.645" v="820" actId="1076"/>
          <ac:spMkLst>
            <pc:docMk/>
            <pc:sldMk cId="3419112181" sldId="438"/>
            <ac:spMk id="6" creationId="{A2FC4138-385D-36A5-202D-9EF1949E6E45}"/>
          </ac:spMkLst>
        </pc:spChg>
        <pc:picChg chg="add mod">
          <ac:chgData name="Sebastian Andres Ulloa Quezada" userId="e3cba82caada5b63" providerId="LiveId" clId="{DD4785FF-08A3-40D6-83B7-545D00462577}" dt="2022-06-10T01:22:53.044" v="811" actId="1076"/>
          <ac:picMkLst>
            <pc:docMk/>
            <pc:sldMk cId="3419112181" sldId="438"/>
            <ac:picMk id="26626" creationId="{CA8A7D90-7A82-D577-233E-B2548AB03C1F}"/>
          </ac:picMkLst>
        </pc:picChg>
      </pc:sldChg>
      <pc:sldChg chg="addSp delSp modSp new mod">
        <pc:chgData name="Sebastian Andres Ulloa Quezada" userId="e3cba82caada5b63" providerId="LiveId" clId="{DD4785FF-08A3-40D6-83B7-545D00462577}" dt="2022-06-10T01:23:32.708" v="826" actId="1076"/>
        <pc:sldMkLst>
          <pc:docMk/>
          <pc:sldMk cId="1262621881" sldId="439"/>
        </pc:sldMkLst>
        <pc:spChg chg="mod">
          <ac:chgData name="Sebastian Andres Ulloa Quezada" userId="e3cba82caada5b63" providerId="LiveId" clId="{DD4785FF-08A3-40D6-83B7-545D00462577}" dt="2022-06-10T01:18:39.294" v="760" actId="20577"/>
          <ac:spMkLst>
            <pc:docMk/>
            <pc:sldMk cId="1262621881" sldId="439"/>
            <ac:spMk id="2" creationId="{79E5E2B0-F5CF-2644-3E13-3A5B5C0AB3D0}"/>
          </ac:spMkLst>
        </pc:spChg>
        <pc:spChg chg="del">
          <ac:chgData name="Sebastian Andres Ulloa Quezada" userId="e3cba82caada5b63" providerId="LiveId" clId="{DD4785FF-08A3-40D6-83B7-545D00462577}" dt="2022-06-10T01:18:44.256" v="761" actId="478"/>
          <ac:spMkLst>
            <pc:docMk/>
            <pc:sldMk cId="1262621881" sldId="439"/>
            <ac:spMk id="3" creationId="{71EC8A70-B93C-D845-14D5-EAE2E8996116}"/>
          </ac:spMkLst>
        </pc:spChg>
        <pc:spChg chg="add mod">
          <ac:chgData name="Sebastian Andres Ulloa Quezada" userId="e3cba82caada5b63" providerId="LiveId" clId="{DD4785FF-08A3-40D6-83B7-545D00462577}" dt="2022-06-10T01:23:30.829" v="825" actId="1076"/>
          <ac:spMkLst>
            <pc:docMk/>
            <pc:sldMk cId="1262621881" sldId="439"/>
            <ac:spMk id="6" creationId="{38DA878F-8239-48DA-BB65-448918F44953}"/>
          </ac:spMkLst>
        </pc:spChg>
        <pc:picChg chg="add mod">
          <ac:chgData name="Sebastian Andres Ulloa Quezada" userId="e3cba82caada5b63" providerId="LiveId" clId="{DD4785FF-08A3-40D6-83B7-545D00462577}" dt="2022-06-10T01:23:32.708" v="826" actId="1076"/>
          <ac:picMkLst>
            <pc:docMk/>
            <pc:sldMk cId="1262621881" sldId="439"/>
            <ac:picMk id="27650" creationId="{F8F64006-8F05-4425-41B4-7743E1B2912D}"/>
          </ac:picMkLst>
        </pc:picChg>
      </pc:sldChg>
      <pc:sldChg chg="addSp delSp modSp new mod">
        <pc:chgData name="Sebastian Andres Ulloa Quezada" userId="e3cba82caada5b63" providerId="LiveId" clId="{DD4785FF-08A3-40D6-83B7-545D00462577}" dt="2022-06-10T01:23:52.331" v="834" actId="1076"/>
        <pc:sldMkLst>
          <pc:docMk/>
          <pc:sldMk cId="635381466" sldId="440"/>
        </pc:sldMkLst>
        <pc:spChg chg="mod">
          <ac:chgData name="Sebastian Andres Ulloa Quezada" userId="e3cba82caada5b63" providerId="LiveId" clId="{DD4785FF-08A3-40D6-83B7-545D00462577}" dt="2022-06-10T01:19:07.403" v="768" actId="27636"/>
          <ac:spMkLst>
            <pc:docMk/>
            <pc:sldMk cId="635381466" sldId="440"/>
            <ac:spMk id="2" creationId="{69EBA213-B6D7-483A-720D-F06F84A54E5A}"/>
          </ac:spMkLst>
        </pc:spChg>
        <pc:spChg chg="del">
          <ac:chgData name="Sebastian Andres Ulloa Quezada" userId="e3cba82caada5b63" providerId="LiveId" clId="{DD4785FF-08A3-40D6-83B7-545D00462577}" dt="2022-06-10T01:19:14.142" v="769" actId="478"/>
          <ac:spMkLst>
            <pc:docMk/>
            <pc:sldMk cId="635381466" sldId="440"/>
            <ac:spMk id="3" creationId="{249C468D-EDB3-456E-EDB8-BB4A77574914}"/>
          </ac:spMkLst>
        </pc:spChg>
        <pc:spChg chg="add mod">
          <ac:chgData name="Sebastian Andres Ulloa Quezada" userId="e3cba82caada5b63" providerId="LiveId" clId="{DD4785FF-08A3-40D6-83B7-545D00462577}" dt="2022-06-10T01:23:49.565" v="833" actId="20577"/>
          <ac:spMkLst>
            <pc:docMk/>
            <pc:sldMk cId="635381466" sldId="440"/>
            <ac:spMk id="6" creationId="{444557C4-6CA6-1F9D-8D11-2B9D5A7A3BFA}"/>
          </ac:spMkLst>
        </pc:spChg>
        <pc:picChg chg="add mod">
          <ac:chgData name="Sebastian Andres Ulloa Quezada" userId="e3cba82caada5b63" providerId="LiveId" clId="{DD4785FF-08A3-40D6-83B7-545D00462577}" dt="2022-06-10T01:23:52.331" v="834" actId="1076"/>
          <ac:picMkLst>
            <pc:docMk/>
            <pc:sldMk cId="635381466" sldId="440"/>
            <ac:picMk id="28674" creationId="{34CCF20C-EA55-0176-F990-1E75D6D5E45B}"/>
          </ac:picMkLst>
        </pc:picChg>
      </pc:sldChg>
      <pc:sldChg chg="addSp delSp modSp new mod">
        <pc:chgData name="Sebastian Andres Ulloa Quezada" userId="e3cba82caada5b63" providerId="LiveId" clId="{DD4785FF-08A3-40D6-83B7-545D00462577}" dt="2022-06-10T01:37:54.949" v="914" actId="1076"/>
        <pc:sldMkLst>
          <pc:docMk/>
          <pc:sldMk cId="307115119" sldId="441"/>
        </pc:sldMkLst>
        <pc:spChg chg="del">
          <ac:chgData name="Sebastian Andres Ulloa Quezada" userId="e3cba82caada5b63" providerId="LiveId" clId="{DD4785FF-08A3-40D6-83B7-545D00462577}" dt="2022-06-10T01:35:48.237" v="907" actId="478"/>
          <ac:spMkLst>
            <pc:docMk/>
            <pc:sldMk cId="307115119" sldId="441"/>
            <ac:spMk id="2" creationId="{28A28041-F5F5-EA43-5293-E182331D1026}"/>
          </ac:spMkLst>
        </pc:spChg>
        <pc:spChg chg="mod">
          <ac:chgData name="Sebastian Andres Ulloa Quezada" userId="e3cba82caada5b63" providerId="LiveId" clId="{DD4785FF-08A3-40D6-83B7-545D00462577}" dt="2022-06-10T01:37:54.949" v="914" actId="1076"/>
          <ac:spMkLst>
            <pc:docMk/>
            <pc:sldMk cId="307115119" sldId="441"/>
            <ac:spMk id="3" creationId="{A4E25282-4B59-AA9D-A1B3-FBB367D3D432}"/>
          </ac:spMkLst>
        </pc:spChg>
        <pc:spChg chg="add mod">
          <ac:chgData name="Sebastian Andres Ulloa Quezada" userId="e3cba82caada5b63" providerId="LiveId" clId="{DD4785FF-08A3-40D6-83B7-545D00462577}" dt="2022-06-10T01:35:54.758" v="909" actId="1076"/>
          <ac:spMkLst>
            <pc:docMk/>
            <pc:sldMk cId="307115119" sldId="441"/>
            <ac:spMk id="4" creationId="{7A43902E-A843-AB36-D206-C1E7C55C1862}"/>
          </ac:spMkLst>
        </pc:spChg>
      </pc:sldChg>
      <pc:sldChg chg="addSp modSp new mod">
        <pc:chgData name="Sebastian Andres Ulloa Quezada" userId="e3cba82caada5b63" providerId="LiveId" clId="{DD4785FF-08A3-40D6-83B7-545D00462577}" dt="2022-06-10T03:56:31.529" v="1151" actId="108"/>
        <pc:sldMkLst>
          <pc:docMk/>
          <pc:sldMk cId="945627285" sldId="442"/>
        </pc:sldMkLst>
        <pc:spChg chg="mod">
          <ac:chgData name="Sebastian Andres Ulloa Quezada" userId="e3cba82caada5b63" providerId="LiveId" clId="{DD4785FF-08A3-40D6-83B7-545D00462577}" dt="2022-06-10T03:56:31.529" v="1151" actId="108"/>
          <ac:spMkLst>
            <pc:docMk/>
            <pc:sldMk cId="945627285" sldId="442"/>
            <ac:spMk id="2" creationId="{AFC67D01-A751-7A92-9AFB-FE62FE63673E}"/>
          </ac:spMkLst>
        </pc:spChg>
        <pc:spChg chg="mod">
          <ac:chgData name="Sebastian Andres Ulloa Quezada" userId="e3cba82caada5b63" providerId="LiveId" clId="{DD4785FF-08A3-40D6-83B7-545D00462577}" dt="2022-06-10T02:02:48.086" v="1076" actId="5793"/>
          <ac:spMkLst>
            <pc:docMk/>
            <pc:sldMk cId="945627285" sldId="442"/>
            <ac:spMk id="3" creationId="{B2323CBD-82FC-BB74-7AB5-4FBEEE757BC7}"/>
          </ac:spMkLst>
        </pc:spChg>
        <pc:spChg chg="add mod">
          <ac:chgData name="Sebastian Andres Ulloa Quezada" userId="e3cba82caada5b63" providerId="LiveId" clId="{DD4785FF-08A3-40D6-83B7-545D00462577}" dt="2022-06-10T02:03:34.736" v="1090" actId="1076"/>
          <ac:spMkLst>
            <pc:docMk/>
            <pc:sldMk cId="945627285" sldId="442"/>
            <ac:spMk id="4" creationId="{7F65FA24-9005-D7C6-D886-DAE5782AFA28}"/>
          </ac:spMkLst>
        </pc:spChg>
        <pc:spChg chg="add mod">
          <ac:chgData name="Sebastian Andres Ulloa Quezada" userId="e3cba82caada5b63" providerId="LiveId" clId="{DD4785FF-08A3-40D6-83B7-545D00462577}" dt="2022-06-10T02:04:56.736" v="1110" actId="20577"/>
          <ac:spMkLst>
            <pc:docMk/>
            <pc:sldMk cId="945627285" sldId="442"/>
            <ac:spMk id="7" creationId="{5EC3C7AD-E496-AF72-6A01-82A249576D36}"/>
          </ac:spMkLst>
        </pc:spChg>
        <pc:picChg chg="add mod">
          <ac:chgData name="Sebastian Andres Ulloa Quezada" userId="e3cba82caada5b63" providerId="LiveId" clId="{DD4785FF-08A3-40D6-83B7-545D00462577}" dt="2022-06-10T02:03:21.688" v="1078" actId="1076"/>
          <ac:picMkLst>
            <pc:docMk/>
            <pc:sldMk cId="945627285" sldId="442"/>
            <ac:picMk id="2050" creationId="{33C8E8BE-63F9-04AD-6C9A-17AEA2136E35}"/>
          </ac:picMkLst>
        </pc:picChg>
        <pc:picChg chg="add mod">
          <ac:chgData name="Sebastian Andres Ulloa Quezada" userId="e3cba82caada5b63" providerId="LiveId" clId="{DD4785FF-08A3-40D6-83B7-545D00462577}" dt="2022-06-10T02:04:44.967" v="1093" actId="14100"/>
          <ac:picMkLst>
            <pc:docMk/>
            <pc:sldMk cId="945627285" sldId="442"/>
            <ac:picMk id="2052" creationId="{918CB0C6-9D1F-6803-8F09-74ACAA0B2215}"/>
          </ac:picMkLst>
        </pc:picChg>
      </pc:sldChg>
      <pc:sldChg chg="addSp delSp modSp new mod">
        <pc:chgData name="Sebastian Andres Ulloa Quezada" userId="e3cba82caada5b63" providerId="LiveId" clId="{DD4785FF-08A3-40D6-83B7-545D00462577}" dt="2022-06-10T02:15:13.934" v="1122" actId="14100"/>
        <pc:sldMkLst>
          <pc:docMk/>
          <pc:sldMk cId="3794924462" sldId="443"/>
        </pc:sldMkLst>
        <pc:spChg chg="del">
          <ac:chgData name="Sebastian Andres Ulloa Quezada" userId="e3cba82caada5b63" providerId="LiveId" clId="{DD4785FF-08A3-40D6-83B7-545D00462577}" dt="2022-06-10T02:15:06.825" v="1119" actId="478"/>
          <ac:spMkLst>
            <pc:docMk/>
            <pc:sldMk cId="3794924462" sldId="443"/>
            <ac:spMk id="2" creationId="{FB81F36F-32BC-E7C6-CACE-1C2507B99180}"/>
          </ac:spMkLst>
        </pc:spChg>
        <pc:spChg chg="del">
          <ac:chgData name="Sebastian Andres Ulloa Quezada" userId="e3cba82caada5b63" providerId="LiveId" clId="{DD4785FF-08A3-40D6-83B7-545D00462577}" dt="2022-06-10T02:15:05.869" v="1118" actId="478"/>
          <ac:spMkLst>
            <pc:docMk/>
            <pc:sldMk cId="3794924462" sldId="443"/>
            <ac:spMk id="3" creationId="{0338B99F-843D-2D07-73BB-B596BFAF07D3}"/>
          </ac:spMkLst>
        </pc:spChg>
        <pc:picChg chg="add mod">
          <ac:chgData name="Sebastian Andres Ulloa Quezada" userId="e3cba82caada5b63" providerId="LiveId" clId="{DD4785FF-08A3-40D6-83B7-545D00462577}" dt="2022-06-10T02:15:13.934" v="1122" actId="14100"/>
          <ac:picMkLst>
            <pc:docMk/>
            <pc:sldMk cId="3794924462" sldId="443"/>
            <ac:picMk id="4098" creationId="{34AEE191-B842-9560-785B-F858B6F52FF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6194B9-D819-4023-8836-D4831F4391A5}" type="datetimeFigureOut">
              <a:rPr lang="es-CL" smtClean="0"/>
              <a:t>10-06-2022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0AE14-2E56-403E-A667-769D0F94AEE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5202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Diseñan una neurona artificial</a:t>
            </a:r>
          </a:p>
          <a:p>
            <a:r>
              <a:rPr lang="es-ES" dirty="0"/>
              <a:t>Las señales de entrada se multiplican por unos pesos sinápticos, se suman y finalmente se les aplica la función de activación umbral, o de escalón.</a:t>
            </a:r>
          </a:p>
          <a:p>
            <a:pPr defTabSz="913184">
              <a:defRPr/>
            </a:pPr>
            <a:r>
              <a:rPr lang="es-ES" b="1" dirty="0"/>
              <a:t>El objetivo es encontrar unos pesos </a:t>
            </a:r>
            <a:r>
              <a:rPr lang="es-ES" dirty="0"/>
              <a:t>de manera que, dadas unas observaciones cada una de las cuales tiene asociada una respuesta, la neurona sea capaz de reproducir las respuestas con el mínimo error posible: ajustar los pesos para que las señales de salida se aproximen lo mejor posible a unos objetivos dados</a:t>
            </a:r>
          </a:p>
          <a:p>
            <a:r>
              <a:rPr lang="es-ES" dirty="0"/>
              <a:t>La respuesta era categórica: 0,1.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148605-813F-4D4B-B22B-EE7ABD2378A1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0052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>
            <a:extLst>
              <a:ext uri="{FF2B5EF4-FFF2-40B4-BE49-F238E27FC236}">
                <a16:creationId xmlns:a16="http://schemas.microsoft.com/office/drawing/2014/main" id="{F8548B29-C2C2-4DA1-8238-DA50DBF0A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Problema del uso de mínimos cuadrados ordinarios para estimar los pesos no tiene estructura algorítmica 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Activación umbral o de escalón: Y=1,0 si la combinación de variables excede cierto umbral</a:t>
            </a:r>
          </a:p>
          <a:p>
            <a:r>
              <a:rPr lang="es-ES" dirty="0"/>
              <a:t>Para conseguir una respuesta numérica es necesario usa funciones continuas de activación.</a:t>
            </a:r>
          </a:p>
          <a:p>
            <a:r>
              <a:rPr lang="es-ES" dirty="0"/>
              <a:t>Activación </a:t>
            </a:r>
            <a:r>
              <a:rPr lang="es-ES" dirty="0" err="1"/>
              <a:t>sigmoidal</a:t>
            </a:r>
            <a:r>
              <a:rPr lang="es-ES" dirty="0"/>
              <a:t>: </a:t>
            </a:r>
            <a:r>
              <a:rPr lang="es-ES" b="1" dirty="0"/>
              <a:t>modelo </a:t>
            </a:r>
            <a:r>
              <a:rPr lang="es-ES" b="1" dirty="0" err="1"/>
              <a:t>Logit</a:t>
            </a:r>
            <a:endParaRPr lang="es-ES" b="1" dirty="0"/>
          </a:p>
          <a:p>
            <a:r>
              <a:rPr lang="es-ES" dirty="0"/>
              <a:t>Activación lineal : </a:t>
            </a:r>
            <a:r>
              <a:rPr lang="es-ES" b="1" dirty="0"/>
              <a:t>regresión multivariante</a:t>
            </a:r>
          </a:p>
          <a:p>
            <a:r>
              <a:rPr lang="es-ES" dirty="0"/>
              <a:t>Con estas funciones de activación es posible que la salida sea un número real 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148605-813F-4D4B-B22B-EE7ABD2378A1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4789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En 1960 </a:t>
            </a:r>
            <a:r>
              <a:rPr lang="es-ES" dirty="0" err="1"/>
              <a:t>Widrow</a:t>
            </a:r>
            <a:r>
              <a:rPr lang="es-ES" dirty="0"/>
              <a:t> y </a:t>
            </a:r>
            <a:r>
              <a:rPr lang="es-ES" dirty="0" err="1"/>
              <a:t>Hoff</a:t>
            </a:r>
            <a:r>
              <a:rPr lang="es-ES" dirty="0"/>
              <a:t> introducen ADALINE (</a:t>
            </a:r>
            <a:r>
              <a:rPr lang="es-ES" dirty="0" err="1"/>
              <a:t>Adaptive</a:t>
            </a:r>
            <a:r>
              <a:rPr lang="es-ES" dirty="0"/>
              <a:t> Linear </a:t>
            </a:r>
            <a:r>
              <a:rPr lang="es-ES" dirty="0" err="1"/>
              <a:t>Neuron</a:t>
            </a:r>
            <a:r>
              <a:rPr lang="es-ES" dirty="0"/>
              <a:t>), con función de transferencia lineal y que será entrenada por la regla delta del gradiente descendente.</a:t>
            </a:r>
          </a:p>
          <a:p>
            <a:r>
              <a:rPr lang="es-ES" dirty="0"/>
              <a:t>Aprendizaje cuando solo hay dos capas: entrada y salida y un único conjunto de pesos</a:t>
            </a:r>
          </a:p>
          <a:p>
            <a:r>
              <a:rPr lang="es-ES" dirty="0"/>
              <a:t>Durante el proceso de aprendizaje se van alterando los pesos con el fin de que las salidas se adecuen a unos objetivos: Aprendizaje supervisado</a:t>
            </a:r>
          </a:p>
          <a:p>
            <a:r>
              <a:rPr lang="es-ES" dirty="0"/>
              <a:t>Nace la regla delta o algoritmo de gradiente descendente: </a:t>
            </a:r>
            <a:r>
              <a:rPr lang="es-ES" b="1" dirty="0"/>
              <a:t>buscar el mínimo moviéndonos en la dirección contraria al gradiente</a:t>
            </a:r>
            <a:r>
              <a:rPr lang="es-ES" dirty="0"/>
              <a:t>.</a:t>
            </a:r>
          </a:p>
          <a:p>
            <a:r>
              <a:rPr lang="es-ES" dirty="0"/>
              <a:t>Con alfa alto (0.75) el aprendizaje es rápido pero incrementa el riesgo de oscilación</a:t>
            </a:r>
          </a:p>
          <a:p>
            <a:r>
              <a:rPr lang="es-ES" dirty="0"/>
              <a:t>Alfa bajo ralentiza el entrenamiento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148605-813F-4D4B-B22B-EE7ABD2378A1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4754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función f(</a:t>
            </a:r>
            <a:r>
              <a:rPr lang="es-ES" dirty="0" err="1"/>
              <a:t>w,P</a:t>
            </a:r>
            <a:r>
              <a:rPr lang="es-ES" dirty="0"/>
              <a:t>) es el error de la red con los pesos w en la observación de entrenamiento P. </a:t>
            </a:r>
          </a:p>
          <a:p>
            <a:r>
              <a:rPr lang="es-ES" dirty="0"/>
              <a:t>La función objetivo a minimizar es la suma de los errores f(</a:t>
            </a:r>
            <a:r>
              <a:rPr lang="es-ES" dirty="0" err="1"/>
              <a:t>w,Pi</a:t>
            </a:r>
            <a:r>
              <a:rPr lang="es-ES" dirty="0"/>
              <a:t>) de todos los puntos del conjunto de entrenamiento.</a:t>
            </a:r>
          </a:p>
          <a:p>
            <a:r>
              <a:rPr lang="es-ES" dirty="0"/>
              <a:t>La estimación de la tasa de aprendizaje </a:t>
            </a:r>
            <a:r>
              <a:rPr lang="es-ES" dirty="0" err="1"/>
              <a:t>alfak</a:t>
            </a:r>
            <a:r>
              <a:rPr lang="es-ES" dirty="0"/>
              <a:t> requiere una optimización unidireccional.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48605-813F-4D4B-B22B-EE7ABD2378A1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4161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Neurona : w1*x1+w2*x2+b&gt;0 (w1=1, w2=1, b=w0=-3/2) : x1+x2&gt;3/2</a:t>
            </a:r>
          </a:p>
          <a:p>
            <a:pPr defTabSz="908822">
              <a:defRPr/>
            </a:pPr>
            <a:endParaRPr lang="es-ES" dirty="0"/>
          </a:p>
          <a:p>
            <a:pPr defTabSz="908822">
              <a:defRPr/>
            </a:pPr>
            <a:r>
              <a:rPr lang="es-ES" dirty="0"/>
              <a:t>F(x1,x2)= x1+x2-3/2</a:t>
            </a:r>
          </a:p>
          <a:p>
            <a:pPr defTabSz="908822">
              <a:defRPr/>
            </a:pPr>
            <a:r>
              <a:rPr lang="es-ES" dirty="0"/>
              <a:t>F(0,0)&lt;3/2</a:t>
            </a:r>
          </a:p>
          <a:p>
            <a:pPr defTabSz="908822">
              <a:defRPr/>
            </a:pPr>
            <a:r>
              <a:rPr lang="es-ES" dirty="0"/>
              <a:t>F(1,1)&lt;3/2</a:t>
            </a:r>
          </a:p>
          <a:p>
            <a:pPr defTabSz="908822">
              <a:defRPr/>
            </a:pPr>
            <a:r>
              <a:rPr lang="es-ES" dirty="0"/>
              <a:t>F(1,0)&lt;3/2</a:t>
            </a:r>
          </a:p>
          <a:p>
            <a:pPr defTabSz="908822">
              <a:defRPr/>
            </a:pPr>
            <a:r>
              <a:rPr lang="es-ES" dirty="0"/>
              <a:t>F(0,1)&lt;3/2</a:t>
            </a:r>
          </a:p>
          <a:p>
            <a:pPr defTabSz="908822">
              <a:defRPr/>
            </a:pPr>
            <a:r>
              <a:rPr lang="es-ES" dirty="0"/>
              <a:t>El perceptrón NO separa (0,0), (1,1) de (1,0), (0,1) </a:t>
            </a:r>
          </a:p>
          <a:p>
            <a:pPr defTabSz="908822">
              <a:defRPr/>
            </a:pPr>
            <a:endParaRPr lang="es-ES" dirty="0"/>
          </a:p>
          <a:p>
            <a:pPr defTabSz="908822">
              <a:defRPr/>
            </a:pP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148605-813F-4D4B-B22B-EE7ABD2378A1}" type="slidenum">
              <a:rPr lang="es-ES" smtClean="0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9108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153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modelo puede mejorarse introduciendo una capa oculta con más neuronas. </a:t>
            </a:r>
          </a:p>
          <a:p>
            <a:r>
              <a:rPr lang="es-ES" dirty="0"/>
              <a:t>Cuando las señales de la capa de entrada llegan a cada una de las neuronas de la capa oculta, cada una de ellas aplicará su </a:t>
            </a:r>
            <a:r>
              <a:rPr lang="es-ES" b="1" dirty="0"/>
              <a:t>función de activación </a:t>
            </a:r>
            <a:r>
              <a:rPr lang="es-ES" dirty="0"/>
              <a:t>a la suma ponderada de las señales de entrada.</a:t>
            </a:r>
          </a:p>
          <a:p>
            <a:r>
              <a:rPr lang="es-ES" dirty="0"/>
              <a:t>Las señales emitidas por las neuronas de la capa oculta se suman, ponderadas por otros pesos, y se transmiten a la capa de salida (podría darse que la función de activación no fuese la identidad).</a:t>
            </a:r>
          </a:p>
          <a:p>
            <a:r>
              <a:rPr lang="es-ES" dirty="0"/>
              <a:t>En el ejemplo I es la función de identidad pero, en general, puede tratarse de otro tipo de función de activación.</a:t>
            </a:r>
          </a:p>
          <a:p>
            <a:r>
              <a:rPr lang="es-ES" dirty="0"/>
              <a:t>En el ejemplo hay tres tipos de pesos: los alfa para la neurona h1, los betas para la neurona h2 y los w para la neurona de salida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148605-813F-4D4B-B22B-EE7ABD2378A1}" type="slidenum">
              <a:rPr lang="es-ES" smtClean="0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9559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EB18C-FCB5-4FE4-87CF-B0E3F8F40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7BC569-1745-48A8-B42A-DE4FD30FE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6920DF-1E4B-4A67-B41B-5ED32B836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10-06-2022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2207B7-03F3-406E-B363-19C31176B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B129A9-0376-4B81-AFA6-F5ED3373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9518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B553F-AA8B-4862-827F-EEF7B6AF0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7C41F4-A68F-415D-A124-A91B32884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D49357-7BC0-4AFC-8022-624E8B1E8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10-06-2022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5A650C-F190-491F-AD3D-0FD23A1C5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65670E-59C2-4703-A96A-A956C41E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2678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B11F4-F867-41B2-9FB6-9771064AF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2B305F-36B1-4022-B77F-403C2752D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50DB7D-003D-4427-A9D6-AD1BF68D4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10-06-2022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AA3486-3ED4-4A58-B3C8-B2A6D5AC5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EF18C7-65B7-49A0-896D-9CD26EAF5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5231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9265CE-D306-4678-A1AD-8B1E9BC68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DA6931-7B45-4AA8-A2AF-150E3CBD02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C08749-FF8D-415C-987A-B7B90B0AA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400639-9D6C-49E1-A221-00784C891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10-06-2022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79730B-5962-4CA8-9311-C0C555604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239088-7307-47AC-AEBE-B18AAA74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2677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7CB8C-8FB5-435C-A719-4C5F3A55A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2A6E03-5848-472A-9182-2832A26B8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14BFEC9-469D-4EDF-8895-E2A2AF9E8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E3ECCC-1239-4E7C-AFF8-B9C0B5A9FD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43E52CC-3E7B-415B-982B-C3A2E58923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0E6ED8-B980-4139-BF3B-1ACABCE5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10-06-2022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C76B8E0-7A17-4008-94C5-E41919FA7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EAEEABC-BA7D-4990-801B-EAC869404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1497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A8205-4636-4BE2-A54E-00788B58C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3C4E80B-0189-4E18-A222-9C8C613F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10-06-2022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B06F4F9-DC2B-40A2-97DA-9D8D91D9B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C37AB72-E63D-4181-8AAB-C0D2854F4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1323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016EE6-8658-4E81-AF81-49FDFC45D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10-06-2022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6671D31-8524-4484-A858-43DBCBB1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81062F-5508-4C5A-9871-7B25C1F57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85239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E5FAB-CAC2-4FF5-A19F-F4B093959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EB91E2-C285-4929-AF28-BFD2A5820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BDCCCD3-53BF-4BDD-93C8-501B67723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E955A9-7BA8-46A3-8314-1438477E8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10-06-2022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AF77C2-5C22-4CF2-B03E-999EB9330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8AA25C7-589B-4E34-AF1F-BE3EB660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981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925706-09A8-4B13-901D-FB9684462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F6BC845-A8D0-49FE-9B4C-3E6198089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E8419C-20CF-4337-9D69-543C0584A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EB6B5A-D6F8-4AF8-B3E2-86396157B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10-06-2022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0708F8-9DF6-4BB1-A519-F33336DCA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640141-BDEC-43E2-8A43-F053476A0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5579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D96508-6566-4B8C-80EB-0BDBFEC0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20CDD96-AF5D-4952-B2F5-B912D798F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2377C-086D-40AF-AE49-2B2E667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10-06-2022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8CBAC9-DBF3-40BB-A191-B0262B520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35AB9C-052B-4D6A-A249-16BADC2B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187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55AA02-1C2B-43EB-936D-7B887B780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FA61B6-3B25-4413-8106-3254CB467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502D9B-AE90-4478-9C5F-A10B1ED13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020F-2890-4D3B-B6EA-BF2FFFF16D76}" type="datetimeFigureOut">
              <a:rPr lang="es-CL" smtClean="0"/>
              <a:t>10-06-2022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5D8025-7AB8-44A7-8C25-4670B96F9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870545-3F8D-4D57-940C-57F35C7AA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0190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F9CF74D-E24E-465D-BDE2-E55957E4E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7D1D08-938E-451A-8241-29CA6BD28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55F070-F80B-4924-8F8F-4CAEB8DD3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1020F-2890-4D3B-B6EA-BF2FFFF16D76}" type="datetimeFigureOut">
              <a:rPr lang="es-CL" smtClean="0"/>
              <a:t>10-06-2022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C05B6A-F080-44BD-8DF4-FCC133F45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B98326-717A-4C7E-90A1-96D4D9632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FB1AE-D7CB-402F-BA8E-26785F07C89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7451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es.wikipedia.org/wiki/Frank_Rosenblat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es.wikipedia.org/wiki/Propagaci%C3%B3n_hacia_atr%C3%A1s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rendemachinelearning.com/como-funcionan-las-convolutional-neural-networks-vision-por-ordenador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Yann_LeCun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3.png"/><Relationship Id="rId7" Type="http://schemas.openxmlformats.org/officeDocument/2006/relationships/image" Target="../media/image29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3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oleObject" Target="../embeddings/oleObject5.bin"/><Relationship Id="rId7" Type="http://schemas.openxmlformats.org/officeDocument/2006/relationships/image" Target="../media/image33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32.png"/><Relationship Id="rId4" Type="http://schemas.openxmlformats.org/officeDocument/2006/relationships/image" Target="../media/image31.wmf"/><Relationship Id="rId9" Type="http://schemas.openxmlformats.org/officeDocument/2006/relationships/image" Target="../media/image34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5.png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3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1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5F0DFEF2-015D-499F-AECE-1C9F1019D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489518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44631246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7867998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15194509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13285914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2557360"/>
                    </a:ext>
                  </a:extLst>
                </a:gridCol>
              </a:tblGrid>
              <a:tr h="6858000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solidFill>
                      <a:srgbClr val="BF3F4A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solidFill>
                      <a:srgbClr val="D94862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solidFill>
                      <a:srgbClr val="2C33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solidFill>
                      <a:srgbClr val="3B8D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solidFill>
                      <a:srgbClr val="7ED9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433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03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3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827A918-39AC-44E7-8C06-EF719EF149C0}"/>
              </a:ext>
            </a:extLst>
          </p:cNvPr>
          <p:cNvSpPr txBox="1"/>
          <p:nvPr/>
        </p:nvSpPr>
        <p:spPr>
          <a:xfrm>
            <a:off x="181555" y="1636424"/>
            <a:ext cx="8815747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Abadi Extra Light" panose="020B0204020104020204" pitchFamily="34" charset="0"/>
              </a:rPr>
              <a:t>Redes </a:t>
            </a:r>
            <a:r>
              <a:rPr lang="en-US" sz="6000" dirty="0" err="1">
                <a:solidFill>
                  <a:schemeClr val="bg1"/>
                </a:solidFill>
                <a:latin typeface="Abadi Extra Light" panose="020B0204020104020204" pitchFamily="34" charset="0"/>
              </a:rPr>
              <a:t>Neuronales</a:t>
            </a:r>
            <a:r>
              <a:rPr lang="en-US" sz="6000" dirty="0">
                <a:solidFill>
                  <a:schemeClr val="bg1"/>
                </a:solidFill>
                <a:latin typeface="Abadi Extra Light" panose="020B0204020104020204" pitchFamily="34" charset="0"/>
              </a:rPr>
              <a:t> </a:t>
            </a:r>
            <a:r>
              <a:rPr lang="es-CL" sz="6000" dirty="0">
                <a:solidFill>
                  <a:schemeClr val="bg1"/>
                </a:solidFill>
                <a:latin typeface="Abadi Extra Light" panose="020B0204020104020204" pitchFamily="34" charset="0"/>
              </a:rPr>
              <a:t>Artificiales</a:t>
            </a:r>
          </a:p>
          <a:p>
            <a:r>
              <a:rPr lang="es-CL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Semestre Otoño 2022 </a:t>
            </a:r>
          </a:p>
          <a:p>
            <a:endParaRPr lang="es-CL" sz="3200" dirty="0">
              <a:solidFill>
                <a:schemeClr val="bg1"/>
              </a:solidFill>
              <a:latin typeface="Abadi Extra Light" panose="020B0204020104020204" pitchFamily="34" charset="0"/>
            </a:endParaRPr>
          </a:p>
          <a:p>
            <a:r>
              <a:rPr lang="es-CL" sz="3200" dirty="0">
                <a:solidFill>
                  <a:schemeClr val="bg1"/>
                </a:solidFill>
                <a:latin typeface="Abadi Extra Light" panose="020B0204020104020204" pitchFamily="34" charset="0"/>
              </a:rPr>
              <a:t>Modulo 1</a:t>
            </a:r>
          </a:p>
        </p:txBody>
      </p:sp>
    </p:spTree>
    <p:extLst>
      <p:ext uri="{BB962C8B-B14F-4D97-AF65-F5344CB8AC3E}">
        <p14:creationId xmlns:p14="http://schemas.microsoft.com/office/powerpoint/2010/main" val="48814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6A32564F-524C-4DF6-95AE-15F41A243012}"/>
              </a:ext>
            </a:extLst>
          </p:cNvPr>
          <p:cNvSpPr txBox="1"/>
          <p:nvPr/>
        </p:nvSpPr>
        <p:spPr>
          <a:xfrm rot="16200000">
            <a:off x="-2481196" y="3229039"/>
            <a:ext cx="58654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ctr">
              <a:defRPr sz="4400">
                <a:solidFill>
                  <a:srgbClr val="00B0F0"/>
                </a:solidFill>
                <a:latin typeface="Abadi Extra Light" panose="020B0204020104020204" pitchFamily="34" charset="0"/>
              </a:defRPr>
            </a:lvl1pPr>
          </a:lstStyle>
          <a:p>
            <a:pPr algn="l"/>
            <a:r>
              <a:rPr lang="en-US" dirty="0" err="1">
                <a:solidFill>
                  <a:srgbClr val="BF3F4A"/>
                </a:solidFill>
              </a:rPr>
              <a:t>Cerebro</a:t>
            </a:r>
            <a:r>
              <a:rPr lang="en-US" dirty="0">
                <a:solidFill>
                  <a:srgbClr val="BF3F4A"/>
                </a:solidFill>
              </a:rPr>
              <a:t> Humano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F06905-C2E4-1AFE-5641-6C89B1B656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4488" y="681036"/>
            <a:ext cx="6486962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Abadi Extra Light" panose="020B0204020104020204" pitchFamily="34" charset="0"/>
              </a:rPr>
              <a:t>Es el órgano más complejo del mundo animal. 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endParaRPr lang="es-ES" sz="2000" dirty="0">
              <a:latin typeface="Abadi Extra Light" panose="020B0204020104020204" pitchFamily="34" charset="0"/>
            </a:endParaRP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Abadi Extra Light" panose="020B0204020104020204" pitchFamily="34" charset="0"/>
              </a:rPr>
              <a:t> En los humanos pesa cerca de 1,3 kg. 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endParaRPr lang="es-ES" sz="2000" dirty="0">
              <a:latin typeface="Abadi Extra Light" panose="020B0204020104020204" pitchFamily="34" charset="0"/>
            </a:endParaRP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Abadi Extra Light" panose="020B0204020104020204" pitchFamily="34" charset="0"/>
              </a:rPr>
              <a:t>Contiene aproximadamente 1 000 000 000 000 (1^12) neuronas 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endParaRPr lang="es-ES" sz="2000" dirty="0">
              <a:latin typeface="Abadi Extra Light" panose="020B0204020104020204" pitchFamily="34" charset="0"/>
            </a:endParaRP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Abadi Extra Light" panose="020B0204020104020204" pitchFamily="34" charset="0"/>
              </a:rPr>
              <a:t>Cada neurona se conecta aproximadamente, en promedio, con otras 10.000 neuronas (1^4) . Por lo tanto tiene aproximadamente 1^16 conexiones sinápticas. 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endParaRPr lang="es-ES" sz="2000" dirty="0">
              <a:latin typeface="Abadi Extra Light" panose="020B0204020104020204" pitchFamily="34" charset="0"/>
            </a:endParaRP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s-ES" sz="2000" dirty="0">
                <a:latin typeface="Abadi Extra Light" panose="020B0204020104020204" pitchFamily="34" charset="0"/>
              </a:rPr>
              <a:t> Consume muy poca energía. </a:t>
            </a:r>
          </a:p>
        </p:txBody>
      </p:sp>
      <p:pic>
        <p:nvPicPr>
          <p:cNvPr id="20482" name="Picture 2" descr="See the source image">
            <a:extLst>
              <a:ext uri="{FF2B5EF4-FFF2-40B4-BE49-F238E27FC236}">
                <a16:creationId xmlns:a16="http://schemas.microsoft.com/office/drawing/2014/main" id="{854DA837-B861-45A4-53E9-3EBDB155E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450" y="3343275"/>
            <a:ext cx="415290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5098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6A32564F-524C-4DF6-95AE-15F41A243012}"/>
              </a:ext>
            </a:extLst>
          </p:cNvPr>
          <p:cNvSpPr txBox="1"/>
          <p:nvPr/>
        </p:nvSpPr>
        <p:spPr>
          <a:xfrm rot="16200000">
            <a:off x="-2481196" y="3229039"/>
            <a:ext cx="58654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ctr">
              <a:defRPr sz="4400">
                <a:solidFill>
                  <a:srgbClr val="00B0F0"/>
                </a:solidFill>
                <a:latin typeface="Abadi Extra Light" panose="020B0204020104020204" pitchFamily="34" charset="0"/>
              </a:defRPr>
            </a:lvl1pPr>
          </a:lstStyle>
          <a:p>
            <a:pPr algn="l"/>
            <a:r>
              <a:rPr lang="en-US" dirty="0" err="1">
                <a:solidFill>
                  <a:srgbClr val="D94862"/>
                </a:solidFill>
              </a:rPr>
              <a:t>Cerebro</a:t>
            </a:r>
            <a:r>
              <a:rPr lang="en-US" dirty="0">
                <a:solidFill>
                  <a:srgbClr val="D94862"/>
                </a:solidFill>
              </a:rPr>
              <a:t> Humano</a:t>
            </a:r>
          </a:p>
        </p:txBody>
      </p:sp>
      <p:pic>
        <p:nvPicPr>
          <p:cNvPr id="20482" name="Picture 2" descr="See the source image">
            <a:extLst>
              <a:ext uri="{FF2B5EF4-FFF2-40B4-BE49-F238E27FC236}">
                <a16:creationId xmlns:a16="http://schemas.microsoft.com/office/drawing/2014/main" id="{854DA837-B861-45A4-53E9-3EBDB155E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0303" y="4339243"/>
            <a:ext cx="2954891" cy="241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7CA9144-39B3-537D-6E31-CC02539E3194}"/>
              </a:ext>
            </a:extLst>
          </p:cNvPr>
          <p:cNvSpPr txBox="1"/>
          <p:nvPr/>
        </p:nvSpPr>
        <p:spPr>
          <a:xfrm>
            <a:off x="1417319" y="360232"/>
            <a:ext cx="977161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Abadi Extra Light" panose="020B0204020104020204" pitchFamily="34" charset="0"/>
              </a:rPr>
              <a:t>Almacena a través de asociaciones (memoria se direcciona por contenido). 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endParaRPr lang="es-ES" sz="2400" dirty="0">
              <a:latin typeface="Abadi Extra Light" panose="020B0204020104020204" pitchFamily="34" charset="0"/>
            </a:endParaRP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Abadi Extra Light" panose="020B0204020104020204" pitchFamily="34" charset="0"/>
              </a:rPr>
              <a:t>Trabaja en forma masivamente paralelo. Posee millones de redes neuronales.</a:t>
            </a:r>
          </a:p>
          <a:p>
            <a:pPr algn="just"/>
            <a:endParaRPr lang="es-ES" sz="2400" dirty="0">
              <a:latin typeface="Abadi Extra Light" panose="020B0204020104020204" pitchFamily="34" charset="0"/>
            </a:endParaRP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Abadi Extra Light" panose="020B0204020104020204" pitchFamily="34" charset="0"/>
              </a:rPr>
              <a:t> Es flexible y plástico, lo cual le permite adaptarse y adaptar a los organismos que lo poseen. 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endParaRPr lang="es-ES" sz="2400" dirty="0">
              <a:latin typeface="Abadi Extra Light" panose="020B0204020104020204" pitchFamily="34" charset="0"/>
            </a:endParaRP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Abadi Extra Light" panose="020B0204020104020204" pitchFamily="34" charset="0"/>
              </a:rPr>
              <a:t> El cerebro es un sistema </a:t>
            </a:r>
            <a:r>
              <a:rPr lang="es-ES" sz="2400" dirty="0" err="1">
                <a:latin typeface="Abadi Extra Light" panose="020B0204020104020204" pitchFamily="34" charset="0"/>
              </a:rPr>
              <a:t>auto-organizado</a:t>
            </a:r>
            <a:r>
              <a:rPr lang="es-ES" sz="2400" dirty="0">
                <a:latin typeface="Abadi Extra Light" panose="020B0204020104020204" pitchFamily="34" charset="0"/>
              </a:rPr>
              <a:t> y no programado. 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endParaRPr lang="es-ES" sz="2400" dirty="0">
              <a:latin typeface="Abadi Extra Light" panose="020B0204020104020204" pitchFamily="34" charset="0"/>
            </a:endParaRP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Abadi Extra Light" panose="020B0204020104020204" pitchFamily="34" charset="0"/>
              </a:rPr>
              <a:t> Se ocupa de controlar todo el organismo, en sus múltiples funciones. 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endParaRPr lang="es-ES" sz="2400" dirty="0">
              <a:latin typeface="Abadi Extra Light" panose="020B0204020104020204" pitchFamily="34" charset="0"/>
            </a:endParaRP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s-ES" sz="2400" dirty="0">
                <a:latin typeface="Abadi Extra Light" panose="020B0204020104020204" pitchFamily="34" charset="0"/>
              </a:rPr>
              <a:t> Es robusto y tolerante a fallas. </a:t>
            </a:r>
            <a:endParaRPr lang="en-US" altLang="es-ES" sz="36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5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A32564F-524C-4DF6-95AE-15F41A243012}"/>
              </a:ext>
            </a:extLst>
          </p:cNvPr>
          <p:cNvSpPr txBox="1"/>
          <p:nvPr/>
        </p:nvSpPr>
        <p:spPr>
          <a:xfrm rot="16200000">
            <a:off x="-2481196" y="3229039"/>
            <a:ext cx="58654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algn="ctr">
              <a:defRPr sz="4400">
                <a:solidFill>
                  <a:srgbClr val="00B0F0"/>
                </a:solidFill>
                <a:latin typeface="Abadi Extra Light" panose="020B0204020104020204" pitchFamily="34" charset="0"/>
              </a:defRPr>
            </a:lvl1pPr>
          </a:lstStyle>
          <a:p>
            <a:pPr algn="l"/>
            <a:r>
              <a:rPr lang="en-US" dirty="0" err="1">
                <a:solidFill>
                  <a:srgbClr val="D94862"/>
                </a:solidFill>
              </a:rPr>
              <a:t>Cerebro</a:t>
            </a:r>
            <a:r>
              <a:rPr lang="en-US" dirty="0">
                <a:solidFill>
                  <a:srgbClr val="D94862"/>
                </a:solidFill>
              </a:rPr>
              <a:t> Humano</a:t>
            </a:r>
          </a:p>
        </p:txBody>
      </p:sp>
      <p:pic>
        <p:nvPicPr>
          <p:cNvPr id="2050" name="Picture 2" descr="Cuidados de la piel del bebé | ISDIN | ISDIN">
            <a:extLst>
              <a:ext uri="{FF2B5EF4-FFF2-40B4-BE49-F238E27FC236}">
                <a16:creationId xmlns:a16="http://schemas.microsoft.com/office/drawing/2014/main" id="{CC764CD8-49D5-38B8-F88E-DAE54F2442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1"/>
          <a:stretch/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7F06905-C2E4-1AFE-5641-6C89B1B656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3052" y="532015"/>
            <a:ext cx="7052227" cy="42477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algn="just">
              <a:buFont typeface="Arial" panose="020B0604020202020204" pitchFamily="34" charset="0"/>
              <a:buChar char="•"/>
            </a:pPr>
            <a:r>
              <a:rPr lang="en-US" altLang="es-ES" dirty="0" err="1">
                <a:latin typeface="Abadi Extra Light" panose="020B0204020104020204" pitchFamily="34" charset="0"/>
              </a:rPr>
              <a:t>Emula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características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propias</a:t>
            </a:r>
            <a:r>
              <a:rPr lang="en-US" altLang="es-ES" dirty="0">
                <a:latin typeface="Abadi Extra Light" panose="020B0204020104020204" pitchFamily="34" charset="0"/>
              </a:rPr>
              <a:t> de </a:t>
            </a:r>
            <a:r>
              <a:rPr lang="en-US" altLang="es-ES" dirty="0" err="1">
                <a:latin typeface="Abadi Extra Light" panose="020B0204020104020204" pitchFamily="34" charset="0"/>
              </a:rPr>
              <a:t>los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humanos</a:t>
            </a:r>
            <a:r>
              <a:rPr lang="en-US" altLang="es-ES" dirty="0">
                <a:latin typeface="Abadi Extra Light" panose="020B0204020104020204" pitchFamily="34" charset="0"/>
              </a:rPr>
              <a:t>: </a:t>
            </a:r>
            <a:r>
              <a:rPr lang="en-US" altLang="es-ES" dirty="0" err="1">
                <a:latin typeface="Abadi Extra Light" panose="020B0204020104020204" pitchFamily="34" charset="0"/>
              </a:rPr>
              <a:t>memorizar</a:t>
            </a:r>
            <a:r>
              <a:rPr lang="en-US" altLang="es-ES" dirty="0">
                <a:latin typeface="Abadi Extra Light" panose="020B0204020104020204" pitchFamily="34" charset="0"/>
              </a:rPr>
              <a:t> y </a:t>
            </a:r>
            <a:r>
              <a:rPr lang="en-US" altLang="es-ES" dirty="0" err="1">
                <a:latin typeface="Abadi Extra Light" panose="020B0204020104020204" pitchFamily="34" charset="0"/>
              </a:rPr>
              <a:t>asociar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hechos</a:t>
            </a:r>
            <a:r>
              <a:rPr lang="en-US" altLang="es-ES" dirty="0">
                <a:latin typeface="Abadi Extra Light" panose="020B0204020104020204" pitchFamily="34" charset="0"/>
              </a:rPr>
              <a:t>.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endParaRPr lang="en-US" altLang="es-ES" dirty="0">
              <a:latin typeface="Abadi Extra Light" panose="020B0204020104020204" pitchFamily="34" charset="0"/>
            </a:endParaRP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altLang="es-ES" dirty="0">
                <a:latin typeface="Abadi Extra Light" panose="020B0204020104020204" pitchFamily="34" charset="0"/>
              </a:rPr>
              <a:t>Se </a:t>
            </a:r>
            <a:r>
              <a:rPr lang="en-US" altLang="es-ES" dirty="0" err="1">
                <a:latin typeface="Abadi Extra Light" panose="020B0204020104020204" pitchFamily="34" charset="0"/>
              </a:rPr>
              <a:t>aprende</a:t>
            </a:r>
            <a:r>
              <a:rPr lang="en-US" altLang="es-ES" dirty="0">
                <a:latin typeface="Abadi Extra Light" panose="020B0204020104020204" pitchFamily="34" charset="0"/>
              </a:rPr>
              <a:t> de la </a:t>
            </a:r>
            <a:r>
              <a:rPr lang="en-US" altLang="es-ES" b="1" dirty="0" err="1">
                <a:latin typeface="Abadi Extra Light" panose="020B0204020104020204" pitchFamily="34" charset="0"/>
              </a:rPr>
              <a:t>experiencia</a:t>
            </a:r>
            <a:r>
              <a:rPr lang="en-US" altLang="es-ES" dirty="0">
                <a:latin typeface="Abadi Extra Light" panose="020B0204020104020204" pitchFamily="34" charset="0"/>
              </a:rPr>
              <a:t>.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endParaRPr lang="en-US" altLang="es-ES" dirty="0">
              <a:latin typeface="Abadi Extra Light" panose="020B0204020104020204" pitchFamily="34" charset="0"/>
            </a:endParaRP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altLang="es-ES" dirty="0">
                <a:latin typeface="Abadi Extra Light" panose="020B0204020104020204" pitchFamily="34" charset="0"/>
              </a:rPr>
              <a:t>El </a:t>
            </a:r>
            <a:r>
              <a:rPr lang="en-US" altLang="es-ES" dirty="0" err="1">
                <a:latin typeface="Abadi Extra Light" panose="020B0204020104020204" pitchFamily="34" charset="0"/>
              </a:rPr>
              <a:t>cerebro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humano</a:t>
            </a:r>
            <a:r>
              <a:rPr lang="en-US" altLang="es-ES" dirty="0">
                <a:latin typeface="Abadi Extra Light" panose="020B0204020104020204" pitchFamily="34" charset="0"/>
              </a:rPr>
              <a:t> es </a:t>
            </a:r>
            <a:r>
              <a:rPr lang="en-US" altLang="es-ES" dirty="0" err="1">
                <a:latin typeface="Abadi Extra Light" panose="020B0204020104020204" pitchFamily="34" charset="0"/>
              </a:rPr>
              <a:t>el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ejemplo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más</a:t>
            </a:r>
            <a:r>
              <a:rPr lang="en-US" altLang="es-ES" dirty="0">
                <a:latin typeface="Abadi Extra Light" panose="020B0204020104020204" pitchFamily="34" charset="0"/>
              </a:rPr>
              <a:t> perfecto de </a:t>
            </a:r>
            <a:r>
              <a:rPr lang="en-US" altLang="es-ES" dirty="0" err="1">
                <a:latin typeface="Abadi Extra Light" panose="020B0204020104020204" pitchFamily="34" charset="0"/>
              </a:rPr>
              <a:t>sistema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capaz</a:t>
            </a:r>
            <a:r>
              <a:rPr lang="en-US" altLang="es-ES" dirty="0">
                <a:latin typeface="Abadi Extra Light" panose="020B0204020104020204" pitchFamily="34" charset="0"/>
              </a:rPr>
              <a:t> de </a:t>
            </a:r>
            <a:r>
              <a:rPr lang="en-US" altLang="es-ES" dirty="0" err="1">
                <a:latin typeface="Abadi Extra Light" panose="020B0204020104020204" pitchFamily="34" charset="0"/>
              </a:rPr>
              <a:t>adquirir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conocimiento</a:t>
            </a:r>
            <a:r>
              <a:rPr lang="en-US" altLang="es-ES" dirty="0">
                <a:latin typeface="Abadi Extra Light" panose="020B0204020104020204" pitchFamily="34" charset="0"/>
              </a:rPr>
              <a:t>.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endParaRPr lang="en-US" altLang="es-ES" dirty="0">
              <a:latin typeface="Abadi Extra Light" panose="020B0204020104020204" pitchFamily="34" charset="0"/>
            </a:endParaRP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altLang="es-ES" dirty="0">
                <a:latin typeface="Abadi Extra Light" panose="020B0204020104020204" pitchFamily="34" charset="0"/>
              </a:rPr>
              <a:t>Se </a:t>
            </a:r>
            <a:r>
              <a:rPr lang="en-US" altLang="es-ES" dirty="0" err="1">
                <a:latin typeface="Abadi Extra Light" panose="020B0204020104020204" pitchFamily="34" charset="0"/>
              </a:rPr>
              <a:t>modela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artificialmente</a:t>
            </a:r>
            <a:r>
              <a:rPr lang="en-US" altLang="es-ES" dirty="0">
                <a:latin typeface="Abadi Extra Light" panose="020B0204020104020204" pitchFamily="34" charset="0"/>
              </a:rPr>
              <a:t> ese </a:t>
            </a:r>
            <a:r>
              <a:rPr lang="en-US" altLang="es-ES" dirty="0" err="1">
                <a:latin typeface="Abadi Extra Light" panose="020B0204020104020204" pitchFamily="34" charset="0"/>
              </a:rPr>
              <a:t>sistema</a:t>
            </a:r>
            <a:r>
              <a:rPr lang="en-US" altLang="es-ES" dirty="0">
                <a:latin typeface="Abadi Extra Light" panose="020B0204020104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3511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22713B-1D0C-2FB9-9897-0FB38BE66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3937"/>
            <a:ext cx="10515600" cy="4351338"/>
          </a:xfrm>
        </p:spPr>
        <p:txBody>
          <a:bodyPr/>
          <a:lstStyle/>
          <a:p>
            <a:pPr algn="just"/>
            <a:r>
              <a:rPr lang="en-US" altLang="es-ES" dirty="0">
                <a:latin typeface="Abadi Extra Light" panose="020B0204020104020204" pitchFamily="34" charset="0"/>
              </a:rPr>
              <a:t>Una red neuronal es "un nuevo </a:t>
            </a:r>
            <a:r>
              <a:rPr lang="en-US" altLang="es-ES" dirty="0" err="1">
                <a:latin typeface="Abadi Extra Light" panose="020B0204020104020204" pitchFamily="34" charset="0"/>
              </a:rPr>
              <a:t>sistema</a:t>
            </a:r>
            <a:r>
              <a:rPr lang="en-US" altLang="es-ES" dirty="0">
                <a:latin typeface="Abadi Extra Light" panose="020B0204020104020204" pitchFamily="34" charset="0"/>
              </a:rPr>
              <a:t> para </a:t>
            </a:r>
            <a:r>
              <a:rPr lang="en-US" altLang="es-ES" dirty="0" err="1">
                <a:latin typeface="Abadi Extra Light" panose="020B0204020104020204" pitchFamily="34" charset="0"/>
              </a:rPr>
              <a:t>el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tratamiento</a:t>
            </a:r>
            <a:r>
              <a:rPr lang="en-US" altLang="es-ES" dirty="0">
                <a:latin typeface="Abadi Extra Light" panose="020B0204020104020204" pitchFamily="34" charset="0"/>
              </a:rPr>
              <a:t> de la </a:t>
            </a:r>
            <a:r>
              <a:rPr lang="en-US" altLang="es-ES" dirty="0" err="1">
                <a:latin typeface="Abadi Extra Light" panose="020B0204020104020204" pitchFamily="34" charset="0"/>
              </a:rPr>
              <a:t>información</a:t>
            </a:r>
            <a:r>
              <a:rPr lang="en-US" altLang="es-ES" dirty="0">
                <a:latin typeface="Abadi Extra Light" panose="020B0204020104020204" pitchFamily="34" charset="0"/>
              </a:rPr>
              <a:t>, </a:t>
            </a:r>
            <a:r>
              <a:rPr lang="en-US" altLang="es-ES" dirty="0" err="1">
                <a:latin typeface="Abadi Extra Light" panose="020B0204020104020204" pitchFamily="34" charset="0"/>
              </a:rPr>
              <a:t>cuya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unidad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básica</a:t>
            </a:r>
            <a:r>
              <a:rPr lang="en-US" altLang="es-ES" dirty="0">
                <a:latin typeface="Abadi Extra Light" panose="020B0204020104020204" pitchFamily="34" charset="0"/>
              </a:rPr>
              <a:t> de </a:t>
            </a:r>
            <a:r>
              <a:rPr lang="en-US" altLang="es-ES" dirty="0" err="1">
                <a:latin typeface="Abadi Extra Light" panose="020B0204020104020204" pitchFamily="34" charset="0"/>
              </a:rPr>
              <a:t>procesamiento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está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inspirada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en</a:t>
            </a:r>
            <a:r>
              <a:rPr lang="en-US" altLang="es-ES" dirty="0">
                <a:latin typeface="Abadi Extra Light" panose="020B0204020104020204" pitchFamily="34" charset="0"/>
              </a:rPr>
              <a:t> la </a:t>
            </a:r>
            <a:r>
              <a:rPr lang="en-US" altLang="es-ES" dirty="0" err="1">
                <a:latin typeface="Abadi Extra Light" panose="020B0204020104020204" pitchFamily="34" charset="0"/>
              </a:rPr>
              <a:t>célula</a:t>
            </a:r>
            <a:r>
              <a:rPr lang="en-US" altLang="es-ES" dirty="0">
                <a:latin typeface="Abadi Extra Light" panose="020B0204020104020204" pitchFamily="34" charset="0"/>
              </a:rPr>
              <a:t> fundamental del </a:t>
            </a:r>
            <a:r>
              <a:rPr lang="en-US" altLang="es-ES" dirty="0" err="1">
                <a:latin typeface="Abadi Extra Light" panose="020B0204020104020204" pitchFamily="34" charset="0"/>
              </a:rPr>
              <a:t>sistema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nervioso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humano</a:t>
            </a:r>
            <a:r>
              <a:rPr lang="en-US" altLang="es-ES" dirty="0">
                <a:latin typeface="Abadi Extra Light" panose="020B0204020104020204" pitchFamily="34" charset="0"/>
              </a:rPr>
              <a:t>: </a:t>
            </a:r>
            <a:r>
              <a:rPr lang="en-US" altLang="es-ES" b="1" dirty="0">
                <a:latin typeface="Abadi Extra Light" panose="020B0204020104020204" pitchFamily="34" charset="0"/>
              </a:rPr>
              <a:t>la </a:t>
            </a:r>
            <a:r>
              <a:rPr lang="en-US" altLang="es-ES" b="1" dirty="0" err="1">
                <a:latin typeface="Abadi Extra Light" panose="020B0204020104020204" pitchFamily="34" charset="0"/>
              </a:rPr>
              <a:t>neurona</a:t>
            </a:r>
            <a:r>
              <a:rPr lang="en-US" altLang="es-ES" dirty="0">
                <a:latin typeface="Abadi Extra Light" panose="020B0204020104020204" pitchFamily="34" charset="0"/>
              </a:rPr>
              <a:t>".</a:t>
            </a:r>
          </a:p>
          <a:p>
            <a:pPr algn="just"/>
            <a:endParaRPr lang="en-US" altLang="es-ES" dirty="0">
              <a:latin typeface="Abadi Extra Light" panose="020B0204020104020204" pitchFamily="34" charset="0"/>
            </a:endParaRPr>
          </a:p>
          <a:p>
            <a:pPr algn="just"/>
            <a:r>
              <a:rPr lang="en-US" altLang="es-ES" dirty="0">
                <a:latin typeface="Abadi Extra Light" panose="020B0204020104020204" pitchFamily="34" charset="0"/>
              </a:rPr>
              <a:t>Las </a:t>
            </a:r>
            <a:r>
              <a:rPr lang="en-US" altLang="es-ES" dirty="0" err="1">
                <a:latin typeface="Abadi Extra Light" panose="020B0204020104020204" pitchFamily="34" charset="0"/>
              </a:rPr>
              <a:t>neuronas</a:t>
            </a:r>
            <a:r>
              <a:rPr lang="en-US" altLang="es-ES" dirty="0">
                <a:latin typeface="Abadi Extra Light" panose="020B0204020104020204" pitchFamily="34" charset="0"/>
              </a:rPr>
              <a:t> son un </a:t>
            </a:r>
            <a:r>
              <a:rPr lang="en-US" altLang="es-ES" dirty="0" err="1">
                <a:latin typeface="Abadi Extra Light" panose="020B0204020104020204" pitchFamily="34" charset="0"/>
              </a:rPr>
              <a:t>componente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relativamente</a:t>
            </a:r>
            <a:r>
              <a:rPr lang="en-US" altLang="es-ES" dirty="0">
                <a:latin typeface="Abadi Extra Light" panose="020B0204020104020204" pitchFamily="34" charset="0"/>
              </a:rPr>
              <a:t> simple </a:t>
            </a:r>
            <a:r>
              <a:rPr lang="en-US" altLang="es-ES" dirty="0" err="1">
                <a:latin typeface="Abadi Extra Light" panose="020B0204020104020204" pitchFamily="34" charset="0"/>
              </a:rPr>
              <a:t>pero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conectadas</a:t>
            </a:r>
            <a:r>
              <a:rPr lang="en-US" altLang="es-ES" dirty="0">
                <a:latin typeface="Abadi Extra Light" panose="020B0204020104020204" pitchFamily="34" charset="0"/>
              </a:rPr>
              <a:t> de a miles </a:t>
            </a:r>
            <a:r>
              <a:rPr lang="en-US" altLang="es-ES" dirty="0" err="1">
                <a:latin typeface="Abadi Extra Light" panose="020B0204020104020204" pitchFamily="34" charset="0"/>
              </a:rPr>
              <a:t>forman</a:t>
            </a:r>
            <a:r>
              <a:rPr lang="en-US" altLang="es-ES" dirty="0">
                <a:latin typeface="Abadi Extra Light" panose="020B0204020104020204" pitchFamily="34" charset="0"/>
              </a:rPr>
              <a:t> un </a:t>
            </a:r>
            <a:r>
              <a:rPr lang="en-US" altLang="es-ES" dirty="0" err="1">
                <a:latin typeface="Abadi Extra Light" panose="020B0204020104020204" pitchFamily="34" charset="0"/>
              </a:rPr>
              <a:t>poderoso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sistema</a:t>
            </a:r>
            <a:r>
              <a:rPr lang="en-US" altLang="es-ES" dirty="0">
                <a:latin typeface="Abadi Extra Light" panose="020B0204020104020204" pitchFamily="34" charset="0"/>
              </a:rPr>
              <a:t>.</a:t>
            </a:r>
            <a:endParaRPr lang="es-ES" altLang="es-ES" dirty="0">
              <a:latin typeface="Abadi Extra Light" panose="020B0204020104020204" pitchFamily="34" charset="0"/>
            </a:endParaRPr>
          </a:p>
          <a:p>
            <a:pPr algn="just"/>
            <a:endParaRPr lang="es-CL" dirty="0">
              <a:latin typeface="Abadi Extra Light" panose="020B02040201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C11F1B8-A2A9-F817-3D51-A8DA6150B95E}"/>
              </a:ext>
            </a:extLst>
          </p:cNvPr>
          <p:cNvSpPr txBox="1"/>
          <p:nvPr/>
        </p:nvSpPr>
        <p:spPr>
          <a:xfrm>
            <a:off x="666167" y="429320"/>
            <a:ext cx="93922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00B0F0"/>
                </a:solidFill>
                <a:latin typeface="Abadi Extra Light" panose="020B0204020104020204" pitchFamily="34" charset="0"/>
              </a:rPr>
              <a:t>Redes </a:t>
            </a:r>
            <a:r>
              <a:rPr lang="en-US" sz="44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Neuronales</a:t>
            </a:r>
            <a:endParaRPr lang="es-CL" sz="4400" dirty="0">
              <a:solidFill>
                <a:srgbClr val="00B0F0"/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713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3C7245FB-E004-D9BC-1CEC-5FC5B128B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825" y="2508712"/>
            <a:ext cx="5133975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2443A079-4437-BB71-D99B-B169858855E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54242" y="1654060"/>
            <a:ext cx="5472979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s-ES" sz="2600" dirty="0">
                <a:latin typeface="Abadi Extra Light" panose="020B0204020104020204" pitchFamily="34" charset="0"/>
              </a:rPr>
              <a:t>El </a:t>
            </a:r>
            <a:r>
              <a:rPr lang="en-US" altLang="es-ES" sz="2600" dirty="0" err="1">
                <a:latin typeface="Abadi Extra Light" panose="020B0204020104020204" pitchFamily="34" charset="0"/>
              </a:rPr>
              <a:t>cerebro</a:t>
            </a:r>
            <a:r>
              <a:rPr lang="en-US" altLang="es-ES" sz="2600" dirty="0">
                <a:latin typeface="Abadi Extra Light" panose="020B0204020104020204" pitchFamily="34" charset="0"/>
              </a:rPr>
              <a:t> </a:t>
            </a:r>
            <a:r>
              <a:rPr lang="en-US" altLang="es-ES" sz="2600" dirty="0" err="1">
                <a:latin typeface="Abadi Extra Light" panose="020B0204020104020204" pitchFamily="34" charset="0"/>
              </a:rPr>
              <a:t>humano</a:t>
            </a:r>
            <a:r>
              <a:rPr lang="en-US" altLang="es-ES" sz="2600" dirty="0">
                <a:latin typeface="Abadi Extra Light" panose="020B0204020104020204" pitchFamily="34" charset="0"/>
              </a:rPr>
              <a:t> </a:t>
            </a:r>
            <a:r>
              <a:rPr lang="en-US" altLang="es-ES" sz="2600" dirty="0" err="1">
                <a:latin typeface="Abadi Extra Light" panose="020B0204020104020204" pitchFamily="34" charset="0"/>
              </a:rPr>
              <a:t>contiene</a:t>
            </a:r>
            <a:r>
              <a:rPr lang="en-US" altLang="es-ES" sz="2600" dirty="0">
                <a:latin typeface="Abadi Extra Light" panose="020B0204020104020204" pitchFamily="34" charset="0"/>
              </a:rPr>
              <a:t> </a:t>
            </a:r>
            <a:r>
              <a:rPr lang="en-US" altLang="es-ES" sz="2600" dirty="0" err="1">
                <a:latin typeface="Abadi Extra Light" panose="020B0204020104020204" pitchFamily="34" charset="0"/>
              </a:rPr>
              <a:t>más</a:t>
            </a:r>
            <a:r>
              <a:rPr lang="en-US" altLang="es-ES" sz="2600" dirty="0">
                <a:latin typeface="Abadi Extra Light" panose="020B0204020104020204" pitchFamily="34" charset="0"/>
              </a:rPr>
              <a:t> de </a:t>
            </a:r>
            <a:r>
              <a:rPr lang="en-US" altLang="es-ES" sz="2600" dirty="0" err="1">
                <a:latin typeface="Abadi Extra Light" panose="020B0204020104020204" pitchFamily="34" charset="0"/>
              </a:rPr>
              <a:t>cien</a:t>
            </a:r>
            <a:r>
              <a:rPr lang="en-US" altLang="es-ES" sz="2600" dirty="0">
                <a:latin typeface="Abadi Extra Light" panose="020B0204020104020204" pitchFamily="34" charset="0"/>
              </a:rPr>
              <a:t> mil </a:t>
            </a:r>
            <a:r>
              <a:rPr lang="en-US" altLang="es-ES" sz="2600" dirty="0" err="1">
                <a:latin typeface="Abadi Extra Light" panose="020B0204020104020204" pitchFamily="34" charset="0"/>
              </a:rPr>
              <a:t>millones</a:t>
            </a:r>
            <a:r>
              <a:rPr lang="en-US" altLang="es-ES" sz="2600" dirty="0">
                <a:latin typeface="Abadi Extra Light" panose="020B0204020104020204" pitchFamily="34" charset="0"/>
              </a:rPr>
              <a:t> de </a:t>
            </a:r>
            <a:r>
              <a:rPr lang="en-US" altLang="es-ES" sz="2600" dirty="0" err="1">
                <a:latin typeface="Abadi Extra Light" panose="020B0204020104020204" pitchFamily="34" charset="0"/>
              </a:rPr>
              <a:t>neuronas</a:t>
            </a:r>
            <a:r>
              <a:rPr lang="en-US" altLang="es-ES" sz="2600" dirty="0">
                <a:latin typeface="Abadi Extra Light" panose="020B0204020104020204" pitchFamily="34" charset="0"/>
              </a:rPr>
              <a:t>.</a:t>
            </a:r>
          </a:p>
          <a:p>
            <a:pPr algn="just"/>
            <a:endParaRPr lang="en-US" altLang="es-ES" sz="2600" dirty="0">
              <a:latin typeface="Abadi Extra Light" panose="020B0204020104020204" pitchFamily="34" charset="0"/>
            </a:endParaRPr>
          </a:p>
          <a:p>
            <a:pPr algn="just"/>
            <a:r>
              <a:rPr lang="en-US" altLang="es-ES" sz="2600" dirty="0">
                <a:latin typeface="Abadi Extra Light" panose="020B0204020104020204" pitchFamily="34" charset="0"/>
              </a:rPr>
              <a:t>La clave para </a:t>
            </a:r>
            <a:r>
              <a:rPr lang="en-US" altLang="es-ES" sz="2600" dirty="0" err="1">
                <a:latin typeface="Abadi Extra Light" panose="020B0204020104020204" pitchFamily="34" charset="0"/>
              </a:rPr>
              <a:t>el</a:t>
            </a:r>
            <a:r>
              <a:rPr lang="en-US" altLang="es-ES" sz="2600" dirty="0">
                <a:latin typeface="Abadi Extra Light" panose="020B0204020104020204" pitchFamily="34" charset="0"/>
              </a:rPr>
              <a:t> </a:t>
            </a:r>
            <a:r>
              <a:rPr lang="en-US" altLang="es-ES" sz="2600" dirty="0" err="1">
                <a:latin typeface="Abadi Extra Light" panose="020B0204020104020204" pitchFamily="34" charset="0"/>
              </a:rPr>
              <a:t>procesamiento</a:t>
            </a:r>
            <a:r>
              <a:rPr lang="en-US" altLang="es-ES" sz="2600" dirty="0">
                <a:latin typeface="Abadi Extra Light" panose="020B0204020104020204" pitchFamily="34" charset="0"/>
              </a:rPr>
              <a:t> de la </a:t>
            </a:r>
            <a:r>
              <a:rPr lang="en-US" altLang="es-ES" sz="2600" dirty="0" err="1">
                <a:latin typeface="Abadi Extra Light" panose="020B0204020104020204" pitchFamily="34" charset="0"/>
              </a:rPr>
              <a:t>información</a:t>
            </a:r>
            <a:r>
              <a:rPr lang="en-US" altLang="es-ES" sz="2600" dirty="0">
                <a:latin typeface="Abadi Extra Light" panose="020B0204020104020204" pitchFamily="34" charset="0"/>
              </a:rPr>
              <a:t> son las </a:t>
            </a:r>
            <a:r>
              <a:rPr lang="en-US" altLang="es-ES" sz="2600" dirty="0" err="1">
                <a:latin typeface="Abadi Extra Light" panose="020B0204020104020204" pitchFamily="34" charset="0"/>
              </a:rPr>
              <a:t>conecciones</a:t>
            </a:r>
            <a:r>
              <a:rPr lang="en-US" altLang="es-ES" sz="2600" dirty="0">
                <a:latin typeface="Abadi Extra Light" panose="020B0204020104020204" pitchFamily="34" charset="0"/>
              </a:rPr>
              <a:t> entre </a:t>
            </a:r>
            <a:r>
              <a:rPr lang="en-US" altLang="es-ES" sz="2600" dirty="0" err="1">
                <a:latin typeface="Abadi Extra Light" panose="020B0204020104020204" pitchFamily="34" charset="0"/>
              </a:rPr>
              <a:t>ellas</a:t>
            </a:r>
            <a:r>
              <a:rPr lang="en-US" altLang="es-ES" sz="2600" dirty="0">
                <a:latin typeface="Abadi Extra Light" panose="020B0204020104020204" pitchFamily="34" charset="0"/>
              </a:rPr>
              <a:t> </a:t>
            </a:r>
            <a:r>
              <a:rPr lang="en-US" altLang="es-ES" sz="2600" dirty="0" err="1">
                <a:latin typeface="Abadi Extra Light" panose="020B0204020104020204" pitchFamily="34" charset="0"/>
              </a:rPr>
              <a:t>llamadas</a:t>
            </a:r>
            <a:r>
              <a:rPr lang="en-US" altLang="es-ES" sz="2600" dirty="0">
                <a:latin typeface="Abadi Extra Light" panose="020B0204020104020204" pitchFamily="34" charset="0"/>
              </a:rPr>
              <a:t> </a:t>
            </a:r>
            <a:r>
              <a:rPr lang="en-US" altLang="es-ES" sz="2600" b="1" dirty="0" err="1">
                <a:latin typeface="Abadi Extra Light" panose="020B0204020104020204" pitchFamily="34" charset="0"/>
              </a:rPr>
              <a:t>sinápsis</a:t>
            </a:r>
            <a:r>
              <a:rPr lang="en-US" altLang="es-ES" sz="2600" dirty="0">
                <a:latin typeface="Abadi Extra Light" panose="020B0204020104020204" pitchFamily="34" charset="0"/>
              </a:rPr>
              <a:t>.</a:t>
            </a:r>
          </a:p>
          <a:p>
            <a:pPr algn="just"/>
            <a:endParaRPr lang="en-US" altLang="es-ES" sz="2600" dirty="0">
              <a:latin typeface="Abadi Extra Light" panose="020B0204020104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es-ES" dirty="0">
              <a:latin typeface="Abadi Extra Light" panose="020B02040201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1DFD827-6879-DF62-7272-842FED6D119E}"/>
              </a:ext>
            </a:extLst>
          </p:cNvPr>
          <p:cNvSpPr txBox="1"/>
          <p:nvPr/>
        </p:nvSpPr>
        <p:spPr>
          <a:xfrm>
            <a:off x="224443" y="348194"/>
            <a:ext cx="93922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Fundamento</a:t>
            </a:r>
            <a:r>
              <a:rPr lang="en-US" sz="4400" dirty="0">
                <a:solidFill>
                  <a:srgbClr val="00B0F0"/>
                </a:solidFill>
                <a:latin typeface="Abadi Extra Light" panose="020B0204020104020204" pitchFamily="34" charset="0"/>
              </a:rPr>
              <a:t> </a:t>
            </a:r>
            <a:r>
              <a:rPr lang="en-US" sz="44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Biologico</a:t>
            </a:r>
            <a:endParaRPr lang="es-CL" sz="4400" dirty="0">
              <a:solidFill>
                <a:srgbClr val="00B0F0"/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214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2443A079-4437-BB71-D99B-B169858855E7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20743" y="1188027"/>
            <a:ext cx="1138333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s-ES" sz="2800" dirty="0">
                <a:latin typeface="Abadi Extra Light" panose="020B0204020104020204" pitchFamily="34" charset="0"/>
              </a:rPr>
              <a:t>Las </a:t>
            </a:r>
            <a:r>
              <a:rPr lang="en-US" altLang="es-ES" sz="2800" b="1" dirty="0" err="1">
                <a:latin typeface="Abadi Extra Light" panose="020B0204020104020204" pitchFamily="34" charset="0"/>
              </a:rPr>
              <a:t>dendritas</a:t>
            </a:r>
            <a:r>
              <a:rPr lang="en-US" altLang="es-ES" sz="2800" dirty="0">
                <a:latin typeface="Abadi Extra Light" panose="020B0204020104020204" pitchFamily="34" charset="0"/>
              </a:rPr>
              <a:t> son la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vía</a:t>
            </a:r>
            <a:r>
              <a:rPr lang="en-US" altLang="es-ES" sz="2800" dirty="0">
                <a:latin typeface="Abadi Extra Light" panose="020B0204020104020204" pitchFamily="34" charset="0"/>
              </a:rPr>
              <a:t> de entrada de las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señales</a:t>
            </a:r>
            <a:r>
              <a:rPr lang="en-US" altLang="es-ES" sz="2800" dirty="0">
                <a:latin typeface="Abadi Extra Light" panose="020B0204020104020204" pitchFamily="34" charset="0"/>
              </a:rPr>
              <a:t> que se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combinan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en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el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cuerpo</a:t>
            </a:r>
            <a:r>
              <a:rPr lang="en-US" altLang="es-ES" sz="2800" dirty="0">
                <a:latin typeface="Abadi Extra Light" panose="020B0204020104020204" pitchFamily="34" charset="0"/>
              </a:rPr>
              <a:t> de la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neurona</a:t>
            </a:r>
            <a:r>
              <a:rPr lang="en-US" altLang="es-ES" sz="2800" dirty="0">
                <a:latin typeface="Abadi Extra Light" panose="020B0204020104020204" pitchFamily="34" charset="0"/>
              </a:rPr>
              <a:t>. </a:t>
            </a:r>
          </a:p>
          <a:p>
            <a:pPr algn="just"/>
            <a:endParaRPr lang="es-ES" altLang="es-ES" sz="2800" dirty="0">
              <a:latin typeface="Abadi Extra Light" panose="020B0204020104020204" pitchFamily="34" charset="0"/>
            </a:endParaRPr>
          </a:p>
          <a:p>
            <a:pPr algn="just"/>
            <a:r>
              <a:rPr lang="en-US" altLang="es-ES" sz="2800" dirty="0">
                <a:latin typeface="Abadi Extra Light" panose="020B0204020104020204" pitchFamily="34" charset="0"/>
              </a:rPr>
              <a:t>El </a:t>
            </a:r>
            <a:r>
              <a:rPr lang="en-US" altLang="es-ES" sz="2800" b="1" dirty="0" err="1">
                <a:latin typeface="Abadi Extra Light" panose="020B0204020104020204" pitchFamily="34" charset="0"/>
              </a:rPr>
              <a:t>axón</a:t>
            </a:r>
            <a:r>
              <a:rPr lang="en-US" altLang="es-ES" sz="2800" dirty="0">
                <a:latin typeface="Abadi Extra Light" panose="020B0204020104020204" pitchFamily="34" charset="0"/>
              </a:rPr>
              <a:t> es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el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camino</a:t>
            </a:r>
            <a:r>
              <a:rPr lang="en-US" altLang="es-ES" sz="2800" dirty="0">
                <a:latin typeface="Abadi Extra Light" panose="020B0204020104020204" pitchFamily="34" charset="0"/>
              </a:rPr>
              <a:t> de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salida</a:t>
            </a:r>
            <a:r>
              <a:rPr lang="en-US" altLang="es-ES" sz="2800" dirty="0">
                <a:latin typeface="Abadi Extra Light" panose="020B0204020104020204" pitchFamily="34" charset="0"/>
              </a:rPr>
              <a:t> de la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señal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generada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por</a:t>
            </a:r>
            <a:r>
              <a:rPr lang="en-US" altLang="es-ES" sz="2800" dirty="0">
                <a:latin typeface="Abadi Extra Light" panose="020B0204020104020204" pitchFamily="34" charset="0"/>
              </a:rPr>
              <a:t> la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neurona</a:t>
            </a:r>
            <a:r>
              <a:rPr lang="en-US" altLang="es-ES" sz="2800" dirty="0">
                <a:latin typeface="Abadi Extra Light" panose="020B0204020104020204" pitchFamily="34" charset="0"/>
              </a:rPr>
              <a:t>.</a:t>
            </a:r>
          </a:p>
          <a:p>
            <a:pPr algn="just"/>
            <a:endParaRPr lang="en-US" altLang="es-ES" sz="2800" dirty="0">
              <a:latin typeface="Abadi Extra Light" panose="020B0204020104020204" pitchFamily="34" charset="0"/>
            </a:endParaRPr>
          </a:p>
          <a:p>
            <a:pPr algn="just"/>
            <a:r>
              <a:rPr lang="en-US" altLang="es-ES" sz="2800" dirty="0" err="1">
                <a:latin typeface="Abadi Extra Light" panose="020B0204020104020204" pitchFamily="34" charset="0"/>
              </a:rPr>
              <a:t>En</a:t>
            </a:r>
            <a:r>
              <a:rPr lang="en-US" altLang="es-ES" sz="2800" dirty="0">
                <a:latin typeface="Abadi Extra Light" panose="020B0204020104020204" pitchFamily="34" charset="0"/>
              </a:rPr>
              <a:t> las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terminaciones</a:t>
            </a:r>
            <a:r>
              <a:rPr lang="en-US" altLang="es-ES" sz="2800" dirty="0">
                <a:latin typeface="Abadi Extra Light" panose="020B0204020104020204" pitchFamily="34" charset="0"/>
              </a:rPr>
              <a:t> de las </a:t>
            </a:r>
            <a:r>
              <a:rPr lang="en-US" altLang="es-ES" sz="2800" b="1" dirty="0" err="1">
                <a:latin typeface="Abadi Extra Light" panose="020B0204020104020204" pitchFamily="34" charset="0"/>
              </a:rPr>
              <a:t>sinápsis</a:t>
            </a:r>
            <a:r>
              <a:rPr lang="en-US" altLang="es-ES" sz="2800" dirty="0">
                <a:latin typeface="Abadi Extra Light" panose="020B0204020104020204" pitchFamily="34" charset="0"/>
              </a:rPr>
              <a:t> se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encuentran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unas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vesículas</a:t>
            </a:r>
            <a:r>
              <a:rPr lang="en-US" altLang="es-ES" sz="2800" dirty="0">
                <a:latin typeface="Abadi Extra Light" panose="020B0204020104020204" pitchFamily="34" charset="0"/>
              </a:rPr>
              <a:t> que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contienen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unas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sustancias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químicas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llamadas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neurotransmisores</a:t>
            </a:r>
            <a:r>
              <a:rPr lang="en-US" altLang="es-ES" sz="2800" dirty="0">
                <a:latin typeface="Abadi Extra Light" panose="020B0204020104020204" pitchFamily="34" charset="0"/>
              </a:rPr>
              <a:t>, que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propagan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señales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electroquímicas</a:t>
            </a:r>
            <a:r>
              <a:rPr lang="en-US" altLang="es-ES" sz="2800" dirty="0">
                <a:latin typeface="Abadi Extra Light" panose="020B0204020104020204" pitchFamily="34" charset="0"/>
              </a:rPr>
              <a:t> de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una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neurona</a:t>
            </a:r>
            <a:r>
              <a:rPr lang="en-US" altLang="es-ES" sz="2800" dirty="0">
                <a:latin typeface="Abadi Extra Light" panose="020B0204020104020204" pitchFamily="34" charset="0"/>
              </a:rPr>
              <a:t> a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otra</a:t>
            </a:r>
            <a:r>
              <a:rPr lang="en-US" altLang="es-ES" sz="2800" dirty="0">
                <a:latin typeface="Abadi Extra Light" panose="020B0204020104020204" pitchFamily="34" charset="0"/>
              </a:rPr>
              <a:t>.</a:t>
            </a:r>
            <a:r>
              <a:rPr lang="en-US" altLang="es-ES" sz="2800" b="1" dirty="0">
                <a:latin typeface="Abadi Extra Light" panose="020B0204020104020204" pitchFamily="34" charset="0"/>
              </a:rPr>
              <a:t> </a:t>
            </a:r>
          </a:p>
          <a:p>
            <a:pPr algn="just"/>
            <a:endParaRPr lang="en-US" altLang="es-ES" sz="2800" b="1" dirty="0">
              <a:latin typeface="Abadi Extra Light" panose="020B0204020104020204" pitchFamily="34" charset="0"/>
            </a:endParaRPr>
          </a:p>
          <a:p>
            <a:pPr algn="just"/>
            <a:r>
              <a:rPr lang="en-US" altLang="es-ES" sz="2800" dirty="0">
                <a:latin typeface="Abadi Extra Light" panose="020B0204020104020204" pitchFamily="34" charset="0"/>
              </a:rPr>
              <a:t>La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neurona</a:t>
            </a:r>
            <a:r>
              <a:rPr lang="en-US" altLang="es-ES" sz="2800" dirty="0">
                <a:latin typeface="Abadi Extra Light" panose="020B0204020104020204" pitchFamily="34" charset="0"/>
              </a:rPr>
              <a:t> es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estimulada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por</a:t>
            </a:r>
            <a:r>
              <a:rPr lang="en-US" altLang="es-ES" sz="2800" dirty="0">
                <a:latin typeface="Abadi Extra Light" panose="020B0204020104020204" pitchFamily="34" charset="0"/>
              </a:rPr>
              <a:t> sus entradas y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cuando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alcanza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cierto</a:t>
            </a:r>
            <a:r>
              <a:rPr lang="en-US" altLang="es-ES" sz="2800" dirty="0">
                <a:latin typeface="Abadi Extra Light" panose="020B0204020104020204" pitchFamily="34" charset="0"/>
              </a:rPr>
              <a:t> umbral, se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dispara</a:t>
            </a:r>
            <a:r>
              <a:rPr lang="en-US" altLang="es-ES" sz="2800" dirty="0">
                <a:latin typeface="Abadi Extra Light" panose="020B0204020104020204" pitchFamily="34" charset="0"/>
              </a:rPr>
              <a:t> o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activa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pasando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una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señal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hacia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el</a:t>
            </a:r>
            <a:r>
              <a:rPr lang="en-US" altLang="es-ES" sz="2800" dirty="0">
                <a:latin typeface="Abadi Extra Light" panose="020B0204020104020204" pitchFamily="34" charset="0"/>
              </a:rPr>
              <a:t> </a:t>
            </a:r>
            <a:r>
              <a:rPr lang="en-US" altLang="es-ES" sz="2800" dirty="0" err="1">
                <a:latin typeface="Abadi Extra Light" panose="020B0204020104020204" pitchFamily="34" charset="0"/>
              </a:rPr>
              <a:t>axón</a:t>
            </a:r>
            <a:r>
              <a:rPr lang="en-US" altLang="es-ES" sz="2800" dirty="0">
                <a:latin typeface="Abadi Extra Light" panose="020B0204020104020204" pitchFamily="34" charset="0"/>
              </a:rPr>
              <a:t>.</a:t>
            </a:r>
            <a:endParaRPr lang="es-ES" altLang="es-ES" sz="2800" dirty="0">
              <a:latin typeface="Abadi Extra Light" panose="020B0204020104020204" pitchFamily="34" charset="0"/>
            </a:endParaRPr>
          </a:p>
          <a:p>
            <a:pPr algn="just"/>
            <a:endParaRPr lang="en-US" altLang="es-ES" sz="2600" dirty="0">
              <a:latin typeface="Abadi Extra Light" panose="020B0204020104020204" pitchFamily="34" charset="0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es-ES" dirty="0">
              <a:latin typeface="Abadi Extra Light" panose="020B0204020104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1DFD827-6879-DF62-7272-842FED6D119E}"/>
              </a:ext>
            </a:extLst>
          </p:cNvPr>
          <p:cNvSpPr txBox="1"/>
          <p:nvPr/>
        </p:nvSpPr>
        <p:spPr>
          <a:xfrm>
            <a:off x="0" y="323256"/>
            <a:ext cx="93922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Estructura</a:t>
            </a:r>
            <a:r>
              <a:rPr lang="en-US" sz="4400" dirty="0">
                <a:solidFill>
                  <a:srgbClr val="00B0F0"/>
                </a:solidFill>
                <a:latin typeface="Abadi Extra Light" panose="020B0204020104020204" pitchFamily="34" charset="0"/>
              </a:rPr>
              <a:t> </a:t>
            </a:r>
            <a:r>
              <a:rPr lang="en-US" sz="44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Biologica</a:t>
            </a:r>
            <a:endParaRPr lang="es-CL" sz="4400" dirty="0">
              <a:solidFill>
                <a:srgbClr val="00B0F0"/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164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69E0B52-2D18-7971-944A-D21FD8FC53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913" y="3237819"/>
            <a:ext cx="6886142" cy="3305993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520F3E0-7AE0-53AE-437E-DFC9AE838F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65" y="122985"/>
            <a:ext cx="4942236" cy="3657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3057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67D01-A751-7A92-9AFB-FE62FE636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>
                <a:solidFill>
                  <a:srgbClr val="00B0F0"/>
                </a:solidFill>
                <a:latin typeface="Abadi Extra Light" panose="020B0204020104020204" pitchFamily="34" charset="0"/>
                <a:ea typeface="+mn-ea"/>
                <a:cs typeface="+mn-cs"/>
              </a:rPr>
              <a:t>Paradigmas en Inteligencia Artificial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323CBD-82FC-BB74-7AB5-4FBEEE757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0" i="0" dirty="0">
                <a:solidFill>
                  <a:srgbClr val="3A3A3A"/>
                </a:solidFill>
                <a:effectLst/>
                <a:latin typeface="HuaweiSans"/>
              </a:rPr>
              <a:t>En la actualidad, hay </a:t>
            </a:r>
            <a:r>
              <a:rPr lang="es-ES" b="1" i="0" dirty="0">
                <a:solidFill>
                  <a:srgbClr val="3A3A3A"/>
                </a:solidFill>
                <a:effectLst/>
                <a:latin typeface="HuaweiSans"/>
              </a:rPr>
              <a:t>tres enfoques </a:t>
            </a:r>
            <a:r>
              <a:rPr lang="es-ES" b="0" i="0" dirty="0">
                <a:solidFill>
                  <a:srgbClr val="3A3A3A"/>
                </a:solidFill>
                <a:effectLst/>
                <a:latin typeface="HuaweiSans"/>
              </a:rPr>
              <a:t>principales de </a:t>
            </a:r>
            <a:r>
              <a:rPr lang="es-ES" b="1" i="0" dirty="0">
                <a:solidFill>
                  <a:srgbClr val="3A3A3A"/>
                </a:solidFill>
                <a:effectLst/>
                <a:latin typeface="HuaweiSans"/>
              </a:rPr>
              <a:t>inteligencia artificial</a:t>
            </a:r>
            <a:r>
              <a:rPr lang="es-ES" b="0" i="0" dirty="0">
                <a:solidFill>
                  <a:srgbClr val="3A3A3A"/>
                </a:solidFill>
                <a:effectLst/>
                <a:latin typeface="HuaweiSans"/>
              </a:rPr>
              <a:t>: </a:t>
            </a:r>
            <a:r>
              <a:rPr lang="es-ES" b="1" i="0" dirty="0">
                <a:solidFill>
                  <a:srgbClr val="3A3A3A"/>
                </a:solidFill>
                <a:effectLst/>
                <a:latin typeface="HuaweiSans"/>
              </a:rPr>
              <a:t>simbolismo</a:t>
            </a:r>
            <a:r>
              <a:rPr lang="es-ES" b="0" i="0" dirty="0">
                <a:solidFill>
                  <a:srgbClr val="3A3A3A"/>
                </a:solidFill>
                <a:effectLst/>
                <a:latin typeface="HuaweiSans"/>
              </a:rPr>
              <a:t>, </a:t>
            </a:r>
            <a:r>
              <a:rPr lang="es-ES" b="1" i="0" dirty="0">
                <a:solidFill>
                  <a:srgbClr val="3A3A3A"/>
                </a:solidFill>
                <a:effectLst/>
                <a:latin typeface="HuaweiSans"/>
              </a:rPr>
              <a:t>conexionismo </a:t>
            </a:r>
            <a:r>
              <a:rPr lang="es-ES" b="0" i="0" dirty="0">
                <a:solidFill>
                  <a:srgbClr val="3A3A3A"/>
                </a:solidFill>
                <a:effectLst/>
                <a:latin typeface="HuaweiSans"/>
              </a:rPr>
              <a:t>y </a:t>
            </a:r>
            <a:r>
              <a:rPr lang="es-ES" b="1" i="0" dirty="0">
                <a:solidFill>
                  <a:srgbClr val="3A3A3A"/>
                </a:solidFill>
                <a:effectLst/>
                <a:latin typeface="HuaweiSans"/>
              </a:rPr>
              <a:t>conductismo</a:t>
            </a:r>
            <a:r>
              <a:rPr lang="es-ES" b="0" i="0" dirty="0">
                <a:solidFill>
                  <a:srgbClr val="3A3A3A"/>
                </a:solidFill>
                <a:effectLst/>
                <a:latin typeface="HuaweiSans"/>
              </a:rPr>
              <a:t>. </a:t>
            </a:r>
            <a:endParaRPr lang="es-CL" dirty="0"/>
          </a:p>
        </p:txBody>
      </p:sp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33C8E8BE-63F9-04AD-6C9A-17AEA2136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3429000"/>
            <a:ext cx="5095875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F65FA24-9005-D7C6-D886-DAE5782AFA28}"/>
              </a:ext>
            </a:extLst>
          </p:cNvPr>
          <p:cNvSpPr txBox="1"/>
          <p:nvPr/>
        </p:nvSpPr>
        <p:spPr>
          <a:xfrm>
            <a:off x="2705100" y="6176963"/>
            <a:ext cx="1273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Simbolismo</a:t>
            </a:r>
          </a:p>
        </p:txBody>
      </p:sp>
      <p:pic>
        <p:nvPicPr>
          <p:cNvPr id="2052" name="Picture 4" descr="Behaviorism_concept">
            <a:extLst>
              <a:ext uri="{FF2B5EF4-FFF2-40B4-BE49-F238E27FC236}">
                <a16:creationId xmlns:a16="http://schemas.microsoft.com/office/drawing/2014/main" id="{918CB0C6-9D1F-6803-8F09-74ACAA0B2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224" y="3428999"/>
            <a:ext cx="4219575" cy="2549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EC3C7AD-E496-AF72-6A01-82A249576D36}"/>
              </a:ext>
            </a:extLst>
          </p:cNvPr>
          <p:cNvSpPr txBox="1"/>
          <p:nvPr/>
        </p:nvSpPr>
        <p:spPr>
          <a:xfrm>
            <a:off x="8607458" y="6176963"/>
            <a:ext cx="1576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err="1"/>
              <a:t>Conductivismo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45627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676DA5-1496-CABC-C030-26DA5F28F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950"/>
            <a:ext cx="10515600" cy="4351338"/>
          </a:xfrm>
        </p:spPr>
        <p:txBody>
          <a:bodyPr/>
          <a:lstStyle/>
          <a:p>
            <a:pPr algn="just"/>
            <a:r>
              <a:rPr lang="es-ES" dirty="0">
                <a:latin typeface="Abadi Extra Light" panose="020B0204020104020204" pitchFamily="34" charset="0"/>
              </a:rPr>
              <a:t>En</a:t>
            </a:r>
            <a:r>
              <a:rPr lang="es-ES" b="1" dirty="0">
                <a:latin typeface="Abadi Extra Light" panose="020B0204020104020204" pitchFamily="34" charset="0"/>
              </a:rPr>
              <a:t> conexionismo </a:t>
            </a:r>
            <a:r>
              <a:rPr lang="es-ES" dirty="0">
                <a:latin typeface="Abadi Extra Light" panose="020B0204020104020204" pitchFamily="34" charset="0"/>
              </a:rPr>
              <a:t>asume que el procesamiento y el almacenamiento de la información recae en la compleja arquitectura de conexiones que forman las neuronas entre sí y con otras células, y que las neuronas son simples unidades de procesamiento y transmisión de señales. </a:t>
            </a:r>
            <a:endParaRPr lang="es-CL" dirty="0">
              <a:latin typeface="Abadi Extra Light" panose="020B0204020104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68F9C42-9613-8FE5-BF9C-C89F7D080E43}"/>
              </a:ext>
            </a:extLst>
          </p:cNvPr>
          <p:cNvSpPr txBox="1"/>
          <p:nvPr/>
        </p:nvSpPr>
        <p:spPr>
          <a:xfrm>
            <a:off x="324196" y="296316"/>
            <a:ext cx="93922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Paradigma</a:t>
            </a:r>
            <a:r>
              <a:rPr lang="en-US" sz="4400" dirty="0">
                <a:solidFill>
                  <a:srgbClr val="00B0F0"/>
                </a:solidFill>
                <a:latin typeface="Abadi Extra Light" panose="020B0204020104020204" pitchFamily="34" charset="0"/>
              </a:rPr>
              <a:t> </a:t>
            </a:r>
            <a:r>
              <a:rPr lang="en-US" sz="44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Conexionista</a:t>
            </a:r>
            <a:endParaRPr lang="es-CL" sz="4400" dirty="0">
              <a:solidFill>
                <a:srgbClr val="00B0F0"/>
              </a:solidFill>
              <a:latin typeface="Abadi Extra Light" panose="020B0204020104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904B354-AEC7-044A-89F6-BD49BA80E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638" y="3312092"/>
            <a:ext cx="6605587" cy="354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1779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34AEE191-B842-9560-785B-F858B6F52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865" y="889896"/>
            <a:ext cx="11049205" cy="5196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4924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511" name="Rectangle 2151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E95C631-7679-2105-620B-55A836EC8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r>
              <a:rPr lang="en-US" dirty="0">
                <a:solidFill>
                  <a:srgbClr val="474747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1958 – </a:t>
            </a:r>
            <a:r>
              <a:rPr lang="en-US" dirty="0" err="1">
                <a:solidFill>
                  <a:srgbClr val="474747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Perceptrón</a:t>
            </a:r>
            <a:endParaRPr lang="en-US" dirty="0">
              <a:solidFill>
                <a:srgbClr val="474747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6E639C6-5249-FCE6-F30B-6C2C33243D20}"/>
              </a:ext>
            </a:extLst>
          </p:cNvPr>
          <p:cNvSpPr txBox="1"/>
          <p:nvPr/>
        </p:nvSpPr>
        <p:spPr>
          <a:xfrm>
            <a:off x="838200" y="2333297"/>
            <a:ext cx="5391015" cy="3843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Abadi Extra Light" panose="020B0204020104020204" pitchFamily="34" charset="0"/>
              </a:rPr>
              <a:t>Entre las </a:t>
            </a:r>
            <a:r>
              <a:rPr lang="en-US" sz="2000" b="0" i="0" dirty="0" err="1">
                <a:effectLst/>
                <a:latin typeface="Abadi Extra Light" panose="020B0204020104020204" pitchFamily="34" charset="0"/>
              </a:rPr>
              <a:t>décadas</a:t>
            </a:r>
            <a:r>
              <a:rPr lang="en-US" sz="2000" b="0" i="0" dirty="0">
                <a:effectLst/>
                <a:latin typeface="Abadi Extra Light" panose="020B0204020104020204" pitchFamily="34" charset="0"/>
              </a:rPr>
              <a:t> de 1950 y 1960 </a:t>
            </a:r>
            <a:r>
              <a:rPr lang="en-US" sz="2000" b="0" i="0" dirty="0" err="1">
                <a:effectLst/>
                <a:latin typeface="Abadi Extra Light" panose="020B0204020104020204" pitchFamily="34" charset="0"/>
              </a:rPr>
              <a:t>el</a:t>
            </a:r>
            <a:r>
              <a:rPr lang="en-US" sz="2000" b="0" i="0" dirty="0">
                <a:effectLst/>
                <a:latin typeface="Abadi Extra Light" panose="020B0204020104020204" pitchFamily="34" charset="0"/>
              </a:rPr>
              <a:t> </a:t>
            </a:r>
            <a:r>
              <a:rPr lang="en-US" sz="2000" b="0" i="0" dirty="0" err="1">
                <a:effectLst/>
                <a:latin typeface="Abadi Extra Light" panose="020B0204020104020204" pitchFamily="34" charset="0"/>
              </a:rPr>
              <a:t>científico</a:t>
            </a:r>
            <a:r>
              <a:rPr lang="en-US" sz="2000" b="0" i="0" dirty="0">
                <a:effectLst/>
                <a:latin typeface="Abadi Extra Light" panose="020B0204020104020204" pitchFamily="34" charset="0"/>
              </a:rPr>
              <a:t> </a:t>
            </a:r>
            <a:r>
              <a:rPr lang="en-US" sz="2000" b="0" i="0" u="none" strike="noStrike" dirty="0">
                <a:effectLst/>
                <a:latin typeface="Abadi Extra Light" panose="020B0204020104020204" pitchFamily="34" charset="0"/>
                <a:hlinkClick r:id="rId2"/>
              </a:rPr>
              <a:t>Frank Rosenblatt</a:t>
            </a:r>
            <a:r>
              <a:rPr lang="en-US" sz="2000" b="0" i="0" dirty="0">
                <a:effectLst/>
                <a:latin typeface="Abadi Extra Light" panose="020B0204020104020204" pitchFamily="34" charset="0"/>
              </a:rPr>
              <a:t>, </a:t>
            </a:r>
            <a:r>
              <a:rPr lang="en-US" sz="2000" b="0" i="0" dirty="0" err="1">
                <a:effectLst/>
                <a:latin typeface="Abadi Extra Light" panose="020B0204020104020204" pitchFamily="34" charset="0"/>
              </a:rPr>
              <a:t>inspirado</a:t>
            </a:r>
            <a:r>
              <a:rPr lang="en-US" sz="2000" b="0" i="0" dirty="0">
                <a:effectLst/>
                <a:latin typeface="Abadi Extra Light" panose="020B0204020104020204" pitchFamily="34" charset="0"/>
              </a:rPr>
              <a:t> </a:t>
            </a:r>
            <a:r>
              <a:rPr lang="en-US" sz="2000" b="0" i="0" dirty="0" err="1">
                <a:effectLst/>
                <a:latin typeface="Abadi Extra Light" panose="020B0204020104020204" pitchFamily="34" charset="0"/>
              </a:rPr>
              <a:t>en</a:t>
            </a:r>
            <a:r>
              <a:rPr lang="en-US" sz="2000" b="0" i="0" dirty="0">
                <a:effectLst/>
                <a:latin typeface="Abadi Extra Light" panose="020B0204020104020204" pitchFamily="34" charset="0"/>
              </a:rPr>
              <a:t> </a:t>
            </a:r>
            <a:r>
              <a:rPr lang="en-US" sz="2000" b="0" i="0" dirty="0" err="1">
                <a:effectLst/>
                <a:latin typeface="Abadi Extra Light" panose="020B0204020104020204" pitchFamily="34" charset="0"/>
              </a:rPr>
              <a:t>el</a:t>
            </a:r>
            <a:r>
              <a:rPr lang="en-US" sz="2000" b="0" i="0" dirty="0">
                <a:effectLst/>
                <a:latin typeface="Abadi Extra Light" panose="020B0204020104020204" pitchFamily="34" charset="0"/>
              </a:rPr>
              <a:t> </a:t>
            </a:r>
            <a:r>
              <a:rPr lang="en-US" sz="2000" b="0" i="0" dirty="0" err="1">
                <a:effectLst/>
                <a:latin typeface="Abadi Extra Light" panose="020B0204020104020204" pitchFamily="34" charset="0"/>
              </a:rPr>
              <a:t>trabajo</a:t>
            </a:r>
            <a:r>
              <a:rPr lang="en-US" sz="2000" b="0" i="0" dirty="0">
                <a:effectLst/>
                <a:latin typeface="Abadi Extra Light" panose="020B0204020104020204" pitchFamily="34" charset="0"/>
              </a:rPr>
              <a:t> de Warren McCulloch y Walter Pitts </a:t>
            </a:r>
            <a:r>
              <a:rPr lang="en-US" sz="2000" b="0" i="0" dirty="0" err="1">
                <a:effectLst/>
                <a:latin typeface="Abadi Extra Light" panose="020B0204020104020204" pitchFamily="34" charset="0"/>
              </a:rPr>
              <a:t>creó</a:t>
            </a:r>
            <a:r>
              <a:rPr lang="en-US" sz="2000" b="0" i="0" dirty="0">
                <a:effectLst/>
                <a:latin typeface="Abadi Extra Light" panose="020B0204020104020204" pitchFamily="34" charset="0"/>
              </a:rPr>
              <a:t> </a:t>
            </a:r>
            <a:r>
              <a:rPr lang="en-US" sz="2000" b="0" i="0" dirty="0" err="1">
                <a:effectLst/>
                <a:latin typeface="Abadi Extra Light" panose="020B0204020104020204" pitchFamily="34" charset="0"/>
              </a:rPr>
              <a:t>el</a:t>
            </a:r>
            <a:r>
              <a:rPr lang="en-US" sz="2000" b="0" i="0" dirty="0">
                <a:effectLst/>
                <a:latin typeface="Abadi Extra Light" panose="020B0204020104020204" pitchFamily="34" charset="0"/>
              </a:rPr>
              <a:t> Perceptron, la </a:t>
            </a:r>
            <a:r>
              <a:rPr lang="en-US" sz="2000" b="0" i="0" dirty="0" err="1">
                <a:effectLst/>
                <a:latin typeface="Abadi Extra Light" panose="020B0204020104020204" pitchFamily="34" charset="0"/>
              </a:rPr>
              <a:t>unidad</a:t>
            </a:r>
            <a:r>
              <a:rPr lang="en-US" sz="2000" b="0" i="0" dirty="0">
                <a:effectLst/>
                <a:latin typeface="Abadi Extra Light" panose="020B0204020104020204" pitchFamily="34" charset="0"/>
              </a:rPr>
              <a:t> </a:t>
            </a:r>
            <a:r>
              <a:rPr lang="en-US" sz="2000" b="0" i="0" dirty="0" err="1">
                <a:effectLst/>
                <a:latin typeface="Abadi Extra Light" panose="020B0204020104020204" pitchFamily="34" charset="0"/>
              </a:rPr>
              <a:t>desde</a:t>
            </a:r>
            <a:r>
              <a:rPr lang="en-US" sz="2000" b="0" i="0" dirty="0">
                <a:effectLst/>
                <a:latin typeface="Abadi Extra Light" panose="020B0204020104020204" pitchFamily="34" charset="0"/>
              </a:rPr>
              <a:t> </a:t>
            </a:r>
            <a:r>
              <a:rPr lang="en-US" sz="2000" b="0" i="0" dirty="0" err="1">
                <a:effectLst/>
                <a:latin typeface="Abadi Extra Light" panose="020B0204020104020204" pitchFamily="34" charset="0"/>
              </a:rPr>
              <a:t>donde</a:t>
            </a:r>
            <a:r>
              <a:rPr lang="en-US" sz="2000" b="0" i="0" dirty="0">
                <a:effectLst/>
                <a:latin typeface="Abadi Extra Light" panose="020B0204020104020204" pitchFamily="34" charset="0"/>
              </a:rPr>
              <a:t> </a:t>
            </a:r>
            <a:r>
              <a:rPr lang="en-US" sz="2000" b="0" i="0" dirty="0" err="1">
                <a:effectLst/>
                <a:latin typeface="Abadi Extra Light" panose="020B0204020104020204" pitchFamily="34" charset="0"/>
              </a:rPr>
              <a:t>nacería</a:t>
            </a:r>
            <a:r>
              <a:rPr lang="en-US" sz="2000" b="0" i="0" dirty="0">
                <a:effectLst/>
                <a:latin typeface="Abadi Extra Light" panose="020B0204020104020204" pitchFamily="34" charset="0"/>
              </a:rPr>
              <a:t> y se </a:t>
            </a:r>
            <a:r>
              <a:rPr lang="en-US" sz="2000" b="0" i="0" dirty="0" err="1">
                <a:effectLst/>
                <a:latin typeface="Abadi Extra Light" panose="020B0204020104020204" pitchFamily="34" charset="0"/>
              </a:rPr>
              <a:t>potenciarían</a:t>
            </a:r>
            <a:r>
              <a:rPr lang="en-US" sz="2000" b="0" i="0" dirty="0">
                <a:effectLst/>
                <a:latin typeface="Abadi Extra Light" panose="020B0204020104020204" pitchFamily="34" charset="0"/>
              </a:rPr>
              <a:t> las redes </a:t>
            </a:r>
            <a:r>
              <a:rPr lang="en-US" sz="2000" b="0" i="0" dirty="0" err="1">
                <a:effectLst/>
                <a:latin typeface="Abadi Extra Light" panose="020B0204020104020204" pitchFamily="34" charset="0"/>
              </a:rPr>
              <a:t>neuronales</a:t>
            </a:r>
            <a:r>
              <a:rPr lang="en-US" sz="2000" b="0" i="0" dirty="0">
                <a:effectLst/>
                <a:latin typeface="Abadi Extra Light" panose="020B0204020104020204" pitchFamily="34" charset="0"/>
              </a:rPr>
              <a:t> </a:t>
            </a:r>
            <a:r>
              <a:rPr lang="en-US" sz="2000" b="0" i="0" dirty="0" err="1">
                <a:effectLst/>
                <a:latin typeface="Abadi Extra Light" panose="020B0204020104020204" pitchFamily="34" charset="0"/>
              </a:rPr>
              <a:t>artificiales</a:t>
            </a:r>
            <a:r>
              <a:rPr lang="en-US" sz="2000" b="0" i="0" dirty="0">
                <a:effectLst/>
                <a:latin typeface="Abadi Extra Light" panose="020B0204020104020204" pitchFamily="34" charset="0"/>
              </a:rPr>
              <a:t>.</a:t>
            </a:r>
            <a:endParaRPr lang="en-US" sz="2000" dirty="0">
              <a:latin typeface="Abadi Extra Light" panose="020B0204020104020204" pitchFamily="34" charset="0"/>
            </a:endParaRP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EEA122B7-22C4-9156-9EB0-2B140CD7C3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23" r="28269"/>
          <a:stretch/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758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E95C631-7679-2105-620B-55A836EC8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303327" cy="1325563"/>
          </a:xfrm>
        </p:spPr>
        <p:txBody>
          <a:bodyPr/>
          <a:lstStyle/>
          <a:p>
            <a:pPr algn="l" fontAlgn="base"/>
            <a:r>
              <a:rPr lang="es-ES" b="0" i="0" dirty="0">
                <a:solidFill>
                  <a:srgbClr val="474747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1965 – </a:t>
            </a:r>
            <a:r>
              <a:rPr lang="es-ES" b="0" i="0" dirty="0" err="1">
                <a:solidFill>
                  <a:srgbClr val="474747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Multilayer</a:t>
            </a:r>
            <a:r>
              <a:rPr lang="es-ES" b="0" i="0" dirty="0">
                <a:solidFill>
                  <a:srgbClr val="474747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 Perceptrón</a:t>
            </a: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FC8838EA-B500-57DA-6872-DC09ADF36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852" y="1690688"/>
            <a:ext cx="7352170" cy="4135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5239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BB699-AD5D-83B7-3AB9-DE191B9E2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0" i="0" dirty="0">
                <a:solidFill>
                  <a:srgbClr val="474747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1980 - Neuronas Sigmoides</a:t>
            </a:r>
            <a:endParaRPr lang="es-CL" dirty="0"/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6F4F0A7D-AFD2-5BF4-EFE0-0E1E3BEBA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073" y="1690688"/>
            <a:ext cx="5954538" cy="4465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9475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71D6E-3E91-84FF-27FB-4DA9F2B78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CL" dirty="0">
                <a:solidFill>
                  <a:srgbClr val="474747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1980 - </a:t>
            </a:r>
            <a:r>
              <a:rPr lang="es-ES" dirty="0">
                <a:solidFill>
                  <a:srgbClr val="474747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Redes </a:t>
            </a:r>
            <a:r>
              <a:rPr lang="es-ES" dirty="0" err="1">
                <a:solidFill>
                  <a:srgbClr val="474747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Feedforward</a:t>
            </a:r>
            <a:endParaRPr lang="es-CL" dirty="0">
              <a:solidFill>
                <a:srgbClr val="474747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8B372E-5503-09F7-11AF-FFEF2200A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 latinLnBrk="0"/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Se les llama así a las </a:t>
            </a:r>
            <a:r>
              <a:rPr lang="es-ES" b="0" i="1" dirty="0">
                <a:solidFill>
                  <a:srgbClr val="474747"/>
                </a:solidFill>
                <a:effectLst/>
                <a:latin typeface="inherit"/>
              </a:rPr>
              <a:t>redes en que las salidas de una capa son utilizadas como entradas en la próxima capa</a:t>
            </a:r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. Esto quiere decir que no hay </a:t>
            </a:r>
            <a:r>
              <a:rPr lang="es-ES" b="0" i="0" dirty="0" err="1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loops</a:t>
            </a:r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 “hacia atrás”. Siempre se “alimenta” de valores hacia adelante. Hay redes que veremos más adelante en las que sí que existen esos </a:t>
            </a:r>
            <a:r>
              <a:rPr lang="es-ES" b="0" i="0" dirty="0" err="1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loops</a:t>
            </a:r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 (</a:t>
            </a:r>
            <a:r>
              <a:rPr lang="es-ES" b="0" i="0" dirty="0" err="1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Recurrent</a:t>
            </a:r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 Neural Networks).</a:t>
            </a:r>
          </a:p>
          <a:p>
            <a:pPr algn="just" fontAlgn="base" latinLnBrk="0"/>
            <a:endParaRPr lang="es-ES" b="0" i="0" dirty="0">
              <a:solidFill>
                <a:srgbClr val="474747"/>
              </a:solidFill>
              <a:effectLst/>
              <a:latin typeface="open sans" panose="020B0606030504020204" pitchFamily="34" charset="0"/>
            </a:endParaRPr>
          </a:p>
          <a:p>
            <a:pPr algn="just" fontAlgn="base" latinLnBrk="0"/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Además existe el concepto de “</a:t>
            </a:r>
            <a:r>
              <a:rPr lang="es-ES" b="0" i="0" dirty="0" err="1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fully</a:t>
            </a:r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connected</a:t>
            </a:r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s-ES" b="0" i="0" dirty="0" err="1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Feedforward</a:t>
            </a:r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 Networks” y se refiere a que todas las neuronas de entrada, están conectadas con todas las neuronas de la siguiente capa.</a:t>
            </a:r>
          </a:p>
          <a:p>
            <a:pPr algn="just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13147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50B917-D9D2-D876-3ECB-CA763C78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0" i="0" dirty="0">
                <a:solidFill>
                  <a:srgbClr val="474747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1986 – </a:t>
            </a:r>
            <a:r>
              <a:rPr lang="es-ES" b="0" i="0" dirty="0" err="1">
                <a:solidFill>
                  <a:srgbClr val="474747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Backpropagation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79DFF5-755F-5011-B31F-60D383D84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b="0" i="0" dirty="0">
                <a:solidFill>
                  <a:srgbClr val="474747"/>
                </a:solidFill>
                <a:effectLst/>
                <a:latin typeface="Abadi Extra Light" panose="020B0204020104020204" pitchFamily="34" charset="0"/>
              </a:rPr>
              <a:t>Gracias al algoritmo de </a:t>
            </a:r>
            <a:r>
              <a:rPr lang="es-ES" b="0" i="0" u="none" strike="noStrike" dirty="0" err="1">
                <a:solidFill>
                  <a:srgbClr val="F2777A"/>
                </a:solidFill>
                <a:effectLst/>
                <a:latin typeface="Abadi Extra Light" panose="020B0204020104020204" pitchFamily="34" charset="0"/>
                <a:hlinkClick r:id="rId2"/>
              </a:rPr>
              <a:t>backpropagation</a:t>
            </a:r>
            <a:r>
              <a:rPr lang="es-ES" b="0" i="0" dirty="0">
                <a:solidFill>
                  <a:srgbClr val="474747"/>
                </a:solidFill>
                <a:effectLst/>
                <a:latin typeface="Abadi Extra Light" panose="020B0204020104020204" pitchFamily="34" charset="0"/>
              </a:rPr>
              <a:t> se hizo posible entrenar redes neuronales de </a:t>
            </a:r>
            <a:r>
              <a:rPr lang="es-ES" b="0" i="0" dirty="0" err="1">
                <a:solidFill>
                  <a:srgbClr val="474747"/>
                </a:solidFill>
                <a:effectLst/>
                <a:latin typeface="Abadi Extra Light" panose="020B0204020104020204" pitchFamily="34" charset="0"/>
              </a:rPr>
              <a:t>multiples</a:t>
            </a:r>
            <a:r>
              <a:rPr lang="es-ES" b="0" i="0" dirty="0">
                <a:solidFill>
                  <a:srgbClr val="474747"/>
                </a:solidFill>
                <a:effectLst/>
                <a:latin typeface="Abadi Extra Light" panose="020B0204020104020204" pitchFamily="34" charset="0"/>
              </a:rPr>
              <a:t> capas de manera supervisada. </a:t>
            </a:r>
          </a:p>
          <a:p>
            <a:pPr algn="just"/>
            <a:r>
              <a:rPr lang="es-ES" b="0" i="0" dirty="0">
                <a:solidFill>
                  <a:srgbClr val="474747"/>
                </a:solidFill>
                <a:effectLst/>
                <a:latin typeface="Abadi Extra Light" panose="020B0204020104020204" pitchFamily="34" charset="0"/>
              </a:rPr>
              <a:t>Al calcular el error obtenido en la salida e ir propagando hacia las capas anteriores se van haciendo ajustes pequeños (minimizando costo) en cada iteración para lograr que la red aprenda consiguiendo que la red pueda -por ejemplo- clasificar las entradas correctamente.</a:t>
            </a:r>
            <a:endParaRPr lang="es-CL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530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3BD45-0D49-A708-1D79-DFF8CC32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CL" dirty="0">
                <a:solidFill>
                  <a:srgbClr val="474747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1989 - </a:t>
            </a:r>
            <a:r>
              <a:rPr lang="es-ES" dirty="0" err="1">
                <a:solidFill>
                  <a:srgbClr val="474747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Convolutional</a:t>
            </a:r>
            <a:r>
              <a:rPr lang="es-ES" dirty="0">
                <a:solidFill>
                  <a:srgbClr val="474747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 </a:t>
            </a:r>
            <a:r>
              <a:rPr lang="es-ES">
                <a:solidFill>
                  <a:srgbClr val="474747"/>
                </a:solidFill>
                <a:latin typeface="varela round" panose="00000500000000000000" pitchFamily="2" charset="-79"/>
                <a:cs typeface="varela round" panose="00000500000000000000" pitchFamily="2" charset="-79"/>
              </a:rPr>
              <a:t>Neural Network</a:t>
            </a:r>
            <a:endParaRPr lang="es-CL" dirty="0">
              <a:solidFill>
                <a:srgbClr val="474747"/>
              </a:solidFill>
              <a:latin typeface="varela round" panose="00000500000000000000" pitchFamily="2" charset="-79"/>
              <a:cs typeface="varela round" panose="00000500000000000000" pitchFamily="2" charset="-79"/>
            </a:endParaRPr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B53397FE-2C8D-35A7-261D-2111EC7A7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467" y="2452514"/>
            <a:ext cx="533400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B8642EA-9269-480D-0499-35C14E9380D4}"/>
              </a:ext>
            </a:extLst>
          </p:cNvPr>
          <p:cNvSpPr txBox="1"/>
          <p:nvPr/>
        </p:nvSpPr>
        <p:spPr>
          <a:xfrm>
            <a:off x="755073" y="2004503"/>
            <a:ext cx="50804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Las </a:t>
            </a:r>
            <a:r>
              <a:rPr lang="es-ES" b="0" i="0" u="none" strike="noStrike" dirty="0" err="1">
                <a:solidFill>
                  <a:srgbClr val="F2777A"/>
                </a:solidFill>
                <a:effectLst/>
                <a:latin typeface="open sans" panose="020B0606030504020204" pitchFamily="34" charset="0"/>
                <a:hlinkClick r:id="rId3"/>
              </a:rPr>
              <a:t>Convolutional</a:t>
            </a:r>
            <a:r>
              <a:rPr lang="es-ES" b="0" i="0" u="none" strike="noStrike" dirty="0">
                <a:solidFill>
                  <a:srgbClr val="F2777A"/>
                </a:solidFill>
                <a:effectLst/>
                <a:latin typeface="open sans" panose="020B0606030504020204" pitchFamily="34" charset="0"/>
                <a:hlinkClick r:id="rId3"/>
              </a:rPr>
              <a:t> Neural Networks</a:t>
            </a:r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 son redes </a:t>
            </a:r>
            <a:r>
              <a:rPr lang="es-ES" b="0" i="0" dirty="0" err="1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multilayered</a:t>
            </a:r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 que toman su inspiración del </a:t>
            </a:r>
            <a:r>
              <a:rPr lang="es-ES" b="0" i="0" dirty="0" err="1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cortex</a:t>
            </a:r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 visual de los animales. </a:t>
            </a:r>
          </a:p>
          <a:p>
            <a:pPr algn="just"/>
            <a:endParaRPr lang="es-ES" dirty="0">
              <a:solidFill>
                <a:srgbClr val="474747"/>
              </a:solidFill>
              <a:latin typeface="open sans" panose="020B0606030504020204" pitchFamily="34" charset="0"/>
            </a:endParaRPr>
          </a:p>
          <a:p>
            <a:pPr algn="just"/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Esta arquitectura es útil en varias aplicaciones, principalmente </a:t>
            </a:r>
            <a:r>
              <a:rPr lang="es-ES" b="1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procesamiento de imágenes</a:t>
            </a:r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. </a:t>
            </a:r>
          </a:p>
          <a:p>
            <a:pPr algn="just"/>
            <a:endParaRPr lang="es-ES" dirty="0">
              <a:solidFill>
                <a:srgbClr val="474747"/>
              </a:solidFill>
              <a:latin typeface="open sans" panose="020B0606030504020204" pitchFamily="34" charset="0"/>
            </a:endParaRPr>
          </a:p>
          <a:p>
            <a:pPr algn="just"/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La primera CNN fue creada por </a:t>
            </a:r>
            <a:r>
              <a:rPr lang="es-ES" b="0" i="0" u="none" strike="noStrike" dirty="0">
                <a:solidFill>
                  <a:srgbClr val="F2777A"/>
                </a:solidFill>
                <a:effectLst/>
                <a:latin typeface="open sans" panose="020B0606030504020204" pitchFamily="34" charset="0"/>
                <a:hlinkClick r:id="rId4"/>
              </a:rPr>
              <a:t>Yann </a:t>
            </a:r>
            <a:r>
              <a:rPr lang="es-ES" b="0" i="0" u="none" strike="noStrike" dirty="0" err="1">
                <a:solidFill>
                  <a:srgbClr val="F2777A"/>
                </a:solidFill>
                <a:effectLst/>
                <a:latin typeface="open sans" panose="020B0606030504020204" pitchFamily="34" charset="0"/>
                <a:hlinkClick r:id="rId4"/>
              </a:rPr>
              <a:t>LeCun</a:t>
            </a:r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 y estaba enfocada en el reconocimiento de letras manuscritas.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13678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368792-24F1-49D7-3536-1F1F3473A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474747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1997 - Long Short Term Memory / Recurrent Neural Network</a:t>
            </a:r>
            <a:endParaRPr lang="es-CL" dirty="0"/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CA8A7D90-7A82-D577-233E-B2548AB03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825" y="2704283"/>
            <a:ext cx="533400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2FC4138-385D-36A5-202D-9EF1949E6E45}"/>
              </a:ext>
            </a:extLst>
          </p:cNvPr>
          <p:cNvSpPr txBox="1"/>
          <p:nvPr/>
        </p:nvSpPr>
        <p:spPr>
          <a:xfrm>
            <a:off x="669175" y="4358516"/>
            <a:ext cx="52162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Aquí vemos que la red LSTM tiene neuronas ocultas con </a:t>
            </a:r>
            <a:r>
              <a:rPr lang="es-ES" b="0" i="0" dirty="0" err="1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loops</a:t>
            </a:r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 hacia atrás (en azul).</a:t>
            </a:r>
          </a:p>
          <a:p>
            <a:pPr algn="just"/>
            <a:endParaRPr lang="es-ES" dirty="0">
              <a:solidFill>
                <a:srgbClr val="474747"/>
              </a:solidFill>
              <a:latin typeface="open sans" panose="020B0606030504020204" pitchFamily="34" charset="0"/>
            </a:endParaRPr>
          </a:p>
          <a:p>
            <a:pPr algn="just"/>
            <a:r>
              <a:rPr lang="es-ES" b="0" i="0" dirty="0">
                <a:solidFill>
                  <a:srgbClr val="474747"/>
                </a:solidFill>
                <a:effectLst/>
                <a:latin typeface="open sans" panose="020B0606030504020204" pitchFamily="34" charset="0"/>
              </a:rPr>
              <a:t> Esto permite que almacene información en celdas de memoria.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19112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5E2B0-F5CF-2644-3E13-3A5B5C0AB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74747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2006 – Deep Belief Networks (DBN)</a:t>
            </a:r>
            <a:endParaRPr lang="es-CL" dirty="0"/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F8F64006-8F05-4425-41B4-7743E1B29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3932" y="2106967"/>
            <a:ext cx="533400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8DA878F-8239-48DA-BB65-448918F44953}"/>
              </a:ext>
            </a:extLst>
          </p:cNvPr>
          <p:cNvSpPr txBox="1"/>
          <p:nvPr/>
        </p:nvSpPr>
        <p:spPr>
          <a:xfrm>
            <a:off x="477982" y="2106967"/>
            <a:ext cx="40524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0" i="0" dirty="0">
                <a:solidFill>
                  <a:srgbClr val="474747"/>
                </a:solidFill>
                <a:effectLst/>
                <a:latin typeface="Abadi Extra Light" panose="020B0204020104020204" pitchFamily="34" charset="0"/>
              </a:rPr>
              <a:t>La Deep </a:t>
            </a:r>
            <a:r>
              <a:rPr lang="es-ES" b="0" i="0" dirty="0" err="1">
                <a:solidFill>
                  <a:srgbClr val="474747"/>
                </a:solidFill>
                <a:effectLst/>
                <a:latin typeface="Abadi Extra Light" panose="020B0204020104020204" pitchFamily="34" charset="0"/>
              </a:rPr>
              <a:t>Belief</a:t>
            </a:r>
            <a:r>
              <a:rPr lang="es-ES" b="0" i="0" dirty="0">
                <a:solidFill>
                  <a:srgbClr val="474747"/>
                </a:solidFill>
                <a:effectLst/>
                <a:latin typeface="Abadi Extra Light" panose="020B0204020104020204" pitchFamily="34" charset="0"/>
              </a:rPr>
              <a:t> Network utiliza un </a:t>
            </a:r>
            <a:r>
              <a:rPr lang="es-ES" b="0" i="0" dirty="0" err="1">
                <a:solidFill>
                  <a:srgbClr val="474747"/>
                </a:solidFill>
                <a:effectLst/>
                <a:latin typeface="Abadi Extra Light" panose="020B0204020104020204" pitchFamily="34" charset="0"/>
              </a:rPr>
              <a:t>Autoencoder</a:t>
            </a:r>
            <a:r>
              <a:rPr lang="es-ES" b="0" i="0" dirty="0">
                <a:solidFill>
                  <a:srgbClr val="474747"/>
                </a:solidFill>
                <a:effectLst/>
                <a:latin typeface="Abadi Extra Light" panose="020B0204020104020204" pitchFamily="34" charset="0"/>
              </a:rPr>
              <a:t> con </a:t>
            </a:r>
            <a:r>
              <a:rPr lang="es-ES" b="0" i="0" dirty="0" err="1">
                <a:solidFill>
                  <a:srgbClr val="474747"/>
                </a:solidFill>
                <a:effectLst/>
                <a:latin typeface="Abadi Extra Light" panose="020B0204020104020204" pitchFamily="34" charset="0"/>
              </a:rPr>
              <a:t>Restricted</a:t>
            </a:r>
            <a:r>
              <a:rPr lang="es-ES" b="0" i="0" dirty="0">
                <a:solidFill>
                  <a:srgbClr val="474747"/>
                </a:solidFill>
                <a:effectLst/>
                <a:latin typeface="Abadi Extra Light" panose="020B0204020104020204" pitchFamily="34" charset="0"/>
              </a:rPr>
              <a:t> Boltzmann Machines para </a:t>
            </a:r>
            <a:r>
              <a:rPr lang="es-ES" b="0" i="0" dirty="0" err="1">
                <a:solidFill>
                  <a:srgbClr val="474747"/>
                </a:solidFill>
                <a:effectLst/>
                <a:latin typeface="Abadi Extra Light" panose="020B0204020104020204" pitchFamily="34" charset="0"/>
              </a:rPr>
              <a:t>preentrenar</a:t>
            </a:r>
            <a:r>
              <a:rPr lang="es-ES" b="0" i="0" dirty="0">
                <a:solidFill>
                  <a:srgbClr val="474747"/>
                </a:solidFill>
                <a:effectLst/>
                <a:latin typeface="Abadi Extra Light" panose="020B0204020104020204" pitchFamily="34" charset="0"/>
              </a:rPr>
              <a:t> a las neuronas de la red y obtener un mejor resultado final.</a:t>
            </a:r>
            <a:endParaRPr lang="es-CL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621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BA213-B6D7-483A-720D-F06F84A54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0" i="0" dirty="0">
                <a:solidFill>
                  <a:srgbClr val="474747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2014 – Generative Adversarial Networks</a:t>
            </a:r>
            <a:endParaRPr lang="es-CL" dirty="0"/>
          </a:p>
        </p:txBody>
      </p:sp>
      <p:pic>
        <p:nvPicPr>
          <p:cNvPr id="28674" name="Picture 2">
            <a:extLst>
              <a:ext uri="{FF2B5EF4-FFF2-40B4-BE49-F238E27FC236}">
                <a16:creationId xmlns:a16="http://schemas.microsoft.com/office/drawing/2014/main" id="{34CCF20C-EA55-0176-F990-1E75D6D5E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95315"/>
            <a:ext cx="533400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44557C4-6CA6-1F9D-8D11-2B9D5A7A3BFA}"/>
              </a:ext>
            </a:extLst>
          </p:cNvPr>
          <p:cNvSpPr txBox="1"/>
          <p:nvPr/>
        </p:nvSpPr>
        <p:spPr>
          <a:xfrm>
            <a:off x="672565" y="2136371"/>
            <a:ext cx="48969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0" i="0" dirty="0">
                <a:solidFill>
                  <a:srgbClr val="474747"/>
                </a:solidFill>
                <a:effectLst/>
                <a:latin typeface="Abadi Extra Light" panose="020B0204020104020204" pitchFamily="34" charset="0"/>
              </a:rPr>
              <a:t>Las GAN, entrenan dos redes neuronales en simultáneo. </a:t>
            </a:r>
          </a:p>
          <a:p>
            <a:pPr algn="just"/>
            <a:endParaRPr lang="es-ES" dirty="0">
              <a:solidFill>
                <a:srgbClr val="474747"/>
              </a:solidFill>
              <a:latin typeface="Abadi Extra Light" panose="020B0204020104020204" pitchFamily="34" charset="0"/>
            </a:endParaRPr>
          </a:p>
          <a:p>
            <a:pPr algn="just"/>
            <a:r>
              <a:rPr lang="es-ES" b="0" i="0" dirty="0">
                <a:solidFill>
                  <a:srgbClr val="474747"/>
                </a:solidFill>
                <a:effectLst/>
                <a:latin typeface="Abadi Extra Light" panose="020B0204020104020204" pitchFamily="34" charset="0"/>
              </a:rPr>
              <a:t>La red de Generación y la red de Discriminación. A medida que la máquina aprende, comienza a crear muestras que son indistinguibles de los datos reales.</a:t>
            </a:r>
            <a:endParaRPr lang="es-CL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381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8">
            <a:extLst>
              <a:ext uri="{FF2B5EF4-FFF2-40B4-BE49-F238E27FC236}">
                <a16:creationId xmlns:a16="http://schemas.microsoft.com/office/drawing/2014/main" id="{C80EC411-2EBD-3FFB-EC3E-BB806EFDB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5346" y="584662"/>
            <a:ext cx="1030085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s-ES" altLang="es-ES" sz="3200" dirty="0">
                <a:latin typeface="Abadi Extra Light" panose="020B0204020104020204" pitchFamily="34" charset="0"/>
                <a:cs typeface="Times New Roman" panose="02020603050405020304" pitchFamily="18" charset="0"/>
              </a:rPr>
              <a:t>Las aplicaciones más exitosas de las RNA son:</a:t>
            </a:r>
            <a:endParaRPr lang="es-MX" altLang="es-ES" sz="3200" dirty="0">
              <a:latin typeface="Abadi Extra Light" panose="020B0204020104020204" pitchFamily="34" charset="0"/>
              <a:cs typeface="Times New Roman" panose="02020603050405020304" pitchFamily="18" charset="0"/>
            </a:endParaRPr>
          </a:p>
          <a:p>
            <a:endParaRPr lang="es-ES" altLang="es-ES" sz="3200" dirty="0">
              <a:latin typeface="Abadi Extra Light" panose="020B0204020104020204" pitchFamily="34" charset="0"/>
              <a:cs typeface="Times New Roman" panose="02020603050405020304" pitchFamily="18" charset="0"/>
            </a:endParaRPr>
          </a:p>
          <a:p>
            <a:pPr lvl="1" eaLnBrk="0" hangingPunct="0">
              <a:buFontTx/>
              <a:buAutoNum type="arabicPeriod"/>
            </a:pPr>
            <a:r>
              <a:rPr lang="es-ES" altLang="es-ES" sz="3200" dirty="0">
                <a:latin typeface="Abadi Extra Light" panose="020B0204020104020204" pitchFamily="34" charset="0"/>
              </a:rPr>
              <a:t>Procesamiento de imágenes y de voz</a:t>
            </a:r>
          </a:p>
          <a:p>
            <a:pPr lvl="1" eaLnBrk="0" hangingPunct="0">
              <a:buFontTx/>
              <a:buAutoNum type="arabicPeriod"/>
            </a:pPr>
            <a:r>
              <a:rPr lang="es-ES" altLang="es-ES" sz="3200" dirty="0">
                <a:latin typeface="Abadi Extra Light" panose="020B0204020104020204" pitchFamily="34" charset="0"/>
              </a:rPr>
              <a:t>Reconocimiento de patrones </a:t>
            </a:r>
          </a:p>
          <a:p>
            <a:pPr lvl="1" eaLnBrk="0" hangingPunct="0">
              <a:buFontTx/>
              <a:buAutoNum type="arabicPeriod"/>
            </a:pPr>
            <a:r>
              <a:rPr lang="es-ES" altLang="es-ES" sz="3200" dirty="0">
                <a:latin typeface="Abadi Extra Light" panose="020B0204020104020204" pitchFamily="34" charset="0"/>
              </a:rPr>
              <a:t>Planeamiento </a:t>
            </a:r>
          </a:p>
          <a:p>
            <a:pPr lvl="1" eaLnBrk="0" hangingPunct="0">
              <a:buFontTx/>
              <a:buAutoNum type="arabicPeriod"/>
            </a:pPr>
            <a:r>
              <a:rPr lang="es-ES" altLang="es-ES" sz="3200" dirty="0">
                <a:latin typeface="Abadi Extra Light" panose="020B0204020104020204" pitchFamily="34" charset="0"/>
              </a:rPr>
              <a:t>Interfaces adaptivas para sistemas Hombre/máquina </a:t>
            </a:r>
          </a:p>
          <a:p>
            <a:pPr lvl="1" eaLnBrk="0" hangingPunct="0">
              <a:buFontTx/>
              <a:buAutoNum type="arabicPeriod"/>
            </a:pPr>
            <a:r>
              <a:rPr lang="es-ES" altLang="es-ES" sz="3200" dirty="0">
                <a:latin typeface="Abadi Extra Light" panose="020B0204020104020204" pitchFamily="34" charset="0"/>
              </a:rPr>
              <a:t>Predicción </a:t>
            </a:r>
          </a:p>
          <a:p>
            <a:pPr lvl="1" eaLnBrk="0" hangingPunct="0">
              <a:buFontTx/>
              <a:buAutoNum type="arabicPeriod"/>
            </a:pPr>
            <a:r>
              <a:rPr lang="es-ES" altLang="es-ES" sz="3200" dirty="0">
                <a:latin typeface="Abadi Extra Light" panose="020B0204020104020204" pitchFamily="34" charset="0"/>
              </a:rPr>
              <a:t>Control y optimización </a:t>
            </a:r>
          </a:p>
          <a:p>
            <a:pPr lvl="1" eaLnBrk="0" hangingPunct="0">
              <a:buFontTx/>
              <a:buAutoNum type="arabicPeriod"/>
            </a:pPr>
            <a:r>
              <a:rPr lang="es-ES" altLang="es-ES" sz="3200" dirty="0">
                <a:latin typeface="Abadi Extra Light" panose="020B0204020104020204" pitchFamily="34" charset="0"/>
              </a:rPr>
              <a:t>Filtrado de señales </a:t>
            </a:r>
          </a:p>
          <a:p>
            <a:pPr eaLnBrk="0" hangingPunct="0"/>
            <a:endParaRPr lang="es-ES" altLang="es-ES" sz="3200" dirty="0">
              <a:latin typeface="Abadi Extra Light" panose="020B0204020104020204" pitchFamily="34" charset="0"/>
            </a:endParaRPr>
          </a:p>
        </p:txBody>
      </p:sp>
      <p:sp>
        <p:nvSpPr>
          <p:cNvPr id="5" name="Título 5">
            <a:extLst>
              <a:ext uri="{FF2B5EF4-FFF2-40B4-BE49-F238E27FC236}">
                <a16:creationId xmlns:a16="http://schemas.microsoft.com/office/drawing/2014/main" id="{DB2CB82A-AE5D-462F-F8CE-6BEFDFBDE5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2994685" y="3070541"/>
            <a:ext cx="6842813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rgbClr val="00B0F0"/>
                </a:solidFill>
                <a:latin typeface="Abadi Extra Light" panose="020B0204020104020204" pitchFamily="34" charset="0"/>
              </a:rPr>
              <a:t>Redes </a:t>
            </a:r>
            <a:r>
              <a:rPr lang="en-US" sz="44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Neuronales</a:t>
            </a:r>
            <a:r>
              <a:rPr lang="en-US" sz="4400" dirty="0">
                <a:solidFill>
                  <a:srgbClr val="00B0F0"/>
                </a:solidFill>
                <a:latin typeface="Abadi Extra Light" panose="020B0204020104020204" pitchFamily="34" charset="0"/>
              </a:rPr>
              <a:t> </a:t>
            </a:r>
            <a:r>
              <a:rPr lang="en-US" sz="44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Artificiales</a:t>
            </a:r>
            <a:endParaRPr lang="es-CL" sz="4400" dirty="0">
              <a:solidFill>
                <a:srgbClr val="00B0F0"/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330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85AA4DEF-9F66-6187-EF6A-485CB7DE6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367" y="355791"/>
            <a:ext cx="7874058" cy="6146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5">
            <a:extLst>
              <a:ext uri="{FF2B5EF4-FFF2-40B4-BE49-F238E27FC236}">
                <a16:creationId xmlns:a16="http://schemas.microsoft.com/office/drawing/2014/main" id="{EB9D25BF-1977-E97E-36D5-635CBC3307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rot="16200000">
            <a:off x="-2415590" y="3649635"/>
            <a:ext cx="5684624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Estructura</a:t>
            </a:r>
            <a:r>
              <a:rPr lang="en-US" sz="4400" dirty="0">
                <a:solidFill>
                  <a:srgbClr val="00B0F0"/>
                </a:solidFill>
                <a:latin typeface="Abadi Extra Light" panose="020B0204020104020204" pitchFamily="34" charset="0"/>
              </a:rPr>
              <a:t> Artificial</a:t>
            </a:r>
            <a:endParaRPr lang="es-CL" sz="4400" dirty="0">
              <a:solidFill>
                <a:srgbClr val="00B0F0"/>
              </a:solidFill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808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EE45E23-8A78-8789-4FE9-341543A7C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1518060"/>
            <a:ext cx="6396939" cy="329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94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BBD31-CC0A-E750-8CA1-B5698343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Principales</a:t>
            </a:r>
            <a:r>
              <a:rPr lang="en-US" sz="4400" dirty="0">
                <a:solidFill>
                  <a:srgbClr val="00B0F0"/>
                </a:solidFill>
                <a:latin typeface="Abadi Extra Light" panose="020B0204020104020204" pitchFamily="34" charset="0"/>
              </a:rPr>
              <a:t> </a:t>
            </a:r>
            <a:r>
              <a:rPr lang="en-US" sz="44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caracteristicas</a:t>
            </a:r>
            <a:r>
              <a:rPr lang="en-US" sz="4400" dirty="0">
                <a:solidFill>
                  <a:srgbClr val="00B0F0"/>
                </a:solidFill>
                <a:latin typeface="Abadi Extra Light" panose="020B0204020104020204" pitchFamily="34" charset="0"/>
              </a:rPr>
              <a:t> de </a:t>
            </a:r>
            <a:r>
              <a:rPr lang="en-US" sz="44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una</a:t>
            </a:r>
            <a:r>
              <a:rPr lang="en-US" dirty="0">
                <a:solidFill>
                  <a:srgbClr val="00B0F0"/>
                </a:solidFill>
                <a:latin typeface="Abadi Extra Light" panose="020B0204020104020204" pitchFamily="34" charset="0"/>
              </a:rPr>
              <a:t> </a:t>
            </a:r>
            <a:r>
              <a:rPr lang="en-US" sz="4400" dirty="0">
                <a:solidFill>
                  <a:srgbClr val="00B0F0"/>
                </a:solidFill>
                <a:latin typeface="Abadi Extra Light" panose="020B0204020104020204" pitchFamily="34" charset="0"/>
              </a:rPr>
              <a:t>RNA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4EA580-9603-E641-86BF-A29287274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just">
              <a:lnSpc>
                <a:spcPct val="80000"/>
              </a:lnSpc>
              <a:buNone/>
            </a:pPr>
            <a:endParaRPr lang="es-ES" altLang="es-ES" sz="4000" dirty="0">
              <a:latin typeface="Abadi Extra Light" panose="020B0204020104020204" pitchFamily="34" charset="0"/>
            </a:endParaRPr>
          </a:p>
          <a:p>
            <a:pPr lvl="1" algn="just">
              <a:lnSpc>
                <a:spcPct val="160000"/>
              </a:lnSpc>
            </a:pPr>
            <a:r>
              <a:rPr lang="es-ES" altLang="es-ES" sz="3200" b="1" dirty="0">
                <a:latin typeface="Abadi Extra Light" panose="020B0204020104020204" pitchFamily="34" charset="0"/>
              </a:rPr>
              <a:t>Arquitectura</a:t>
            </a:r>
            <a:r>
              <a:rPr lang="es-ES" altLang="es-ES" sz="3200" dirty="0">
                <a:latin typeface="Abadi Extra Light" panose="020B0204020104020204" pitchFamily="34" charset="0"/>
              </a:rPr>
              <a:t>: Estructura o patrón de conexiones entre las unidades de proceso</a:t>
            </a:r>
          </a:p>
          <a:p>
            <a:pPr lvl="1" algn="just">
              <a:lnSpc>
                <a:spcPct val="160000"/>
              </a:lnSpc>
            </a:pPr>
            <a:endParaRPr lang="es-ES" altLang="es-ES" sz="3200" dirty="0">
              <a:latin typeface="Abadi Extra Light" panose="020B0204020104020204" pitchFamily="34" charset="0"/>
            </a:endParaRPr>
          </a:p>
          <a:p>
            <a:pPr lvl="1" algn="just">
              <a:lnSpc>
                <a:spcPct val="160000"/>
              </a:lnSpc>
            </a:pPr>
            <a:r>
              <a:rPr lang="es-ES" altLang="es-ES" sz="3200" b="1" dirty="0">
                <a:latin typeface="Abadi Extra Light" panose="020B0204020104020204" pitchFamily="34" charset="0"/>
              </a:rPr>
              <a:t>Dinámica de la Computación </a:t>
            </a:r>
            <a:r>
              <a:rPr lang="es-ES" altLang="es-ES" sz="3200" dirty="0">
                <a:latin typeface="Abadi Extra Light" panose="020B0204020104020204" pitchFamily="34" charset="0"/>
              </a:rPr>
              <a:t>que nos expresa el valor que toman las unidades de proceso y que se basa en unas </a:t>
            </a:r>
            <a:r>
              <a:rPr lang="es-ES" altLang="es-ES" sz="3200" b="1" dirty="0">
                <a:latin typeface="Abadi Extra Light" panose="020B0204020104020204" pitchFamily="34" charset="0"/>
              </a:rPr>
              <a:t>funciones de activación (o de transferencia) </a:t>
            </a:r>
            <a:r>
              <a:rPr lang="es-ES" altLang="es-ES" sz="3200" dirty="0">
                <a:latin typeface="Abadi Extra Light" panose="020B0204020104020204" pitchFamily="34" charset="0"/>
              </a:rPr>
              <a:t>que especifican como se transforman las señales de entrada de la unidad de proceso en la señal de salida.</a:t>
            </a:r>
          </a:p>
          <a:p>
            <a:pPr lvl="1" algn="just">
              <a:lnSpc>
                <a:spcPct val="160000"/>
              </a:lnSpc>
            </a:pPr>
            <a:endParaRPr lang="es-ES" altLang="es-ES" sz="3200" dirty="0">
              <a:latin typeface="Abadi Extra Light" panose="020B0204020104020204" pitchFamily="34" charset="0"/>
            </a:endParaRPr>
          </a:p>
          <a:p>
            <a:pPr lvl="1" algn="just">
              <a:lnSpc>
                <a:spcPct val="160000"/>
              </a:lnSpc>
            </a:pPr>
            <a:r>
              <a:rPr lang="es-ES" altLang="es-ES" sz="3200" b="1" dirty="0">
                <a:latin typeface="Abadi Extra Light" panose="020B0204020104020204" pitchFamily="34" charset="0"/>
              </a:rPr>
              <a:t>Algoritmo de Entrenamiento o Aprendizaje</a:t>
            </a:r>
            <a:r>
              <a:rPr lang="es-ES" altLang="es-ES" sz="3200" dirty="0">
                <a:latin typeface="Abadi Extra Light" panose="020B0204020104020204" pitchFamily="34" charset="0"/>
              </a:rPr>
              <a:t>: Procedimiento para determinar los pesos de las conexiones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s-ES" altLang="es-ES" sz="1800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865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E25282-4B59-AA9D-A1B3-FBB367D3D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389" y="2997720"/>
            <a:ext cx="10515600" cy="1603375"/>
          </a:xfrm>
        </p:spPr>
        <p:txBody>
          <a:bodyPr/>
          <a:lstStyle/>
          <a:p>
            <a:pPr marL="0" indent="0" algn="ctr">
              <a:buNone/>
            </a:pPr>
            <a:r>
              <a:rPr lang="es-ES" altLang="es-ES" sz="2800" dirty="0">
                <a:latin typeface="Abadi Extra Light" panose="020B0204020104020204" pitchFamily="34" charset="0"/>
              </a:rPr>
              <a:t>Una característica muy importante de estas redes es su </a:t>
            </a:r>
            <a:r>
              <a:rPr lang="es-ES" altLang="es-ES" sz="2800" i="1" dirty="0">
                <a:solidFill>
                  <a:schemeClr val="hlink"/>
                </a:solidFill>
                <a:latin typeface="Abadi Extra Light" panose="020B0204020104020204" pitchFamily="34" charset="0"/>
              </a:rPr>
              <a:t>naturaleza </a:t>
            </a:r>
            <a:r>
              <a:rPr lang="es-ES" altLang="es-ES" sz="2800" b="1" i="1" dirty="0">
                <a:solidFill>
                  <a:schemeClr val="hlink"/>
                </a:solidFill>
                <a:latin typeface="Abadi Extra Light" panose="020B0204020104020204" pitchFamily="34" charset="0"/>
              </a:rPr>
              <a:t>adaptativa</a:t>
            </a:r>
            <a:r>
              <a:rPr lang="es-ES" altLang="es-ES" sz="2800" i="1" dirty="0">
                <a:solidFill>
                  <a:schemeClr val="hlink"/>
                </a:solidFill>
                <a:latin typeface="Abadi Extra Light" panose="020B0204020104020204" pitchFamily="34" charset="0"/>
              </a:rPr>
              <a:t>,</a:t>
            </a:r>
            <a:r>
              <a:rPr lang="es-ES" altLang="es-ES" sz="2800" dirty="0">
                <a:latin typeface="Abadi Extra Light" panose="020B0204020104020204" pitchFamily="34" charset="0"/>
              </a:rPr>
              <a:t> donde el "</a:t>
            </a:r>
            <a:r>
              <a:rPr lang="es-ES" altLang="es-ES" sz="2800" b="1" dirty="0">
                <a:latin typeface="Abadi Extra Light" panose="020B0204020104020204" pitchFamily="34" charset="0"/>
              </a:rPr>
              <a:t>aprendizaje con ejemplos</a:t>
            </a:r>
            <a:r>
              <a:rPr lang="es-ES" altLang="es-ES" sz="2800" dirty="0">
                <a:latin typeface="Abadi Extra Light" panose="020B0204020104020204" pitchFamily="34" charset="0"/>
              </a:rPr>
              <a:t>" </a:t>
            </a:r>
            <a:r>
              <a:rPr lang="es-ES" altLang="es-ES" sz="2800" b="1" dirty="0">
                <a:solidFill>
                  <a:schemeClr val="hlink"/>
                </a:solidFill>
                <a:latin typeface="Abadi Extra Light" panose="020B0204020104020204" pitchFamily="34" charset="0"/>
              </a:rPr>
              <a:t>sustituye</a:t>
            </a:r>
            <a:r>
              <a:rPr lang="es-ES" altLang="es-ES" sz="2800" dirty="0">
                <a:latin typeface="Abadi Extra Light" panose="020B0204020104020204" pitchFamily="34" charset="0"/>
              </a:rPr>
              <a:t> a la "programación" en la resolución de problemas.</a:t>
            </a:r>
          </a:p>
          <a:p>
            <a:pPr algn="ctr"/>
            <a:endParaRPr lang="es-CL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A43902E-A843-AB36-D206-C1E7C55C1862}"/>
              </a:ext>
            </a:extLst>
          </p:cNvPr>
          <p:cNvSpPr txBox="1">
            <a:spLocks/>
          </p:cNvSpPr>
          <p:nvPr/>
        </p:nvSpPr>
        <p:spPr>
          <a:xfrm>
            <a:off x="838200" y="2182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Principales</a:t>
            </a:r>
            <a:r>
              <a:rPr lang="en-US" dirty="0">
                <a:solidFill>
                  <a:srgbClr val="00B0F0"/>
                </a:solidFill>
                <a:latin typeface="Abadi Extra Light" panose="020B0204020104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caracteristicas</a:t>
            </a:r>
            <a:r>
              <a:rPr lang="en-US" dirty="0">
                <a:solidFill>
                  <a:srgbClr val="00B0F0"/>
                </a:solidFill>
                <a:latin typeface="Abadi Extra Light" panose="020B0204020104020204" pitchFamily="34" charset="0"/>
              </a:rPr>
              <a:t> de </a:t>
            </a:r>
            <a:r>
              <a:rPr lang="en-US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una</a:t>
            </a:r>
            <a:r>
              <a:rPr lang="en-US" dirty="0">
                <a:solidFill>
                  <a:srgbClr val="00B0F0"/>
                </a:solidFill>
                <a:latin typeface="Abadi Extra Light" panose="020B0204020104020204" pitchFamily="34" charset="0"/>
              </a:rPr>
              <a:t> RNA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07115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85A66-3878-47B7-D473-F23F5BBAB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Elementos</a:t>
            </a:r>
            <a:r>
              <a:rPr lang="en-US" sz="4400" dirty="0">
                <a:solidFill>
                  <a:srgbClr val="00B0F0"/>
                </a:solidFill>
                <a:latin typeface="Abadi Extra Light" panose="020B0204020104020204" pitchFamily="34" charset="0"/>
              </a:rPr>
              <a:t> de </a:t>
            </a:r>
            <a:r>
              <a:rPr lang="en-US" sz="44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una</a:t>
            </a:r>
            <a:r>
              <a:rPr lang="en-US" sz="4400" dirty="0">
                <a:solidFill>
                  <a:srgbClr val="00B0F0"/>
                </a:solidFill>
                <a:latin typeface="Abadi Extra Light" panose="020B0204020104020204" pitchFamily="34" charset="0"/>
              </a:rPr>
              <a:t> red neuronal artificial (RNA)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300CE2-6501-5C76-3ABC-70C5BE96F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s-ES" dirty="0">
                <a:latin typeface="Abadi Extra Light" panose="020B0204020104020204" pitchFamily="34" charset="0"/>
              </a:rPr>
              <a:t>Las </a:t>
            </a:r>
            <a:r>
              <a:rPr lang="en-US" altLang="es-ES" dirty="0" err="1">
                <a:latin typeface="Abadi Extra Light" panose="020B0204020104020204" pitchFamily="34" charset="0"/>
              </a:rPr>
              <a:t>neuronas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están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conectadas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por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canales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unidireccionales</a:t>
            </a:r>
            <a:r>
              <a:rPr lang="en-US" altLang="es-ES" dirty="0">
                <a:latin typeface="Abadi Extra Light" panose="020B0204020104020204" pitchFamily="34" charset="0"/>
              </a:rPr>
              <a:t> con peso.</a:t>
            </a:r>
          </a:p>
          <a:p>
            <a:r>
              <a:rPr lang="en-US" altLang="es-ES" dirty="0">
                <a:latin typeface="Abadi Extra Light" panose="020B0204020104020204" pitchFamily="34" charset="0"/>
              </a:rPr>
              <a:t>El peso </a:t>
            </a:r>
            <a:r>
              <a:rPr lang="en-US" altLang="es-ES" dirty="0" err="1">
                <a:latin typeface="Abadi Extra Light" panose="020B0204020104020204" pitchFamily="34" charset="0"/>
              </a:rPr>
              <a:t>wij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está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asociado</a:t>
            </a:r>
            <a:r>
              <a:rPr lang="en-US" altLang="es-ES" dirty="0">
                <a:latin typeface="Abadi Extra Light" panose="020B0204020104020204" pitchFamily="34" charset="0"/>
              </a:rPr>
              <a:t> al canal que </a:t>
            </a:r>
            <a:r>
              <a:rPr lang="en-US" altLang="es-ES" dirty="0" err="1">
                <a:latin typeface="Abadi Extra Light" panose="020B0204020104020204" pitchFamily="34" charset="0"/>
              </a:rPr>
              <a:t>conecta</a:t>
            </a:r>
            <a:r>
              <a:rPr lang="en-US" altLang="es-ES" dirty="0">
                <a:latin typeface="Abadi Extra Light" panose="020B0204020104020204" pitchFamily="34" charset="0"/>
              </a:rPr>
              <a:t> la </a:t>
            </a:r>
            <a:r>
              <a:rPr lang="en-US" altLang="es-ES" dirty="0" err="1">
                <a:latin typeface="Abadi Extra Light" panose="020B0204020104020204" pitchFamily="34" charset="0"/>
              </a:rPr>
              <a:t>neurona</a:t>
            </a:r>
            <a:r>
              <a:rPr lang="en-US" altLang="es-ES" dirty="0">
                <a:latin typeface="Abadi Extra Light" panose="020B0204020104020204" pitchFamily="34" charset="0"/>
              </a:rPr>
              <a:t> j con la </a:t>
            </a:r>
            <a:r>
              <a:rPr lang="en-US" altLang="es-ES" dirty="0" err="1">
                <a:latin typeface="Abadi Extra Light" panose="020B0204020104020204" pitchFamily="34" charset="0"/>
              </a:rPr>
              <a:t>neurona</a:t>
            </a:r>
            <a:r>
              <a:rPr lang="en-US" altLang="es-ES" dirty="0">
                <a:latin typeface="Abadi Extra Light" panose="020B0204020104020204" pitchFamily="34" charset="0"/>
              </a:rPr>
              <a:t> </a:t>
            </a:r>
            <a:r>
              <a:rPr lang="en-US" altLang="es-ES" dirty="0" err="1">
                <a:latin typeface="Abadi Extra Light" panose="020B0204020104020204" pitchFamily="34" charset="0"/>
              </a:rPr>
              <a:t>i</a:t>
            </a:r>
            <a:r>
              <a:rPr lang="en-US" altLang="es-ES" dirty="0">
                <a:latin typeface="Abadi Extra Light" panose="020B0204020104020204" pitchFamily="34" charset="0"/>
              </a:rPr>
              <a:t>.</a:t>
            </a:r>
          </a:p>
          <a:p>
            <a:r>
              <a:rPr lang="en-US" altLang="es-ES" dirty="0">
                <a:latin typeface="Abadi Extra Light" panose="020B0204020104020204" pitchFamily="34" charset="0"/>
              </a:rPr>
              <a:t>La entrada total de la </a:t>
            </a:r>
            <a:r>
              <a:rPr lang="en-US" altLang="es-ES" dirty="0" err="1">
                <a:latin typeface="Abadi Extra Light" panose="020B0204020104020204" pitchFamily="34" charset="0"/>
              </a:rPr>
              <a:t>neurona</a:t>
            </a:r>
            <a:r>
              <a:rPr lang="en-US" altLang="es-ES" dirty="0">
                <a:latin typeface="Abadi Extra Light" panose="020B0204020104020204" pitchFamily="34" charset="0"/>
              </a:rPr>
              <a:t> j es </a:t>
            </a:r>
            <a:r>
              <a:rPr lang="en-US" altLang="es-ES" dirty="0" err="1">
                <a:latin typeface="Abadi Extra Light" panose="020B0204020104020204" pitchFamily="34" charset="0"/>
              </a:rPr>
              <a:t>net</a:t>
            </a:r>
            <a:r>
              <a:rPr lang="en-US" altLang="es-ES" baseline="-25000" dirty="0" err="1">
                <a:latin typeface="Abadi Extra Light" panose="020B0204020104020204" pitchFamily="34" charset="0"/>
              </a:rPr>
              <a:t>j</a:t>
            </a:r>
            <a:r>
              <a:rPr lang="en-US" altLang="es-ES" dirty="0">
                <a:latin typeface="Abadi Extra Light" panose="020B0204020104020204" pitchFamily="34" charset="0"/>
              </a:rPr>
              <a:t> = </a:t>
            </a:r>
            <a:r>
              <a:rPr lang="es-ES" altLang="es-ES" dirty="0">
                <a:latin typeface="Abadi Extra Light" panose="020B0204020104020204" pitchFamily="34" charset="0"/>
              </a:rPr>
              <a:t>Σ</a:t>
            </a:r>
            <a:r>
              <a:rPr lang="en-US" altLang="es-ES" dirty="0" err="1">
                <a:latin typeface="Abadi Extra Light" panose="020B0204020104020204" pitchFamily="34" charset="0"/>
              </a:rPr>
              <a:t>w</a:t>
            </a:r>
            <a:r>
              <a:rPr lang="en-US" altLang="es-ES" baseline="-25000" dirty="0" err="1">
                <a:latin typeface="Abadi Extra Light" panose="020B0204020104020204" pitchFamily="34" charset="0"/>
              </a:rPr>
              <a:t>ij</a:t>
            </a:r>
            <a:r>
              <a:rPr lang="en-US" altLang="es-ES" dirty="0" err="1">
                <a:latin typeface="Abadi Extra Light" panose="020B0204020104020204" pitchFamily="34" charset="0"/>
              </a:rPr>
              <a:t>y</a:t>
            </a:r>
            <a:r>
              <a:rPr lang="en-US" altLang="es-ES" baseline="-25000" dirty="0" err="1">
                <a:latin typeface="Abadi Extra Light" panose="020B0204020104020204" pitchFamily="34" charset="0"/>
              </a:rPr>
              <a:t>i</a:t>
            </a:r>
            <a:r>
              <a:rPr lang="en-US" altLang="es-ES" dirty="0">
                <a:latin typeface="Abadi Extra Light" panose="020B0204020104020204" pitchFamily="34" charset="0"/>
              </a:rPr>
              <a:t>.</a:t>
            </a:r>
          </a:p>
          <a:p>
            <a:r>
              <a:rPr lang="en-US" altLang="es-ES" dirty="0">
                <a:latin typeface="Abadi Extra Light" panose="020B0204020104020204" pitchFamily="34" charset="0"/>
              </a:rPr>
              <a:t>La </a:t>
            </a:r>
            <a:r>
              <a:rPr lang="en-US" altLang="es-ES" dirty="0" err="1">
                <a:latin typeface="Abadi Extra Light" panose="020B0204020104020204" pitchFamily="34" charset="0"/>
              </a:rPr>
              <a:t>salida</a:t>
            </a:r>
            <a:r>
              <a:rPr lang="en-US" altLang="es-ES" dirty="0">
                <a:latin typeface="Abadi Extra Light" panose="020B0204020104020204" pitchFamily="34" charset="0"/>
              </a:rPr>
              <a:t> de la </a:t>
            </a:r>
            <a:r>
              <a:rPr lang="en-US" altLang="es-ES" dirty="0" err="1">
                <a:latin typeface="Abadi Extra Light" panose="020B0204020104020204" pitchFamily="34" charset="0"/>
              </a:rPr>
              <a:t>neurona</a:t>
            </a:r>
            <a:r>
              <a:rPr lang="en-US" altLang="es-ES" dirty="0">
                <a:latin typeface="Abadi Extra Light" panose="020B0204020104020204" pitchFamily="34" charset="0"/>
              </a:rPr>
              <a:t> j es </a:t>
            </a:r>
            <a:r>
              <a:rPr lang="en-US" altLang="es-ES" dirty="0" err="1">
                <a:latin typeface="Abadi Extra Light" panose="020B0204020104020204" pitchFamily="34" charset="0"/>
              </a:rPr>
              <a:t>y</a:t>
            </a:r>
            <a:r>
              <a:rPr lang="en-US" altLang="es-ES" baseline="-25000" dirty="0" err="1">
                <a:latin typeface="Abadi Extra Light" panose="020B0204020104020204" pitchFamily="34" charset="0"/>
              </a:rPr>
              <a:t>j</a:t>
            </a:r>
            <a:r>
              <a:rPr lang="en-US" altLang="es-ES" dirty="0">
                <a:latin typeface="Abadi Extra Light" panose="020B0204020104020204" pitchFamily="34" charset="0"/>
              </a:rPr>
              <a:t> = f(</a:t>
            </a:r>
            <a:r>
              <a:rPr lang="en-US" altLang="es-ES" dirty="0" err="1">
                <a:latin typeface="Abadi Extra Light" panose="020B0204020104020204" pitchFamily="34" charset="0"/>
              </a:rPr>
              <a:t>net</a:t>
            </a:r>
            <a:r>
              <a:rPr lang="en-US" altLang="es-ES" baseline="-25000" dirty="0" err="1">
                <a:latin typeface="Abadi Extra Light" panose="020B0204020104020204" pitchFamily="34" charset="0"/>
              </a:rPr>
              <a:t>j</a:t>
            </a:r>
            <a:r>
              <a:rPr lang="en-US" altLang="es-ES" dirty="0">
                <a:latin typeface="Abadi Extra Light" panose="020B0204020104020204" pitchFamily="34" charset="0"/>
              </a:rPr>
              <a:t>).</a:t>
            </a:r>
            <a:endParaRPr lang="es-ES" altLang="es-ES" dirty="0">
              <a:latin typeface="Abadi Extra Light" panose="020B0204020104020204" pitchFamily="34" charset="0"/>
            </a:endParaRPr>
          </a:p>
          <a:p>
            <a:endParaRPr lang="es-CL" dirty="0">
              <a:latin typeface="Abadi Extra Light" panose="020B02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803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136525"/>
            <a:ext cx="8229600" cy="70609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s-ES" dirty="0">
                <a:solidFill>
                  <a:srgbClr val="00B0F0"/>
                </a:solidFill>
                <a:latin typeface="Abadi Extra Light" panose="020B0204020104020204" pitchFamily="34" charset="0"/>
              </a:rPr>
              <a:t>PERCEPTRÓN: McCulloch y </a:t>
            </a:r>
            <a:r>
              <a:rPr lang="es-ES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Pits</a:t>
            </a:r>
            <a:r>
              <a:rPr lang="es-ES" dirty="0">
                <a:solidFill>
                  <a:srgbClr val="00B0F0"/>
                </a:solidFill>
                <a:latin typeface="Abadi Extra Light" panose="020B0204020104020204" pitchFamily="34" charset="0"/>
              </a:rPr>
              <a:t> (1943)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5D51657-53E3-4015-8B98-9E2FE9E1F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440" y="1814832"/>
            <a:ext cx="7355160" cy="4812914"/>
          </a:xfrm>
          <a:prstGeom prst="rect">
            <a:avLst/>
          </a:prstGeom>
        </p:spPr>
      </p:pic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F01AF03F-6FFF-44FC-BEA7-14699278CA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664057"/>
              </p:ext>
            </p:extLst>
          </p:nvPr>
        </p:nvGraphicFramePr>
        <p:xfrm>
          <a:off x="6982039" y="902813"/>
          <a:ext cx="4727575" cy="182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01640" imgH="965160" progId="Equation.DSMT4">
                  <p:embed/>
                </p:oleObj>
              </mc:Choice>
              <mc:Fallback>
                <p:oleObj name="Equation" r:id="rId4" imgW="2501640" imgH="965160" progId="Equation.DSMT4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F01AF03F-6FFF-44FC-BEA7-14699278CA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82039" y="902813"/>
                        <a:ext cx="4727575" cy="1824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91289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3CAD26-2ECF-422E-8619-C2CCCEB85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89" y="192804"/>
            <a:ext cx="1093262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200" dirty="0">
                <a:solidFill>
                  <a:srgbClr val="00B0F0"/>
                </a:solidFill>
                <a:latin typeface="Abadi Extra Light" panose="020B0204020104020204" pitchFamily="34" charset="0"/>
              </a:rPr>
              <a:t>Rosenblatt (1956) Algoritmo De Entrenamiento Del Perceptrón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0943D39-6327-4470-8B1A-49DB78B3A6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229600" cy="475615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s-ES" dirty="0"/>
                  <a:t>Datos de entrenamiento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,…,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s-ES" dirty="0"/>
              </a:p>
              <a:p>
                <a:pPr marL="0" indent="0">
                  <a:buNone/>
                </a:pPr>
                <a:r>
                  <a:rPr lang="es-ES" dirty="0"/>
                  <a:t>     s= salida de la red</a:t>
                </a:r>
              </a:p>
              <a:p>
                <a:r>
                  <a:rPr lang="es-ES" dirty="0">
                    <a:solidFill>
                      <a:srgbClr val="FF0000"/>
                    </a:solidFill>
                  </a:rPr>
                  <a:t>Hiperplano separador</a:t>
                </a:r>
              </a:p>
              <a:p>
                <a:endParaRPr lang="es-ES" dirty="0"/>
              </a:p>
              <a:p>
                <a:pPr marL="0" indent="0">
                  <a:buNone/>
                </a:pPr>
                <a:endParaRPr lang="es-ES" dirty="0"/>
              </a:p>
              <a:p>
                <a:pPr marL="0" indent="0">
                  <a:buNone/>
                </a:pPr>
                <a:r>
                  <a:rPr lang="es-ES" dirty="0"/>
                  <a:t>Algoritmo de entrenamiento</a:t>
                </a:r>
              </a:p>
              <a:p>
                <a:pPr marL="0" indent="0">
                  <a:buNone/>
                </a:pPr>
                <a:r>
                  <a:rPr lang="es-ES" dirty="0" err="1"/>
                  <a:t>for</a:t>
                </a:r>
                <a:r>
                  <a:rPr lang="es-ES" dirty="0"/>
                  <a:t> j=1:etapas</a:t>
                </a:r>
              </a:p>
              <a:p>
                <a:pPr marL="0" indent="0">
                  <a:buNone/>
                </a:pPr>
                <a:r>
                  <a:rPr lang="es-ES" dirty="0"/>
                  <a:t>   </a:t>
                </a:r>
                <a:r>
                  <a:rPr lang="es-ES" dirty="0" err="1"/>
                  <a:t>for</a:t>
                </a:r>
                <a:r>
                  <a:rPr lang="es-ES" dirty="0"/>
                  <a:t> i=1:observaciones</a:t>
                </a:r>
              </a:p>
              <a:p>
                <a:pPr marL="457200" lvl="1" indent="0">
                  <a:buNone/>
                </a:pPr>
                <a:r>
                  <a:rPr lang="es-ES" dirty="0"/>
                  <a:t>Si s=t (salida=target),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𝑖𝑁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𝑖𝐴</m:t>
                        </m:r>
                      </m:sub>
                    </m:sSub>
                  </m:oMath>
                </a14:m>
                <a:r>
                  <a:rPr lang="es-ES" dirty="0"/>
                  <a:t> (nuevo peso=antiguo)</a:t>
                </a:r>
              </a:p>
              <a:p>
                <a:pPr marL="457200" lvl="1" indent="0">
                  <a:buNone/>
                </a:pPr>
                <a:r>
                  <a:rPr lang="es-ES" dirty="0"/>
                  <a:t>Si s=0, t=1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𝑖𝑁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𝑖𝐴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α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dirty="0"/>
                  <a:t>  (aumentar todos los pesos)</a:t>
                </a:r>
              </a:p>
              <a:p>
                <a:pPr marL="457200" lvl="1" indent="0">
                  <a:buNone/>
                </a:pPr>
                <a:r>
                  <a:rPr lang="es-ES" dirty="0"/>
                  <a:t>Si s=1, t=0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𝑖𝑁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𝑖𝐴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" dirty="0"/>
                  <a:t>  (reducir todos los pesos)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</a:rPr>
                      <m:t>α</m:t>
                    </m:r>
                    <m:r>
                      <a:rPr lang="es-E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tasa de aprendizaje</a:t>
                </a:r>
              </a:p>
              <a:p>
                <a:endParaRPr lang="es-E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0943D39-6327-4470-8B1A-49DB78B3A6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229600" cy="4756150"/>
              </a:xfrm>
              <a:blipFill>
                <a:blip r:embed="rId3"/>
                <a:stretch>
                  <a:fillRect l="-1333" t="-3333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A9E45BCA-1667-4468-8AEF-B77925D47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120" y="2276872"/>
            <a:ext cx="3240360" cy="1995410"/>
          </a:xfrm>
          <a:prstGeom prst="rect">
            <a:avLst/>
          </a:prstGeom>
        </p:spPr>
      </p:pic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F1ECB02F-F8B5-4EAC-901E-F3BA8DFCCF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576" y="2780928"/>
          <a:ext cx="4032452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00200" imgH="228600" progId="Equation.DSMT4">
                  <p:embed/>
                </p:oleObj>
              </mc:Choice>
              <mc:Fallback>
                <p:oleObj name="Equation" r:id="rId5" imgW="1600200" imgH="228600" progId="Equation.DSMT4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F1ECB02F-F8B5-4EAC-901E-F3BA8DFCCF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79576" y="2780928"/>
                        <a:ext cx="4032452" cy="576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607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7571" y="199996"/>
            <a:ext cx="11405062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3200" dirty="0">
                <a:solidFill>
                  <a:srgbClr val="00B0F0"/>
                </a:solidFill>
                <a:latin typeface="Abadi Extra Light" panose="020B0204020104020204" pitchFamily="34" charset="0"/>
              </a:rPr>
              <a:t>Otras Funciones De Activación Del Perceptrón 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73341" y="1628801"/>
            <a:ext cx="8229600" cy="49318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                                                                               </a:t>
            </a:r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  <a:p>
            <a:pPr marL="0" indent="0">
              <a:buNone/>
            </a:pPr>
            <a:r>
              <a:rPr lang="es-ES" sz="2400" dirty="0"/>
              <a:t>     </a:t>
            </a:r>
          </a:p>
        </p:txBody>
      </p:sp>
      <p:pic>
        <p:nvPicPr>
          <p:cNvPr id="10" name="Picture 7">
            <a:extLst>
              <a:ext uri="{FF2B5EF4-FFF2-40B4-BE49-F238E27FC236}">
                <a16:creationId xmlns:a16="http://schemas.microsoft.com/office/drawing/2014/main" id="{B983144B-F39D-8C3C-4485-333822738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895" y="4506447"/>
            <a:ext cx="3089275" cy="205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" name="Picture 9">
            <a:extLst>
              <a:ext uri="{FF2B5EF4-FFF2-40B4-BE49-F238E27FC236}">
                <a16:creationId xmlns:a16="http://schemas.microsoft.com/office/drawing/2014/main" id="{ECA8654B-3C8B-FCF0-D524-B91AB624D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974" y="1785963"/>
            <a:ext cx="3181350" cy="209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B9F3AA-1504-F61E-BA15-C683C2C88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231" y="1628801"/>
            <a:ext cx="3214688" cy="2249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22CEFCB5-6EF6-D7EB-5063-1C66218D6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295" y="4386465"/>
            <a:ext cx="3233737" cy="1992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58738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787DC-F534-48B5-80BB-6CB96AB82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ES" sz="3200" dirty="0">
                <a:solidFill>
                  <a:srgbClr val="00B0F0"/>
                </a:solidFill>
                <a:latin typeface="Abadi Extra Light" panose="020B0204020104020204" pitchFamily="34" charset="0"/>
              </a:rPr>
              <a:t>Regla Delta De </a:t>
            </a:r>
            <a:r>
              <a:rPr lang="es-ES" sz="3200" dirty="0" err="1">
                <a:solidFill>
                  <a:srgbClr val="00B0F0"/>
                </a:solidFill>
                <a:latin typeface="Abadi Extra Light" panose="020B0204020104020204" pitchFamily="34" charset="0"/>
              </a:rPr>
              <a:t>Widrow-hoff</a:t>
            </a:r>
            <a:r>
              <a:rPr lang="es-ES" sz="3200" dirty="0">
                <a:solidFill>
                  <a:srgbClr val="00B0F0"/>
                </a:solidFill>
                <a:latin typeface="Abadi Extra Light" panose="020B0204020104020204" pitchFamily="34" charset="0"/>
              </a:rPr>
              <a:t> (1960)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30ABC82-D657-434F-8821-A18CF7A046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>
                    <a:latin typeface="Abadi Extra Light" panose="020B0204020104020204" pitchFamily="34" charset="0"/>
                  </a:rPr>
                  <a:t>Datos de entrenamiento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,…,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s-ES" dirty="0">
                  <a:latin typeface="Abadi Extra Light" panose="020B0204020104020204" pitchFamily="34" charset="0"/>
                </a:endParaRPr>
              </a:p>
              <a:p>
                <a:r>
                  <a:rPr lang="es-ES" dirty="0">
                    <a:latin typeface="Abadi Extra Light" panose="020B0204020104020204" pitchFamily="34" charset="0"/>
                  </a:rPr>
                  <a:t>s= salida de la red; t=target</a:t>
                </a:r>
              </a:p>
              <a:p>
                <a:r>
                  <a:rPr lang="es-ES" dirty="0">
                    <a:latin typeface="Abadi Extra Light" panose="020B0204020104020204" pitchFamily="34" charset="0"/>
                  </a:rPr>
                  <a:t>Error total </a:t>
                </a:r>
              </a:p>
              <a:p>
                <a:r>
                  <a:rPr lang="es-ES" dirty="0">
                    <a:latin typeface="Abadi Extra Light" panose="020B0204020104020204" pitchFamily="34" charset="0"/>
                  </a:rPr>
                  <a:t>Minimizar error de forma iterativa</a:t>
                </a:r>
              </a:p>
              <a:p>
                <a:r>
                  <a:rPr lang="es-ES" b="1" dirty="0">
                    <a:latin typeface="Abadi Extra Light" panose="020B0204020104020204" pitchFamily="34" charset="0"/>
                  </a:rPr>
                  <a:t>Algoritmo gradiente descendente</a:t>
                </a:r>
              </a:p>
              <a:p>
                <a:endParaRPr lang="es-ES" dirty="0">
                  <a:latin typeface="Abadi Extra Light" panose="020B0204020104020204" pitchFamily="34" charset="0"/>
                </a:endParaRPr>
              </a:p>
              <a:p>
                <a:endParaRPr lang="es-ES" dirty="0">
                  <a:latin typeface="Abadi Extra Light" panose="020B0204020104020204" pitchFamily="34" charset="0"/>
                </a:endParaRPr>
              </a:p>
              <a:p>
                <a:r>
                  <a:rPr lang="el-GR" dirty="0"/>
                  <a:t>α</a:t>
                </a:r>
                <a:r>
                  <a:rPr lang="es-ES" dirty="0">
                    <a:latin typeface="Abadi Extra Light" panose="020B0204020104020204" pitchFamily="34" charset="0"/>
                  </a:rPr>
                  <a:t> en (0,1) factor de aprendizaje</a:t>
                </a:r>
              </a:p>
              <a:p>
                <a:endParaRPr lang="es-ES" dirty="0">
                  <a:latin typeface="Abadi Extra Light" panose="020B0204020104020204" pitchFamily="34" charset="0"/>
                </a:endParaRPr>
              </a:p>
              <a:p>
                <a:endParaRPr lang="es-ES" dirty="0">
                  <a:latin typeface="Abadi Extra Light" panose="020B0204020104020204" pitchFamily="34" charset="0"/>
                </a:endParaRPr>
              </a:p>
              <a:p>
                <a:endParaRPr lang="es-ES" dirty="0">
                  <a:latin typeface="Abadi Extra Light" panose="020B0204020104020204" pitchFamily="34" charset="0"/>
                </a:endParaRPr>
              </a:p>
              <a:p>
                <a:endParaRPr lang="es-ES" dirty="0">
                  <a:latin typeface="Abadi Extra Light" panose="020B020402010402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F30ABC82-D657-434F-8821-A18CF7A046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0D201286-F626-4C8F-89FF-80E5EE9465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023939"/>
              </p:ext>
            </p:extLst>
          </p:nvPr>
        </p:nvGraphicFramePr>
        <p:xfrm>
          <a:off x="2798762" y="2770982"/>
          <a:ext cx="354488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1840" imgH="330120" progId="Equation.DSMT4">
                  <p:embed/>
                </p:oleObj>
              </mc:Choice>
              <mc:Fallback>
                <p:oleObj name="Equation" r:id="rId4" imgW="2031840" imgH="330120" progId="Equation.DSMT4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0D201286-F626-4C8F-89FF-80E5EE9465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98762" y="2770982"/>
                        <a:ext cx="3544888" cy="576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5C9F36D2-67BA-4A5D-A436-8BD5E083B5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1438" y="4292601"/>
          <a:ext cx="373221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33360" imgH="419040" progId="Equation.DSMT4">
                  <p:embed/>
                </p:oleObj>
              </mc:Choice>
              <mc:Fallback>
                <p:oleObj name="Equation" r:id="rId6" imgW="2133360" imgH="419040" progId="Equation.DSMT4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5C9F36D2-67BA-4A5D-A436-8BD5E083B5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11438" y="4292601"/>
                        <a:ext cx="3732212" cy="733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5F2598CB-F577-4F4C-96F5-9B1770DD05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5003" y="2929527"/>
            <a:ext cx="3111117" cy="317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66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D1F52-DC6E-41A8-9680-B6C214FC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ES" sz="5400" dirty="0">
                <a:solidFill>
                  <a:srgbClr val="00B0F0"/>
                </a:solidFill>
                <a:latin typeface="Abadi Extra Light" panose="020B0204020104020204" pitchFamily="34" charset="0"/>
              </a:rPr>
              <a:t>Algoritmo Del Gradiente Descendente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FC870D-8C32-4568-B1F8-45767DD84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>
                <a:latin typeface="Abadi Extra Light" panose="020B0204020104020204" pitchFamily="34" charset="0"/>
              </a:rPr>
              <a:t>Gradiente perpendicular a las curvas de nivel</a:t>
            </a:r>
          </a:p>
          <a:p>
            <a:endParaRPr lang="es-ES" dirty="0">
              <a:latin typeface="Abadi Extra Light" panose="020B0204020104020204" pitchFamily="34" charset="0"/>
            </a:endParaRPr>
          </a:p>
          <a:p>
            <a:endParaRPr lang="es-ES" dirty="0">
              <a:latin typeface="Abadi Extra Light" panose="020B0204020104020204" pitchFamily="34" charset="0"/>
            </a:endParaRPr>
          </a:p>
          <a:p>
            <a:endParaRPr lang="es-ES" dirty="0">
              <a:latin typeface="Abadi Extra Light" panose="020B0204020104020204" pitchFamily="34" charset="0"/>
            </a:endParaRPr>
          </a:p>
          <a:p>
            <a:endParaRPr lang="es-ES" dirty="0">
              <a:latin typeface="Abadi Extra Light" panose="020B0204020104020204" pitchFamily="34" charset="0"/>
            </a:endParaRPr>
          </a:p>
          <a:p>
            <a:endParaRPr lang="es-ES" dirty="0">
              <a:latin typeface="Abadi Extra Light" panose="020B0204020104020204" pitchFamily="34" charset="0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DFDC42F-472C-4B4C-8929-E4F1BCE3A5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9576" y="3894546"/>
          <a:ext cx="3214688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11280" imgH="419040" progId="Equation.DSMT4">
                  <p:embed/>
                </p:oleObj>
              </mc:Choice>
              <mc:Fallback>
                <p:oleObj name="Equation" r:id="rId3" imgW="1511280" imgH="419040" progId="Equation.DSMT4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DFDC42F-472C-4B4C-8929-E4F1BCE3A5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79576" y="3894546"/>
                        <a:ext cx="3214688" cy="890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F3D244BD-836D-41D6-A569-9468B7FBD0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246" y="2815840"/>
            <a:ext cx="4440251" cy="2766132"/>
          </a:xfrm>
          <a:prstGeom prst="rect">
            <a:avLst/>
          </a:prstGeom>
        </p:spPr>
      </p:pic>
      <p:graphicFrame>
        <p:nvGraphicFramePr>
          <p:cNvPr id="9" name="Objeto 8">
            <a:extLst>
              <a:ext uri="{FF2B5EF4-FFF2-40B4-BE49-F238E27FC236}">
                <a16:creationId xmlns:a16="http://schemas.microsoft.com/office/drawing/2014/main" id="{C78053D8-7886-418C-BEB6-15D34C3626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7200" y="3373748"/>
          <a:ext cx="454818" cy="433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40" imgH="228600" progId="Equation.DSMT4">
                  <p:embed/>
                </p:oleObj>
              </mc:Choice>
              <mc:Fallback>
                <p:oleObj name="Equation" r:id="rId6" imgW="190440" imgH="228600" progId="Equation.DSMT4">
                  <p:embed/>
                  <p:pic>
                    <p:nvPicPr>
                      <p:cNvPr id="9" name="Objeto 8">
                        <a:extLst>
                          <a:ext uri="{FF2B5EF4-FFF2-40B4-BE49-F238E27FC236}">
                            <a16:creationId xmlns:a16="http://schemas.microsoft.com/office/drawing/2014/main" id="{C78053D8-7886-418C-BEB6-15D34C3626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077200" y="3373748"/>
                        <a:ext cx="454818" cy="43385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4976367D-9FF3-43AD-92B8-F827053C56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2237" y="5373216"/>
          <a:ext cx="34925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40" imgH="228600" progId="Equation.DSMT4">
                  <p:embed/>
                </p:oleObj>
              </mc:Choice>
              <mc:Fallback>
                <p:oleObj name="Equation" r:id="rId8" imgW="190440" imgH="228600" progId="Equation.DSMT4">
                  <p:embed/>
                  <p:pic>
                    <p:nvPicPr>
                      <p:cNvPr id="11" name="Objeto 10">
                        <a:extLst>
                          <a:ext uri="{FF2B5EF4-FFF2-40B4-BE49-F238E27FC236}">
                            <a16:creationId xmlns:a16="http://schemas.microsoft.com/office/drawing/2014/main" id="{4976367D-9FF3-43AD-92B8-F827053C56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282237" y="5373216"/>
                        <a:ext cx="349250" cy="4175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98490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B331443-3C74-4438-89D0-573268429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514513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z="3600" dirty="0">
                <a:solidFill>
                  <a:srgbClr val="00B0F0"/>
                </a:solidFill>
                <a:latin typeface="Abadi Extra Light" panose="020B0204020104020204" pitchFamily="34" charset="0"/>
              </a:rPr>
              <a:t>Limitaciones Del Perceptrón Problema Del O Exclusivo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118E280-039D-406D-9293-2C4D023C94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sz="2600" dirty="0">
                <a:latin typeface="Abadi Extra Light" panose="020B0204020104020204" pitchFamily="34" charset="0"/>
              </a:rPr>
              <a:t>Solo resuelve problemas de clasificación linealmente separables</a:t>
            </a:r>
          </a:p>
          <a:p>
            <a:endParaRPr lang="es-ES" dirty="0">
              <a:latin typeface="Abadi Extra Light" panose="020B0204020104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0D913673-06CE-48FA-A120-28C5ECA057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ES" dirty="0"/>
              <a:t>No separa (0,0), (1,1) de (1,0), (0,1)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3E9E4CF-3D37-4FDF-B425-820F18CC9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760" y="3573016"/>
            <a:ext cx="4130091" cy="255314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93796EB-B330-4A99-AC8B-4B0D071BF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8350" y="3573016"/>
            <a:ext cx="3600450" cy="2905125"/>
          </a:xfrm>
          <a:prstGeom prst="rect">
            <a:avLst/>
          </a:prstGeom>
        </p:spPr>
      </p:pic>
      <p:graphicFrame>
        <p:nvGraphicFramePr>
          <p:cNvPr id="11" name="Objeto 10">
            <a:extLst>
              <a:ext uri="{FF2B5EF4-FFF2-40B4-BE49-F238E27FC236}">
                <a16:creationId xmlns:a16="http://schemas.microsoft.com/office/drawing/2014/main" id="{3E932186-B60F-4D89-8D4A-B2162D8576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0426" y="2924176"/>
          <a:ext cx="20732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39600" imgH="228600" progId="Equation.DSMT4">
                  <p:embed/>
                </p:oleObj>
              </mc:Choice>
              <mc:Fallback>
                <p:oleObj name="Equation" r:id="rId5" imgW="939600" imgH="228600" progId="Equation.DSMT4">
                  <p:embed/>
                  <p:pic>
                    <p:nvPicPr>
                      <p:cNvPr id="11" name="Objeto 10">
                        <a:extLst>
                          <a:ext uri="{FF2B5EF4-FFF2-40B4-BE49-F238E27FC236}">
                            <a16:creationId xmlns:a16="http://schemas.microsoft.com/office/drawing/2014/main" id="{3E932186-B60F-4D89-8D4A-B2162D8576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00426" y="2924176"/>
                        <a:ext cx="2073275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to 1">
            <a:extLst>
              <a:ext uri="{FF2B5EF4-FFF2-40B4-BE49-F238E27FC236}">
                <a16:creationId xmlns:a16="http://schemas.microsoft.com/office/drawing/2014/main" id="{5F588893-EED4-4B97-A5F3-3BC90E921A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74452" y="2523475"/>
          <a:ext cx="4866230" cy="864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17640" imgH="482400" progId="Equation.DSMT4">
                  <p:embed/>
                </p:oleObj>
              </mc:Choice>
              <mc:Fallback>
                <p:oleObj name="Equation" r:id="rId7" imgW="2717640" imgH="482400" progId="Equation.DSMT4">
                  <p:embed/>
                  <p:pic>
                    <p:nvPicPr>
                      <p:cNvPr id="2" name="Objeto 1">
                        <a:extLst>
                          <a:ext uri="{FF2B5EF4-FFF2-40B4-BE49-F238E27FC236}">
                            <a16:creationId xmlns:a16="http://schemas.microsoft.com/office/drawing/2014/main" id="{5F588893-EED4-4B97-A5F3-3BC90E921A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74452" y="2523475"/>
                        <a:ext cx="4866230" cy="864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04240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3490731-9D40-4098-B1F5-8F6B1828A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389" y="365125"/>
            <a:ext cx="11430000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z="3600" dirty="0">
                <a:solidFill>
                  <a:srgbClr val="00B0F0"/>
                </a:solidFill>
                <a:latin typeface="Abadi Extra Light" panose="020B0204020104020204" pitchFamily="34" charset="0"/>
              </a:rPr>
              <a:t>El Perceptrón Solo Resuelve Problemas Linealmente Separables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A11D9C-8457-47E4-AE5C-254C7A24B9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7CEADF3-EE10-5AE5-92C4-7C38099E90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" t="5836" r="1023" b="3892"/>
          <a:stretch/>
        </p:blipFill>
        <p:spPr bwMode="auto">
          <a:xfrm>
            <a:off x="1466851" y="1791494"/>
            <a:ext cx="91059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59622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8BC20-AA7E-D6EF-A75B-07E301FEB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s" sz="3600" dirty="0">
                <a:solidFill>
                  <a:srgbClr val="00B0F0"/>
                </a:solidFill>
                <a:latin typeface="Abadi Extra Light" panose="020B0204020104020204" pitchFamily="34" charset="0"/>
              </a:rPr>
              <a:t>¿Como se trabaja con las redes </a:t>
            </a:r>
            <a:r>
              <a:rPr lang="es" sz="3600">
                <a:solidFill>
                  <a:srgbClr val="00B0F0"/>
                </a:solidFill>
                <a:latin typeface="Abadi Extra Light" panose="020B0204020104020204" pitchFamily="34" charset="0"/>
              </a:rPr>
              <a:t>neuronales ?</a:t>
            </a:r>
            <a:endParaRPr lang="es-CL" sz="3600" dirty="0">
              <a:solidFill>
                <a:srgbClr val="00B0F0"/>
              </a:solidFill>
              <a:latin typeface="Abadi Extra Light" panose="020B0204020104020204" pitchFamily="34" charset="0"/>
            </a:endParaRPr>
          </a:p>
        </p:txBody>
      </p:sp>
      <p:pic>
        <p:nvPicPr>
          <p:cNvPr id="4" name="Google Shape;113;p26">
            <a:extLst>
              <a:ext uri="{FF2B5EF4-FFF2-40B4-BE49-F238E27FC236}">
                <a16:creationId xmlns:a16="http://schemas.microsoft.com/office/drawing/2014/main" id="{CE64DFC5-C372-1659-66B3-D938C2B8719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55625" y="1690688"/>
            <a:ext cx="6696935" cy="46851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42344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329853"/>
            <a:ext cx="8229600" cy="99412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z="3600" dirty="0">
                <a:solidFill>
                  <a:srgbClr val="00B0F0"/>
                </a:solidFill>
                <a:latin typeface="Abadi Extra Light" panose="020B0204020104020204" pitchFamily="34" charset="0"/>
              </a:rPr>
              <a:t>Introducción De Una Capa Oculta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15975" y="2261394"/>
            <a:ext cx="10515600" cy="4351338"/>
          </a:xfrm>
        </p:spPr>
        <p:txBody>
          <a:bodyPr/>
          <a:lstStyle/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Parámetros del modelo</a:t>
            </a:r>
          </a:p>
          <a:p>
            <a:endParaRPr lang="es-E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463" y="1086643"/>
            <a:ext cx="3876675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3 Objeto"/>
          <p:cNvGraphicFramePr>
            <a:graphicFrameLocks noChangeAspect="1"/>
          </p:cNvGraphicFramePr>
          <p:nvPr/>
        </p:nvGraphicFramePr>
        <p:xfrm>
          <a:off x="1733550" y="2828925"/>
          <a:ext cx="8680450" cy="160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00600" imgH="888840" progId="Equation.DSMT4">
                  <p:embed/>
                </p:oleObj>
              </mc:Choice>
              <mc:Fallback>
                <p:oleObj name="Equation" r:id="rId4" imgW="4800600" imgH="888840" progId="Equation.DSMT4">
                  <p:embed/>
                  <p:pic>
                    <p:nvPicPr>
                      <p:cNvPr id="4" name="3 Objeto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33550" y="2828925"/>
                        <a:ext cx="8680450" cy="1608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4 Objeto"/>
          <p:cNvGraphicFramePr>
            <a:graphicFrameLocks noChangeAspect="1"/>
          </p:cNvGraphicFramePr>
          <p:nvPr/>
        </p:nvGraphicFramePr>
        <p:xfrm>
          <a:off x="3287687" y="5373216"/>
          <a:ext cx="4360084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97080" imgH="253800" progId="Equation.DSMT4">
                  <p:embed/>
                </p:oleObj>
              </mc:Choice>
              <mc:Fallback>
                <p:oleObj name="Equation" r:id="rId6" imgW="2197080" imgH="253800" progId="Equation.DSMT4">
                  <p:embed/>
                  <p:pic>
                    <p:nvPicPr>
                      <p:cNvPr id="5" name="4 Objeto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87687" y="5373216"/>
                        <a:ext cx="4360084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40551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1961</TotalTime>
  <Words>1823</Words>
  <Application>Microsoft Office PowerPoint</Application>
  <PresentationFormat>Panorámica</PresentationFormat>
  <Paragraphs>201</Paragraphs>
  <Slides>36</Slides>
  <Notes>8</Notes>
  <HiddenSlides>0</HiddenSlides>
  <MMClips>0</MMClips>
  <ScaleCrop>false</ScaleCrop>
  <HeadingPairs>
    <vt:vector size="8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8" baseType="lpstr">
      <vt:lpstr>Abadi Extra Light</vt:lpstr>
      <vt:lpstr>Arial</vt:lpstr>
      <vt:lpstr>Calibri</vt:lpstr>
      <vt:lpstr>Calibri Light</vt:lpstr>
      <vt:lpstr>Cambria Math</vt:lpstr>
      <vt:lpstr>HuaweiSans</vt:lpstr>
      <vt:lpstr>inherit</vt:lpstr>
      <vt:lpstr>open sans</vt:lpstr>
      <vt:lpstr>varela round</vt:lpstr>
      <vt:lpstr>Wingdings</vt:lpstr>
      <vt:lpstr>Tema de Office</vt:lpstr>
      <vt:lpstr>Equation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Paradigmas en Inteligencia Artificial</vt:lpstr>
      <vt:lpstr>Presentación de PowerPoint</vt:lpstr>
      <vt:lpstr>Presentación de PowerPoint</vt:lpstr>
      <vt:lpstr>1958 – Perceptrón</vt:lpstr>
      <vt:lpstr>1965 – Multilayer Perceptrón</vt:lpstr>
      <vt:lpstr>1980 - Neuronas Sigmoides</vt:lpstr>
      <vt:lpstr>1980 - Redes Feedforward</vt:lpstr>
      <vt:lpstr>1986 – Backpropagation</vt:lpstr>
      <vt:lpstr>1989 - Convolutional Neural Network</vt:lpstr>
      <vt:lpstr>1997 - Long Short Term Memory / Recurrent Neural Network</vt:lpstr>
      <vt:lpstr>2006 – Deep Belief Networks (DBN)</vt:lpstr>
      <vt:lpstr>2014 – Generative Adversarial Networks</vt:lpstr>
      <vt:lpstr>Redes Neuronales Artificiales</vt:lpstr>
      <vt:lpstr>Estructura Artificial</vt:lpstr>
      <vt:lpstr>Presentación de PowerPoint</vt:lpstr>
      <vt:lpstr>Principales caracteristicas de una RNA</vt:lpstr>
      <vt:lpstr>Presentación de PowerPoint</vt:lpstr>
      <vt:lpstr>Elementos de una red neuronal artificial (RNA)</vt:lpstr>
      <vt:lpstr>PERCEPTRÓN: McCulloch y Pits (1943)</vt:lpstr>
      <vt:lpstr>Rosenblatt (1956) Algoritmo De Entrenamiento Del Perceptrón</vt:lpstr>
      <vt:lpstr>Otras Funciones De Activación Del Perceptrón </vt:lpstr>
      <vt:lpstr>Regla Delta De Widrow-hoff (1960)</vt:lpstr>
      <vt:lpstr>Algoritmo Del Gradiente Descendente</vt:lpstr>
      <vt:lpstr>Limitaciones Del Perceptrón Problema Del O Exclusivo</vt:lpstr>
      <vt:lpstr>El Perceptrón Solo Resuelve Problemas Linealmente Separables</vt:lpstr>
      <vt:lpstr>¿Como se trabaja con las redes neuronales ?</vt:lpstr>
      <vt:lpstr>Introducción De Una Capa Oculta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Andres Ulloa Quezada</dc:creator>
  <cp:lastModifiedBy>Sebastian Andres Ulloa Quezada</cp:lastModifiedBy>
  <cp:revision>8</cp:revision>
  <dcterms:created xsi:type="dcterms:W3CDTF">2021-08-23T21:44:44Z</dcterms:created>
  <dcterms:modified xsi:type="dcterms:W3CDTF">2022-06-11T01:21:36Z</dcterms:modified>
</cp:coreProperties>
</file>