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9" r:id="rId2"/>
    <p:sldId id="257" r:id="rId3"/>
    <p:sldId id="429" r:id="rId4"/>
    <p:sldId id="432" r:id="rId5"/>
    <p:sldId id="430" r:id="rId6"/>
    <p:sldId id="858" r:id="rId7"/>
    <p:sldId id="859" r:id="rId8"/>
    <p:sldId id="860" r:id="rId9"/>
    <p:sldId id="861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bastian Andres Ulloa Quezada" initials="SAUQ" lastIdx="1" clrIdx="0">
    <p:extLst>
      <p:ext uri="{19B8F6BF-5375-455C-9EA6-DF929625EA0E}">
        <p15:presenceInfo xmlns:p15="http://schemas.microsoft.com/office/powerpoint/2012/main" userId="Sebastian Andres Ulloa Quezad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4862"/>
    <a:srgbClr val="BF3F4A"/>
    <a:srgbClr val="7ED9D0"/>
    <a:srgbClr val="3B8DBF"/>
    <a:srgbClr val="2C3359"/>
    <a:srgbClr val="2B3EBA"/>
    <a:srgbClr val="F27D16"/>
    <a:srgbClr val="F2F2F2"/>
    <a:srgbClr val="54ACBF"/>
    <a:srgbClr val="3953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BD165B-28B0-46EA-ADC8-4965A04BE316}" v="46" dt="2022-06-11T22:15:56.4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Andres Ulloa Quezada" userId="e3cba82caada5b63" providerId="LiveId" clId="{12BD165B-28B0-46EA-ADC8-4965A04BE316}"/>
    <pc:docChg chg="undo custSel addSld delSld modSld">
      <pc:chgData name="Sebastian Andres Ulloa Quezada" userId="e3cba82caada5b63" providerId="LiveId" clId="{12BD165B-28B0-46EA-ADC8-4965A04BE316}" dt="2022-06-11T22:49:05.893" v="278" actId="478"/>
      <pc:docMkLst>
        <pc:docMk/>
      </pc:docMkLst>
      <pc:sldChg chg="modSp">
        <pc:chgData name="Sebastian Andres Ulloa Quezada" userId="e3cba82caada5b63" providerId="LiveId" clId="{12BD165B-28B0-46EA-ADC8-4965A04BE316}" dt="2022-06-10T06:07:15.868" v="1" actId="20577"/>
        <pc:sldMkLst>
          <pc:docMk/>
          <pc:sldMk cId="488143113" sldId="257"/>
        </pc:sldMkLst>
        <pc:spChg chg="mod">
          <ac:chgData name="Sebastian Andres Ulloa Quezada" userId="e3cba82caada5b63" providerId="LiveId" clId="{12BD165B-28B0-46EA-ADC8-4965A04BE316}" dt="2022-06-10T06:07:15.868" v="1" actId="20577"/>
          <ac:spMkLst>
            <pc:docMk/>
            <pc:sldMk cId="488143113" sldId="257"/>
            <ac:spMk id="4" creationId="{4827A918-39AC-44E7-8C06-EF719EF149C0}"/>
          </ac:spMkLst>
        </pc:spChg>
      </pc:sldChg>
      <pc:sldChg chg="del">
        <pc:chgData name="Sebastian Andres Ulloa Quezada" userId="e3cba82caada5b63" providerId="LiveId" clId="{12BD165B-28B0-46EA-ADC8-4965A04BE316}" dt="2022-06-11T05:13:14.347" v="123" actId="47"/>
        <pc:sldMkLst>
          <pc:docMk/>
          <pc:sldMk cId="3964055122" sldId="260"/>
        </pc:sldMkLst>
      </pc:sldChg>
      <pc:sldChg chg="del">
        <pc:chgData name="Sebastian Andres Ulloa Quezada" userId="e3cba82caada5b63" providerId="LiveId" clId="{12BD165B-28B0-46EA-ADC8-4965A04BE316}" dt="2022-06-11T04:41:24.826" v="5" actId="47"/>
        <pc:sldMkLst>
          <pc:docMk/>
          <pc:sldMk cId="0" sldId="282"/>
        </pc:sldMkLst>
      </pc:sldChg>
      <pc:sldChg chg="del">
        <pc:chgData name="Sebastian Andres Ulloa Quezada" userId="e3cba82caada5b63" providerId="LiveId" clId="{12BD165B-28B0-46EA-ADC8-4965A04BE316}" dt="2022-06-11T05:13:11.744" v="122" actId="47"/>
        <pc:sldMkLst>
          <pc:docMk/>
          <pc:sldMk cId="855098616" sldId="428"/>
        </pc:sldMkLst>
      </pc:sldChg>
      <pc:sldChg chg="del">
        <pc:chgData name="Sebastian Andres Ulloa Quezada" userId="e3cba82caada5b63" providerId="LiveId" clId="{12BD165B-28B0-46EA-ADC8-4965A04BE316}" dt="2022-06-11T04:41:20.131" v="4" actId="47"/>
        <pc:sldMkLst>
          <pc:docMk/>
          <pc:sldMk cId="739286344" sldId="429"/>
        </pc:sldMkLst>
      </pc:sldChg>
      <pc:sldChg chg="addSp delSp modSp new mod">
        <pc:chgData name="Sebastian Andres Ulloa Quezada" userId="e3cba82caada5b63" providerId="LiveId" clId="{12BD165B-28B0-46EA-ADC8-4965A04BE316}" dt="2022-06-11T04:51:24.267" v="77" actId="2711"/>
        <pc:sldMkLst>
          <pc:docMk/>
          <pc:sldMk cId="4229230240" sldId="429"/>
        </pc:sldMkLst>
        <pc:spChg chg="mod">
          <ac:chgData name="Sebastian Andres Ulloa Quezada" userId="e3cba82caada5b63" providerId="LiveId" clId="{12BD165B-28B0-46EA-ADC8-4965A04BE316}" dt="2022-06-11T04:49:45.680" v="44" actId="108"/>
          <ac:spMkLst>
            <pc:docMk/>
            <pc:sldMk cId="4229230240" sldId="429"/>
            <ac:spMk id="2" creationId="{09F9B561-340E-9BFF-3FFE-C47BAEABF557}"/>
          </ac:spMkLst>
        </pc:spChg>
        <pc:spChg chg="del">
          <ac:chgData name="Sebastian Andres Ulloa Quezada" userId="e3cba82caada5b63" providerId="LiveId" clId="{12BD165B-28B0-46EA-ADC8-4965A04BE316}" dt="2022-06-11T04:41:33.914" v="17" actId="22"/>
          <ac:spMkLst>
            <pc:docMk/>
            <pc:sldMk cId="4229230240" sldId="429"/>
            <ac:spMk id="3" creationId="{8E7194F6-B86C-3CEA-E4DC-320932529EBF}"/>
          </ac:spMkLst>
        </pc:spChg>
        <pc:spChg chg="add del mod">
          <ac:chgData name="Sebastian Andres Ulloa Quezada" userId="e3cba82caada5b63" providerId="LiveId" clId="{12BD165B-28B0-46EA-ADC8-4965A04BE316}" dt="2022-06-11T04:51:24.267" v="77" actId="2711"/>
          <ac:spMkLst>
            <pc:docMk/>
            <pc:sldMk cId="4229230240" sldId="429"/>
            <ac:spMk id="7" creationId="{B668EFE4-EA0B-7B6B-A6C3-6D7609A9F250}"/>
          </ac:spMkLst>
        </pc:spChg>
        <pc:spChg chg="add del">
          <ac:chgData name="Sebastian Andres Ulloa Quezada" userId="e3cba82caada5b63" providerId="LiveId" clId="{12BD165B-28B0-46EA-ADC8-4965A04BE316}" dt="2022-06-11T04:50:33.494" v="58"/>
          <ac:spMkLst>
            <pc:docMk/>
            <pc:sldMk cId="4229230240" sldId="429"/>
            <ac:spMk id="10" creationId="{5293BDAC-CB61-241A-7BD0-1CF3B8678D35}"/>
          </ac:spMkLst>
        </pc:spChg>
        <pc:picChg chg="add del mod ord">
          <ac:chgData name="Sebastian Andres Ulloa Quezada" userId="e3cba82caada5b63" providerId="LiveId" clId="{12BD165B-28B0-46EA-ADC8-4965A04BE316}" dt="2022-06-11T04:41:35.541" v="18" actId="478"/>
          <ac:picMkLst>
            <pc:docMk/>
            <pc:sldMk cId="4229230240" sldId="429"/>
            <ac:picMk id="5" creationId="{B8ADCB3B-9F21-2B69-17B1-73E3AAB07D0B}"/>
          </ac:picMkLst>
        </pc:picChg>
        <pc:picChg chg="add del mod ord">
          <ac:chgData name="Sebastian Andres Ulloa Quezada" userId="e3cba82caada5b63" providerId="LiveId" clId="{12BD165B-28B0-46EA-ADC8-4965A04BE316}" dt="2022-06-11T04:41:43.676" v="20" actId="22"/>
          <ac:picMkLst>
            <pc:docMk/>
            <pc:sldMk cId="4229230240" sldId="429"/>
            <ac:picMk id="9" creationId="{310BAB32-8C59-E80B-A0D7-C4DF8A630DDE}"/>
          </ac:picMkLst>
        </pc:picChg>
        <pc:picChg chg="add mod">
          <ac:chgData name="Sebastian Andres Ulloa Quezada" userId="e3cba82caada5b63" providerId="LiveId" clId="{12BD165B-28B0-46EA-ADC8-4965A04BE316}" dt="2022-06-11T04:50:56.020" v="67" actId="14100"/>
          <ac:picMkLst>
            <pc:docMk/>
            <pc:sldMk cId="4229230240" sldId="429"/>
            <ac:picMk id="1028" creationId="{4D9E7B80-DECE-2B6C-FC79-5922E7953567}"/>
          </ac:picMkLst>
        </pc:picChg>
      </pc:sldChg>
      <pc:sldChg chg="modSp new add del mod">
        <pc:chgData name="Sebastian Andres Ulloa Quezada" userId="e3cba82caada5b63" providerId="LiveId" clId="{12BD165B-28B0-46EA-ADC8-4965A04BE316}" dt="2022-06-11T04:54:03.984" v="99" actId="47"/>
        <pc:sldMkLst>
          <pc:docMk/>
          <pc:sldMk cId="86769961" sldId="430"/>
        </pc:sldMkLst>
        <pc:spChg chg="mod">
          <ac:chgData name="Sebastian Andres Ulloa Quezada" userId="e3cba82caada5b63" providerId="LiveId" clId="{12BD165B-28B0-46EA-ADC8-4965A04BE316}" dt="2022-06-11T04:51:39.539" v="78" actId="108"/>
          <ac:spMkLst>
            <pc:docMk/>
            <pc:sldMk cId="86769961" sldId="430"/>
            <ac:spMk id="2" creationId="{67D0CB63-A799-C282-1396-AC37130EE47D}"/>
          </ac:spMkLst>
        </pc:spChg>
        <pc:spChg chg="mod">
          <ac:chgData name="Sebastian Andres Ulloa Quezada" userId="e3cba82caada5b63" providerId="LiveId" clId="{12BD165B-28B0-46EA-ADC8-4965A04BE316}" dt="2022-06-11T04:52:24.747" v="91" actId="20577"/>
          <ac:spMkLst>
            <pc:docMk/>
            <pc:sldMk cId="86769961" sldId="430"/>
            <ac:spMk id="3" creationId="{8D13F3C7-F7BB-D848-5220-041478EBB491}"/>
          </ac:spMkLst>
        </pc:spChg>
      </pc:sldChg>
      <pc:sldChg chg="del">
        <pc:chgData name="Sebastian Andres Ulloa Quezada" userId="e3cba82caada5b63" providerId="LiveId" clId="{12BD165B-28B0-46EA-ADC8-4965A04BE316}" dt="2022-06-11T04:41:24.826" v="5" actId="47"/>
        <pc:sldMkLst>
          <pc:docMk/>
          <pc:sldMk cId="1389655903" sldId="430"/>
        </pc:sldMkLst>
      </pc:sldChg>
      <pc:sldChg chg="del">
        <pc:chgData name="Sebastian Andres Ulloa Quezada" userId="e3cba82caada5b63" providerId="LiveId" clId="{12BD165B-28B0-46EA-ADC8-4965A04BE316}" dt="2022-06-11T04:41:24.826" v="5" actId="47"/>
        <pc:sldMkLst>
          <pc:docMk/>
          <pc:sldMk cId="1699055954" sldId="431"/>
        </pc:sldMkLst>
      </pc:sldChg>
      <pc:sldChg chg="modSp new del mod">
        <pc:chgData name="Sebastian Andres Ulloa Quezada" userId="e3cba82caada5b63" providerId="LiveId" clId="{12BD165B-28B0-46EA-ADC8-4965A04BE316}" dt="2022-06-11T04:52:38.836" v="92" actId="47"/>
        <pc:sldMkLst>
          <pc:docMk/>
          <pc:sldMk cId="3317496748" sldId="431"/>
        </pc:sldMkLst>
        <pc:spChg chg="mod">
          <ac:chgData name="Sebastian Andres Ulloa Quezada" userId="e3cba82caada5b63" providerId="LiveId" clId="{12BD165B-28B0-46EA-ADC8-4965A04BE316}" dt="2022-06-11T04:45:22.920" v="43" actId="27636"/>
          <ac:spMkLst>
            <pc:docMk/>
            <pc:sldMk cId="3317496748" sldId="431"/>
            <ac:spMk id="3" creationId="{07E8A165-6465-4533-F864-6D9CE7560EA0}"/>
          </ac:spMkLst>
        </pc:spChg>
      </pc:sldChg>
      <pc:sldChg chg="del">
        <pc:chgData name="Sebastian Andres Ulloa Quezada" userId="e3cba82caada5b63" providerId="LiveId" clId="{12BD165B-28B0-46EA-ADC8-4965A04BE316}" dt="2022-06-11T04:41:24.826" v="5" actId="47"/>
        <pc:sldMkLst>
          <pc:docMk/>
          <pc:sldMk cId="2651313624" sldId="432"/>
        </pc:sldMkLst>
      </pc:sldChg>
      <pc:sldChg chg="delSp modSp new mod">
        <pc:chgData name="Sebastian Andres Ulloa Quezada" userId="e3cba82caada5b63" providerId="LiveId" clId="{12BD165B-28B0-46EA-ADC8-4965A04BE316}" dt="2022-06-11T05:13:19.510" v="124" actId="1076"/>
        <pc:sldMkLst>
          <pc:docMk/>
          <pc:sldMk cId="4277537763" sldId="432"/>
        </pc:sldMkLst>
        <pc:spChg chg="del">
          <ac:chgData name="Sebastian Andres Ulloa Quezada" userId="e3cba82caada5b63" providerId="LiveId" clId="{12BD165B-28B0-46EA-ADC8-4965A04BE316}" dt="2022-06-11T04:51:08.913" v="74" actId="478"/>
          <ac:spMkLst>
            <pc:docMk/>
            <pc:sldMk cId="4277537763" sldId="432"/>
            <ac:spMk id="2" creationId="{8A72817C-3F67-CD06-BF7C-561226B6ED8B}"/>
          </ac:spMkLst>
        </pc:spChg>
        <pc:spChg chg="mod">
          <ac:chgData name="Sebastian Andres Ulloa Quezada" userId="e3cba82caada5b63" providerId="LiveId" clId="{12BD165B-28B0-46EA-ADC8-4965A04BE316}" dt="2022-06-11T05:13:19.510" v="124" actId="1076"/>
          <ac:spMkLst>
            <pc:docMk/>
            <pc:sldMk cId="4277537763" sldId="432"/>
            <ac:spMk id="3" creationId="{2DBC9900-748E-A586-3A0C-EB8987645442}"/>
          </ac:spMkLst>
        </pc:spChg>
      </pc:sldChg>
      <pc:sldChg chg="del">
        <pc:chgData name="Sebastian Andres Ulloa Quezada" userId="e3cba82caada5b63" providerId="LiveId" clId="{12BD165B-28B0-46EA-ADC8-4965A04BE316}" dt="2022-06-11T04:41:24.826" v="5" actId="47"/>
        <pc:sldMkLst>
          <pc:docMk/>
          <pc:sldMk cId="94778601" sldId="433"/>
        </pc:sldMkLst>
      </pc:sldChg>
      <pc:sldChg chg="addSp delSp modSp new del mod">
        <pc:chgData name="Sebastian Andres Ulloa Quezada" userId="e3cba82caada5b63" providerId="LiveId" clId="{12BD165B-28B0-46EA-ADC8-4965A04BE316}" dt="2022-06-11T04:54:06.352" v="100" actId="47"/>
        <pc:sldMkLst>
          <pc:docMk/>
          <pc:sldMk cId="3409790604" sldId="433"/>
        </pc:sldMkLst>
        <pc:spChg chg="del">
          <ac:chgData name="Sebastian Andres Ulloa Quezada" userId="e3cba82caada5b63" providerId="LiveId" clId="{12BD165B-28B0-46EA-ADC8-4965A04BE316}" dt="2022-06-11T04:53:20.070" v="95" actId="478"/>
          <ac:spMkLst>
            <pc:docMk/>
            <pc:sldMk cId="3409790604" sldId="433"/>
            <ac:spMk id="2" creationId="{F7268B84-57DC-389A-616D-3324E5D8D6B3}"/>
          </ac:spMkLst>
        </pc:spChg>
        <pc:spChg chg="del">
          <ac:chgData name="Sebastian Andres Ulloa Quezada" userId="e3cba82caada5b63" providerId="LiveId" clId="{12BD165B-28B0-46EA-ADC8-4965A04BE316}" dt="2022-06-11T04:53:19.271" v="94" actId="478"/>
          <ac:spMkLst>
            <pc:docMk/>
            <pc:sldMk cId="3409790604" sldId="433"/>
            <ac:spMk id="3" creationId="{8045CC3D-63B2-FFA9-3F22-CB537FDEC0AD}"/>
          </ac:spMkLst>
        </pc:spChg>
        <pc:picChg chg="add mod">
          <ac:chgData name="Sebastian Andres Ulloa Quezada" userId="e3cba82caada5b63" providerId="LiveId" clId="{12BD165B-28B0-46EA-ADC8-4965A04BE316}" dt="2022-06-11T04:53:22.598" v="97" actId="1076"/>
          <ac:picMkLst>
            <pc:docMk/>
            <pc:sldMk cId="3409790604" sldId="433"/>
            <ac:picMk id="4" creationId="{B32866CF-D58A-1211-0645-39BCA2662372}"/>
          </ac:picMkLst>
        </pc:picChg>
        <pc:picChg chg="add mod">
          <ac:chgData name="Sebastian Andres Ulloa Quezada" userId="e3cba82caada5b63" providerId="LiveId" clId="{12BD165B-28B0-46EA-ADC8-4965A04BE316}" dt="2022-06-11T04:53:22.598" v="97" actId="1076"/>
          <ac:picMkLst>
            <pc:docMk/>
            <pc:sldMk cId="3409790604" sldId="433"/>
            <ac:picMk id="5" creationId="{C46AC963-B8FB-A32A-A43D-BA834EBE49DF}"/>
          </ac:picMkLst>
        </pc:picChg>
      </pc:sldChg>
      <pc:sldChg chg="del">
        <pc:chgData name="Sebastian Andres Ulloa Quezada" userId="e3cba82caada5b63" providerId="LiveId" clId="{12BD165B-28B0-46EA-ADC8-4965A04BE316}" dt="2022-06-11T04:41:24.826" v="5" actId="47"/>
        <pc:sldMkLst>
          <pc:docMk/>
          <pc:sldMk cId="4050432267" sldId="434"/>
        </pc:sldMkLst>
      </pc:sldChg>
      <pc:sldChg chg="del">
        <pc:chgData name="Sebastian Andres Ulloa Quezada" userId="e3cba82caada5b63" providerId="LiveId" clId="{12BD165B-28B0-46EA-ADC8-4965A04BE316}" dt="2022-06-11T04:41:24.826" v="5" actId="47"/>
        <pc:sldMkLst>
          <pc:docMk/>
          <pc:sldMk cId="2500544869" sldId="435"/>
        </pc:sldMkLst>
      </pc:sldChg>
      <pc:sldChg chg="del">
        <pc:chgData name="Sebastian Andres Ulloa Quezada" userId="e3cba82caada5b63" providerId="LiveId" clId="{12BD165B-28B0-46EA-ADC8-4965A04BE316}" dt="2022-06-11T04:41:24.826" v="5" actId="47"/>
        <pc:sldMkLst>
          <pc:docMk/>
          <pc:sldMk cId="1697257710" sldId="436"/>
        </pc:sldMkLst>
      </pc:sldChg>
      <pc:sldChg chg="del">
        <pc:chgData name="Sebastian Andres Ulloa Quezada" userId="e3cba82caada5b63" providerId="LiveId" clId="{12BD165B-28B0-46EA-ADC8-4965A04BE316}" dt="2022-06-11T04:41:24.826" v="5" actId="47"/>
        <pc:sldMkLst>
          <pc:docMk/>
          <pc:sldMk cId="2076486461" sldId="437"/>
        </pc:sldMkLst>
      </pc:sldChg>
      <pc:sldChg chg="del">
        <pc:chgData name="Sebastian Andres Ulloa Quezada" userId="e3cba82caada5b63" providerId="LiveId" clId="{12BD165B-28B0-46EA-ADC8-4965A04BE316}" dt="2022-06-11T04:41:24.826" v="5" actId="47"/>
        <pc:sldMkLst>
          <pc:docMk/>
          <pc:sldMk cId="3587194365" sldId="438"/>
        </pc:sldMkLst>
      </pc:sldChg>
      <pc:sldChg chg="del">
        <pc:chgData name="Sebastian Andres Ulloa Quezada" userId="e3cba82caada5b63" providerId="LiveId" clId="{12BD165B-28B0-46EA-ADC8-4965A04BE316}" dt="2022-06-11T04:41:24.826" v="5" actId="47"/>
        <pc:sldMkLst>
          <pc:docMk/>
          <pc:sldMk cId="0" sldId="440"/>
        </pc:sldMkLst>
      </pc:sldChg>
      <pc:sldChg chg="del">
        <pc:chgData name="Sebastian Andres Ulloa Quezada" userId="e3cba82caada5b63" providerId="LiveId" clId="{12BD165B-28B0-46EA-ADC8-4965A04BE316}" dt="2022-06-11T04:41:24.826" v="5" actId="47"/>
        <pc:sldMkLst>
          <pc:docMk/>
          <pc:sldMk cId="817312315" sldId="441"/>
        </pc:sldMkLst>
      </pc:sldChg>
      <pc:sldChg chg="modSp new del mod">
        <pc:chgData name="Sebastian Andres Ulloa Quezada" userId="e3cba82caada5b63" providerId="LiveId" clId="{12BD165B-28B0-46EA-ADC8-4965A04BE316}" dt="2022-06-11T04:41:24.826" v="5" actId="47"/>
        <pc:sldMkLst>
          <pc:docMk/>
          <pc:sldMk cId="40748891" sldId="442"/>
        </pc:sldMkLst>
        <pc:spChg chg="mod">
          <ac:chgData name="Sebastian Andres Ulloa Quezada" userId="e3cba82caada5b63" providerId="LiveId" clId="{12BD165B-28B0-46EA-ADC8-4965A04BE316}" dt="2022-06-11T03:28:14.632" v="3"/>
          <ac:spMkLst>
            <pc:docMk/>
            <pc:sldMk cId="40748891" sldId="442"/>
            <ac:spMk id="3" creationId="{983A5F07-0DC8-E4EC-047E-E50B0F28D10E}"/>
          </ac:spMkLst>
        </pc:spChg>
      </pc:sldChg>
      <pc:sldChg chg="modSp add del">
        <pc:chgData name="Sebastian Andres Ulloa Quezada" userId="e3cba82caada5b63" providerId="LiveId" clId="{12BD165B-28B0-46EA-ADC8-4965A04BE316}" dt="2022-06-11T05:21:24.417" v="152" actId="47"/>
        <pc:sldMkLst>
          <pc:docMk/>
          <pc:sldMk cId="1238124464" sldId="854"/>
        </pc:sldMkLst>
        <pc:spChg chg="mod">
          <ac:chgData name="Sebastian Andres Ulloa Quezada" userId="e3cba82caada5b63" providerId="LiveId" clId="{12BD165B-28B0-46EA-ADC8-4965A04BE316}" dt="2022-06-11T04:54:18.624" v="102"/>
          <ac:spMkLst>
            <pc:docMk/>
            <pc:sldMk cId="1238124464" sldId="854"/>
            <ac:spMk id="2" creationId="{00000000-0000-0000-0000-000000000000}"/>
          </ac:spMkLst>
        </pc:spChg>
      </pc:sldChg>
      <pc:sldChg chg="modSp add del">
        <pc:chgData name="Sebastian Andres Ulloa Quezada" userId="e3cba82caada5b63" providerId="LiveId" clId="{12BD165B-28B0-46EA-ADC8-4965A04BE316}" dt="2022-06-11T05:21:24.417" v="152" actId="47"/>
        <pc:sldMkLst>
          <pc:docMk/>
          <pc:sldMk cId="945973545" sldId="855"/>
        </pc:sldMkLst>
        <pc:spChg chg="mod">
          <ac:chgData name="Sebastian Andres Ulloa Quezada" userId="e3cba82caada5b63" providerId="LiveId" clId="{12BD165B-28B0-46EA-ADC8-4965A04BE316}" dt="2022-06-11T04:54:26.779" v="103"/>
          <ac:spMkLst>
            <pc:docMk/>
            <pc:sldMk cId="945973545" sldId="855"/>
            <ac:spMk id="2" creationId="{00000000-0000-0000-0000-000000000000}"/>
          </ac:spMkLst>
        </pc:spChg>
      </pc:sldChg>
      <pc:sldChg chg="modSp add del mod">
        <pc:chgData name="Sebastian Andres Ulloa Quezada" userId="e3cba82caada5b63" providerId="LiveId" clId="{12BD165B-28B0-46EA-ADC8-4965A04BE316}" dt="2022-06-11T05:21:24.417" v="152" actId="47"/>
        <pc:sldMkLst>
          <pc:docMk/>
          <pc:sldMk cId="1613296956" sldId="856"/>
        </pc:sldMkLst>
        <pc:spChg chg="mod">
          <ac:chgData name="Sebastian Andres Ulloa Quezada" userId="e3cba82caada5b63" providerId="LiveId" clId="{12BD165B-28B0-46EA-ADC8-4965A04BE316}" dt="2022-06-11T04:54:56.836" v="104" actId="1076"/>
          <ac:spMkLst>
            <pc:docMk/>
            <pc:sldMk cId="1613296956" sldId="856"/>
            <ac:spMk id="109" creationId="{00000000-0000-0000-0000-000000000000}"/>
          </ac:spMkLst>
        </pc:spChg>
      </pc:sldChg>
      <pc:sldChg chg="add del">
        <pc:chgData name="Sebastian Andres Ulloa Quezada" userId="e3cba82caada5b63" providerId="LiveId" clId="{12BD165B-28B0-46EA-ADC8-4965A04BE316}" dt="2022-06-11T05:21:24.417" v="152" actId="47"/>
        <pc:sldMkLst>
          <pc:docMk/>
          <pc:sldMk cId="451708133" sldId="857"/>
        </pc:sldMkLst>
      </pc:sldChg>
      <pc:sldChg chg="addSp delSp modSp new mod">
        <pc:chgData name="Sebastian Andres Ulloa Quezada" userId="e3cba82caada5b63" providerId="LiveId" clId="{12BD165B-28B0-46EA-ADC8-4965A04BE316}" dt="2022-06-11T05:13:42.590" v="134" actId="1076"/>
        <pc:sldMkLst>
          <pc:docMk/>
          <pc:sldMk cId="250125487" sldId="858"/>
        </pc:sldMkLst>
        <pc:spChg chg="del">
          <ac:chgData name="Sebastian Andres Ulloa Quezada" userId="e3cba82caada5b63" providerId="LiveId" clId="{12BD165B-28B0-46EA-ADC8-4965A04BE316}" dt="2022-06-11T05:13:28.356" v="127" actId="478"/>
          <ac:spMkLst>
            <pc:docMk/>
            <pc:sldMk cId="250125487" sldId="858"/>
            <ac:spMk id="2" creationId="{ACA03DFE-07C8-6A2C-1207-00778DF10D58}"/>
          </ac:spMkLst>
        </pc:spChg>
        <pc:spChg chg="del">
          <ac:chgData name="Sebastian Andres Ulloa Quezada" userId="e3cba82caada5b63" providerId="LiveId" clId="{12BD165B-28B0-46EA-ADC8-4965A04BE316}" dt="2022-06-11T05:13:27.525" v="126" actId="478"/>
          <ac:spMkLst>
            <pc:docMk/>
            <pc:sldMk cId="250125487" sldId="858"/>
            <ac:spMk id="3" creationId="{873DBB53-BC10-DA15-C5F2-EA51116DCEA3}"/>
          </ac:spMkLst>
        </pc:spChg>
        <pc:picChg chg="add mod">
          <ac:chgData name="Sebastian Andres Ulloa Quezada" userId="e3cba82caada5b63" providerId="LiveId" clId="{12BD165B-28B0-46EA-ADC8-4965A04BE316}" dt="2022-06-11T05:13:42.590" v="134" actId="1076"/>
          <ac:picMkLst>
            <pc:docMk/>
            <pc:sldMk cId="250125487" sldId="858"/>
            <ac:picMk id="2050" creationId="{73C40445-2879-2063-DCFD-790B66E6F770}"/>
          </ac:picMkLst>
        </pc:picChg>
      </pc:sldChg>
      <pc:sldChg chg="modSp new mod">
        <pc:chgData name="Sebastian Andres Ulloa Quezada" userId="e3cba82caada5b63" providerId="LiveId" clId="{12BD165B-28B0-46EA-ADC8-4965A04BE316}" dt="2022-06-11T06:03:55.330" v="219" actId="27636"/>
        <pc:sldMkLst>
          <pc:docMk/>
          <pc:sldMk cId="3638404002" sldId="859"/>
        </pc:sldMkLst>
        <pc:spChg chg="mod">
          <ac:chgData name="Sebastian Andres Ulloa Quezada" userId="e3cba82caada5b63" providerId="LiveId" clId="{12BD165B-28B0-46EA-ADC8-4965A04BE316}" dt="2022-06-11T05:57:52.403" v="208" actId="108"/>
          <ac:spMkLst>
            <pc:docMk/>
            <pc:sldMk cId="3638404002" sldId="859"/>
            <ac:spMk id="2" creationId="{BB05E44B-7B13-691A-D1BA-69FFE5F3A18C}"/>
          </ac:spMkLst>
        </pc:spChg>
        <pc:spChg chg="mod">
          <ac:chgData name="Sebastian Andres Ulloa Quezada" userId="e3cba82caada5b63" providerId="LiveId" clId="{12BD165B-28B0-46EA-ADC8-4965A04BE316}" dt="2022-06-11T06:03:55.330" v="219" actId="27636"/>
          <ac:spMkLst>
            <pc:docMk/>
            <pc:sldMk cId="3638404002" sldId="859"/>
            <ac:spMk id="3" creationId="{296D0994-8A5B-9809-9452-EE5E10AA11DA}"/>
          </ac:spMkLst>
        </pc:spChg>
      </pc:sldChg>
      <pc:sldChg chg="delSp modSp new del mod">
        <pc:chgData name="Sebastian Andres Ulloa Quezada" userId="e3cba82caada5b63" providerId="LiveId" clId="{12BD165B-28B0-46EA-ADC8-4965A04BE316}" dt="2022-06-11T05:14:58.041" v="151" actId="47"/>
        <pc:sldMkLst>
          <pc:docMk/>
          <pc:sldMk cId="3983599820" sldId="859"/>
        </pc:sldMkLst>
        <pc:spChg chg="del">
          <ac:chgData name="Sebastian Andres Ulloa Quezada" userId="e3cba82caada5b63" providerId="LiveId" clId="{12BD165B-28B0-46EA-ADC8-4965A04BE316}" dt="2022-06-11T05:14:23.866" v="138" actId="478"/>
          <ac:spMkLst>
            <pc:docMk/>
            <pc:sldMk cId="3983599820" sldId="859"/>
            <ac:spMk id="2" creationId="{ADE57A0D-5100-DE1C-9577-AF37B666CF08}"/>
          </ac:spMkLst>
        </pc:spChg>
        <pc:spChg chg="mod">
          <ac:chgData name="Sebastian Andres Ulloa Quezada" userId="e3cba82caada5b63" providerId="LiveId" clId="{12BD165B-28B0-46EA-ADC8-4965A04BE316}" dt="2022-06-11T05:14:52.927" v="150" actId="120"/>
          <ac:spMkLst>
            <pc:docMk/>
            <pc:sldMk cId="3983599820" sldId="859"/>
            <ac:spMk id="3" creationId="{EA9B4C76-2E12-1F55-17A9-8F18ABC33417}"/>
          </ac:spMkLst>
        </pc:spChg>
      </pc:sldChg>
      <pc:sldChg chg="addSp delSp modSp new mod">
        <pc:chgData name="Sebastian Andres Ulloa Quezada" userId="e3cba82caada5b63" providerId="LiveId" clId="{12BD165B-28B0-46EA-ADC8-4965A04BE316}" dt="2022-06-11T22:16:00.530" v="275" actId="14100"/>
        <pc:sldMkLst>
          <pc:docMk/>
          <pc:sldMk cId="3120710014" sldId="860"/>
        </pc:sldMkLst>
        <pc:spChg chg="del">
          <ac:chgData name="Sebastian Andres Ulloa Quezada" userId="e3cba82caada5b63" providerId="LiveId" clId="{12BD165B-28B0-46EA-ADC8-4965A04BE316}" dt="2022-06-11T18:20:16.079" v="222" actId="478"/>
          <ac:spMkLst>
            <pc:docMk/>
            <pc:sldMk cId="3120710014" sldId="860"/>
            <ac:spMk id="2" creationId="{BC1D8642-243C-485F-A031-075AB3966122}"/>
          </ac:spMkLst>
        </pc:spChg>
        <pc:spChg chg="del">
          <ac:chgData name="Sebastian Andres Ulloa Quezada" userId="e3cba82caada5b63" providerId="LiveId" clId="{12BD165B-28B0-46EA-ADC8-4965A04BE316}" dt="2022-06-11T18:20:12.202" v="221" actId="478"/>
          <ac:spMkLst>
            <pc:docMk/>
            <pc:sldMk cId="3120710014" sldId="860"/>
            <ac:spMk id="3" creationId="{B9DF8F23-FE3F-9466-2284-79AC23FD5892}"/>
          </ac:spMkLst>
        </pc:spChg>
        <pc:spChg chg="add">
          <ac:chgData name="Sebastian Andres Ulloa Quezada" userId="e3cba82caada5b63" providerId="LiveId" clId="{12BD165B-28B0-46EA-ADC8-4965A04BE316}" dt="2022-06-11T22:14:06.582" v="223" actId="11529"/>
          <ac:spMkLst>
            <pc:docMk/>
            <pc:sldMk cId="3120710014" sldId="860"/>
            <ac:spMk id="4" creationId="{02335183-E413-796D-4139-361DD98DD695}"/>
          </ac:spMkLst>
        </pc:spChg>
        <pc:spChg chg="add mod">
          <ac:chgData name="Sebastian Andres Ulloa Quezada" userId="e3cba82caada5b63" providerId="LiveId" clId="{12BD165B-28B0-46EA-ADC8-4965A04BE316}" dt="2022-06-11T22:14:21.297" v="236" actId="1076"/>
          <ac:spMkLst>
            <pc:docMk/>
            <pc:sldMk cId="3120710014" sldId="860"/>
            <ac:spMk id="5" creationId="{1372C91F-4E92-3345-3975-9C9ADA2D7ED1}"/>
          </ac:spMkLst>
        </pc:spChg>
        <pc:spChg chg="add mod">
          <ac:chgData name="Sebastian Andres Ulloa Quezada" userId="e3cba82caada5b63" providerId="LiveId" clId="{12BD165B-28B0-46EA-ADC8-4965A04BE316}" dt="2022-06-11T22:14:11.227" v="227" actId="1076"/>
          <ac:spMkLst>
            <pc:docMk/>
            <pc:sldMk cId="3120710014" sldId="860"/>
            <ac:spMk id="6" creationId="{2D704221-5D25-8CC6-9B7E-DB2995600C99}"/>
          </ac:spMkLst>
        </pc:spChg>
        <pc:spChg chg="add mod">
          <ac:chgData name="Sebastian Andres Ulloa Quezada" userId="e3cba82caada5b63" providerId="LiveId" clId="{12BD165B-28B0-46EA-ADC8-4965A04BE316}" dt="2022-06-11T22:14:13.332" v="229" actId="1076"/>
          <ac:spMkLst>
            <pc:docMk/>
            <pc:sldMk cId="3120710014" sldId="860"/>
            <ac:spMk id="7" creationId="{8F153AAC-93CA-3EBF-5D6F-32EE97AE47FF}"/>
          </ac:spMkLst>
        </pc:spChg>
        <pc:spChg chg="add mod">
          <ac:chgData name="Sebastian Andres Ulloa Quezada" userId="e3cba82caada5b63" providerId="LiveId" clId="{12BD165B-28B0-46EA-ADC8-4965A04BE316}" dt="2022-06-11T22:14:15.459" v="231" actId="1076"/>
          <ac:spMkLst>
            <pc:docMk/>
            <pc:sldMk cId="3120710014" sldId="860"/>
            <ac:spMk id="8" creationId="{CFD96126-40BE-70D2-5F38-B1C596B34226}"/>
          </ac:spMkLst>
        </pc:spChg>
        <pc:spChg chg="add mod">
          <ac:chgData name="Sebastian Andres Ulloa Quezada" userId="e3cba82caada5b63" providerId="LiveId" clId="{12BD165B-28B0-46EA-ADC8-4965A04BE316}" dt="2022-06-11T22:14:17.316" v="233" actId="1076"/>
          <ac:spMkLst>
            <pc:docMk/>
            <pc:sldMk cId="3120710014" sldId="860"/>
            <ac:spMk id="9" creationId="{1914AD17-D84D-8325-76BD-E3A33F75DD5B}"/>
          </ac:spMkLst>
        </pc:spChg>
        <pc:spChg chg="add mod">
          <ac:chgData name="Sebastian Andres Ulloa Quezada" userId="e3cba82caada5b63" providerId="LiveId" clId="{12BD165B-28B0-46EA-ADC8-4965A04BE316}" dt="2022-06-11T22:14:19.971" v="235" actId="1076"/>
          <ac:spMkLst>
            <pc:docMk/>
            <pc:sldMk cId="3120710014" sldId="860"/>
            <ac:spMk id="10" creationId="{55C57715-1687-34FF-F2BD-59B151239338}"/>
          </ac:spMkLst>
        </pc:spChg>
        <pc:cxnChg chg="add">
          <ac:chgData name="Sebastian Andres Ulloa Quezada" userId="e3cba82caada5b63" providerId="LiveId" clId="{12BD165B-28B0-46EA-ADC8-4965A04BE316}" dt="2022-06-11T22:14:27.234" v="237" actId="11529"/>
          <ac:cxnSpMkLst>
            <pc:docMk/>
            <pc:sldMk cId="3120710014" sldId="860"/>
            <ac:cxnSpMk id="12" creationId="{C526BF13-3C75-4F21-B305-F725C8DEC490}"/>
          </ac:cxnSpMkLst>
        </pc:cxnChg>
        <pc:cxnChg chg="add mod">
          <ac:chgData name="Sebastian Andres Ulloa Quezada" userId="e3cba82caada5b63" providerId="LiveId" clId="{12BD165B-28B0-46EA-ADC8-4965A04BE316}" dt="2022-06-11T22:14:31.371" v="239" actId="1076"/>
          <ac:cxnSpMkLst>
            <pc:docMk/>
            <pc:sldMk cId="3120710014" sldId="860"/>
            <ac:cxnSpMk id="13" creationId="{276269FA-06F6-362F-CEB9-ABBF2DACAD53}"/>
          </ac:cxnSpMkLst>
        </pc:cxnChg>
        <pc:cxnChg chg="add mod">
          <ac:chgData name="Sebastian Andres Ulloa Quezada" userId="e3cba82caada5b63" providerId="LiveId" clId="{12BD165B-28B0-46EA-ADC8-4965A04BE316}" dt="2022-06-11T22:14:36.146" v="242" actId="14100"/>
          <ac:cxnSpMkLst>
            <pc:docMk/>
            <pc:sldMk cId="3120710014" sldId="860"/>
            <ac:cxnSpMk id="14" creationId="{898B6C37-1B75-183E-92C8-C724EF73EB5E}"/>
          </ac:cxnSpMkLst>
        </pc:cxnChg>
        <pc:cxnChg chg="add mod">
          <ac:chgData name="Sebastian Andres Ulloa Quezada" userId="e3cba82caada5b63" providerId="LiveId" clId="{12BD165B-28B0-46EA-ADC8-4965A04BE316}" dt="2022-06-11T22:14:43.553" v="245" actId="14100"/>
          <ac:cxnSpMkLst>
            <pc:docMk/>
            <pc:sldMk cId="3120710014" sldId="860"/>
            <ac:cxnSpMk id="17" creationId="{FA5863C2-6085-8AB6-6F82-715BFA24A080}"/>
          </ac:cxnSpMkLst>
        </pc:cxnChg>
        <pc:cxnChg chg="add mod">
          <ac:chgData name="Sebastian Andres Ulloa Quezada" userId="e3cba82caada5b63" providerId="LiveId" clId="{12BD165B-28B0-46EA-ADC8-4965A04BE316}" dt="2022-06-11T22:14:49.810" v="248" actId="14100"/>
          <ac:cxnSpMkLst>
            <pc:docMk/>
            <pc:sldMk cId="3120710014" sldId="860"/>
            <ac:cxnSpMk id="20" creationId="{2F980FC6-5A8C-AB52-F557-E4296C944E1F}"/>
          </ac:cxnSpMkLst>
        </pc:cxnChg>
        <pc:cxnChg chg="add mod">
          <ac:chgData name="Sebastian Andres Ulloa Quezada" userId="e3cba82caada5b63" providerId="LiveId" clId="{12BD165B-28B0-46EA-ADC8-4965A04BE316}" dt="2022-06-11T22:14:54.939" v="251" actId="14100"/>
          <ac:cxnSpMkLst>
            <pc:docMk/>
            <pc:sldMk cId="3120710014" sldId="860"/>
            <ac:cxnSpMk id="23" creationId="{D79BF4FB-1A54-5CFF-5017-182A0AF2624D}"/>
          </ac:cxnSpMkLst>
        </pc:cxnChg>
        <pc:cxnChg chg="add mod">
          <ac:chgData name="Sebastian Andres Ulloa Quezada" userId="e3cba82caada5b63" providerId="LiveId" clId="{12BD165B-28B0-46EA-ADC8-4965A04BE316}" dt="2022-06-11T22:15:00.072" v="254" actId="14100"/>
          <ac:cxnSpMkLst>
            <pc:docMk/>
            <pc:sldMk cId="3120710014" sldId="860"/>
            <ac:cxnSpMk id="26" creationId="{701BDBFD-93AA-A33E-1602-3841CDB80A34}"/>
          </ac:cxnSpMkLst>
        </pc:cxnChg>
        <pc:cxnChg chg="add mod">
          <ac:chgData name="Sebastian Andres Ulloa Quezada" userId="e3cba82caada5b63" providerId="LiveId" clId="{12BD165B-28B0-46EA-ADC8-4965A04BE316}" dt="2022-06-11T22:15:07.745" v="257" actId="14100"/>
          <ac:cxnSpMkLst>
            <pc:docMk/>
            <pc:sldMk cId="3120710014" sldId="860"/>
            <ac:cxnSpMk id="29" creationId="{42717228-D4BB-01CA-06FD-286F24117A20}"/>
          </ac:cxnSpMkLst>
        </pc:cxnChg>
        <pc:cxnChg chg="add mod">
          <ac:chgData name="Sebastian Andres Ulloa Quezada" userId="e3cba82caada5b63" providerId="LiveId" clId="{12BD165B-28B0-46EA-ADC8-4965A04BE316}" dt="2022-06-11T22:15:24.820" v="260" actId="14100"/>
          <ac:cxnSpMkLst>
            <pc:docMk/>
            <pc:sldMk cId="3120710014" sldId="860"/>
            <ac:cxnSpMk id="32" creationId="{0A1A4477-29CC-ADF6-A194-44324901B864}"/>
          </ac:cxnSpMkLst>
        </pc:cxnChg>
        <pc:cxnChg chg="add mod">
          <ac:chgData name="Sebastian Andres Ulloa Quezada" userId="e3cba82caada5b63" providerId="LiveId" clId="{12BD165B-28B0-46EA-ADC8-4965A04BE316}" dt="2022-06-11T22:15:32.283" v="263" actId="14100"/>
          <ac:cxnSpMkLst>
            <pc:docMk/>
            <pc:sldMk cId="3120710014" sldId="860"/>
            <ac:cxnSpMk id="35" creationId="{69CFCA8B-BFE1-371C-6D0D-5C733AEC0C64}"/>
          </ac:cxnSpMkLst>
        </pc:cxnChg>
        <pc:cxnChg chg="add mod">
          <ac:chgData name="Sebastian Andres Ulloa Quezada" userId="e3cba82caada5b63" providerId="LiveId" clId="{12BD165B-28B0-46EA-ADC8-4965A04BE316}" dt="2022-06-11T22:15:38.578" v="266" actId="14100"/>
          <ac:cxnSpMkLst>
            <pc:docMk/>
            <pc:sldMk cId="3120710014" sldId="860"/>
            <ac:cxnSpMk id="38" creationId="{64AA6ACC-6F80-9561-1C97-10001570F304}"/>
          </ac:cxnSpMkLst>
        </pc:cxnChg>
        <pc:cxnChg chg="add mod">
          <ac:chgData name="Sebastian Andres Ulloa Quezada" userId="e3cba82caada5b63" providerId="LiveId" clId="{12BD165B-28B0-46EA-ADC8-4965A04BE316}" dt="2022-06-11T22:15:51.289" v="269" actId="14100"/>
          <ac:cxnSpMkLst>
            <pc:docMk/>
            <pc:sldMk cId="3120710014" sldId="860"/>
            <ac:cxnSpMk id="41" creationId="{F662394B-79EF-A873-9B11-702CDE831E55}"/>
          </ac:cxnSpMkLst>
        </pc:cxnChg>
        <pc:cxnChg chg="add mod">
          <ac:chgData name="Sebastian Andres Ulloa Quezada" userId="e3cba82caada5b63" providerId="LiveId" clId="{12BD165B-28B0-46EA-ADC8-4965A04BE316}" dt="2022-06-11T22:15:56.154" v="272" actId="14100"/>
          <ac:cxnSpMkLst>
            <pc:docMk/>
            <pc:sldMk cId="3120710014" sldId="860"/>
            <ac:cxnSpMk id="44" creationId="{70278BD4-EEE9-080C-9F2D-7996DAAF8077}"/>
          </ac:cxnSpMkLst>
        </pc:cxnChg>
        <pc:cxnChg chg="add mod">
          <ac:chgData name="Sebastian Andres Ulloa Quezada" userId="e3cba82caada5b63" providerId="LiveId" clId="{12BD165B-28B0-46EA-ADC8-4965A04BE316}" dt="2022-06-11T22:16:00.530" v="275" actId="14100"/>
          <ac:cxnSpMkLst>
            <pc:docMk/>
            <pc:sldMk cId="3120710014" sldId="860"/>
            <ac:cxnSpMk id="47" creationId="{F7485BC7-0F66-EE2D-AB00-34825B8A3163}"/>
          </ac:cxnSpMkLst>
        </pc:cxnChg>
      </pc:sldChg>
      <pc:sldChg chg="delSp new mod">
        <pc:chgData name="Sebastian Andres Ulloa Quezada" userId="e3cba82caada5b63" providerId="LiveId" clId="{12BD165B-28B0-46EA-ADC8-4965A04BE316}" dt="2022-06-11T22:49:05.893" v="278" actId="478"/>
        <pc:sldMkLst>
          <pc:docMk/>
          <pc:sldMk cId="1603740505" sldId="861"/>
        </pc:sldMkLst>
        <pc:spChg chg="del">
          <ac:chgData name="Sebastian Andres Ulloa Quezada" userId="e3cba82caada5b63" providerId="LiveId" clId="{12BD165B-28B0-46EA-ADC8-4965A04BE316}" dt="2022-06-11T22:49:05.893" v="278" actId="478"/>
          <ac:spMkLst>
            <pc:docMk/>
            <pc:sldMk cId="1603740505" sldId="861"/>
            <ac:spMk id="2" creationId="{D7AB8E90-CA28-6B90-641A-D72031F03D0A}"/>
          </ac:spMkLst>
        </pc:spChg>
        <pc:spChg chg="del">
          <ac:chgData name="Sebastian Andres Ulloa Quezada" userId="e3cba82caada5b63" providerId="LiveId" clId="{12BD165B-28B0-46EA-ADC8-4965A04BE316}" dt="2022-06-11T22:49:04.451" v="277" actId="478"/>
          <ac:spMkLst>
            <pc:docMk/>
            <pc:sldMk cId="1603740505" sldId="861"/>
            <ac:spMk id="3" creationId="{ECBFBB48-27E0-F725-DFE6-90595FC82DDC}"/>
          </ac:spMkLst>
        </pc:spChg>
      </pc:sldChg>
      <pc:sldChg chg="add del">
        <pc:chgData name="Sebastian Andres Ulloa Quezada" userId="e3cba82caada5b63" providerId="LiveId" clId="{12BD165B-28B0-46EA-ADC8-4965A04BE316}" dt="2022-06-11T05:09:25.959" v="121" actId="47"/>
        <pc:sldMkLst>
          <pc:docMk/>
          <pc:sldMk cId="2044849922" sldId="863"/>
        </pc:sldMkLst>
      </pc:sldChg>
      <pc:sldChg chg="add del">
        <pc:chgData name="Sebastian Andres Ulloa Quezada" userId="e3cba82caada5b63" providerId="LiveId" clId="{12BD165B-28B0-46EA-ADC8-4965A04BE316}" dt="2022-06-11T05:08:09.836" v="105" actId="47"/>
        <pc:sldMkLst>
          <pc:docMk/>
          <pc:sldMk cId="944486292" sldId="864"/>
        </pc:sldMkLst>
      </pc:sldChg>
      <pc:sldChg chg="addSp delSp modSp new del mod">
        <pc:chgData name="Sebastian Andres Ulloa Quezada" userId="e3cba82caada5b63" providerId="LiveId" clId="{12BD165B-28B0-46EA-ADC8-4965A04BE316}" dt="2022-06-11T05:09:21.691" v="120" actId="47"/>
        <pc:sldMkLst>
          <pc:docMk/>
          <pc:sldMk cId="1510672659" sldId="864"/>
        </pc:sldMkLst>
        <pc:spChg chg="del">
          <ac:chgData name="Sebastian Andres Ulloa Quezada" userId="e3cba82caada5b63" providerId="LiveId" clId="{12BD165B-28B0-46EA-ADC8-4965A04BE316}" dt="2022-06-11T05:09:04.105" v="119" actId="478"/>
          <ac:spMkLst>
            <pc:docMk/>
            <pc:sldMk cId="1510672659" sldId="864"/>
            <ac:spMk id="2" creationId="{9DB825F0-0A55-4A0E-EE6C-2F02A01BEB4C}"/>
          </ac:spMkLst>
        </pc:spChg>
        <pc:picChg chg="add mod modCrop">
          <ac:chgData name="Sebastian Andres Ulloa Quezada" userId="e3cba82caada5b63" providerId="LiveId" clId="{12BD165B-28B0-46EA-ADC8-4965A04BE316}" dt="2022-06-11T05:08:41.785" v="113" actId="1076"/>
          <ac:picMkLst>
            <pc:docMk/>
            <pc:sldMk cId="1510672659" sldId="864"/>
            <ac:picMk id="3" creationId="{46219DCC-CEE6-444F-9018-D1DE95179922}"/>
          </ac:picMkLst>
        </pc:picChg>
        <pc:picChg chg="add mod modCrop">
          <ac:chgData name="Sebastian Andres Ulloa Quezada" userId="e3cba82caada5b63" providerId="LiveId" clId="{12BD165B-28B0-46EA-ADC8-4965A04BE316}" dt="2022-06-11T05:09:01.529" v="118" actId="1076"/>
          <ac:picMkLst>
            <pc:docMk/>
            <pc:sldMk cId="1510672659" sldId="864"/>
            <ac:picMk id="4" creationId="{46219DCC-CEE6-444F-9018-D1DE95179922}"/>
          </ac:picMkLst>
        </pc:picChg>
      </pc:sldChg>
      <pc:sldMasterChg chg="delSldLayout">
        <pc:chgData name="Sebastian Andres Ulloa Quezada" userId="e3cba82caada5b63" providerId="LiveId" clId="{12BD165B-28B0-46EA-ADC8-4965A04BE316}" dt="2022-06-11T05:21:24.417" v="152" actId="47"/>
        <pc:sldMasterMkLst>
          <pc:docMk/>
          <pc:sldMasterMk cId="3367451103" sldId="2147483648"/>
        </pc:sldMasterMkLst>
        <pc:sldLayoutChg chg="del">
          <pc:chgData name="Sebastian Andres Ulloa Quezada" userId="e3cba82caada5b63" providerId="LiveId" clId="{12BD165B-28B0-46EA-ADC8-4965A04BE316}" dt="2022-06-11T05:21:24.417" v="152" actId="47"/>
          <pc:sldLayoutMkLst>
            <pc:docMk/>
            <pc:sldMasterMk cId="3367451103" sldId="2147483648"/>
            <pc:sldLayoutMk cId="2601239798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6194B9-D819-4023-8836-D4831F4391A5}" type="datetimeFigureOut">
              <a:rPr lang="es-CL" smtClean="0"/>
              <a:t>11-06-2022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0AE14-2E56-403E-A667-769D0F94AEE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15202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EB18C-FCB5-4FE4-87CF-B0E3F8F401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7BC569-1745-48A8-B42A-DE4FD30FEC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6920DF-1E4B-4A67-B41B-5ED32B836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1020F-2890-4D3B-B6EA-BF2FFFF16D76}" type="datetimeFigureOut">
              <a:rPr lang="es-CL" smtClean="0"/>
              <a:t>11-06-2022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2207B7-03F3-406E-B363-19C31176B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B129A9-0376-4B81-AFA6-F5ED3373A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FB1AE-D7CB-402F-BA8E-26785F07C89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95189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0B553F-AA8B-4862-827F-EEF7B6AF0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7C41F4-A68F-415D-A124-A91B32884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D49357-7BC0-4AFC-8022-624E8B1E8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1020F-2890-4D3B-B6EA-BF2FFFF16D76}" type="datetimeFigureOut">
              <a:rPr lang="es-CL" smtClean="0"/>
              <a:t>11-06-2022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5A650C-F190-491F-AD3D-0FD23A1C5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65670E-59C2-4703-A96A-A956C41EC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FB1AE-D7CB-402F-BA8E-26785F07C89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92678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BB11F4-F867-41B2-9FB6-9771064AF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2B305F-36B1-4022-B77F-403C2752D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50DB7D-003D-4427-A9D6-AD1BF68D4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1020F-2890-4D3B-B6EA-BF2FFFF16D76}" type="datetimeFigureOut">
              <a:rPr lang="es-CL" smtClean="0"/>
              <a:t>11-06-2022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AA3486-3ED4-4A58-B3C8-B2A6D5AC5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EF18C7-65B7-49A0-896D-9CD26EAF5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FB1AE-D7CB-402F-BA8E-26785F07C89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65231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9265CE-D306-4678-A1AD-8B1E9BC68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DA6931-7B45-4AA8-A2AF-150E3CBD02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EC08749-FF8D-415C-987A-B7B90B0AA4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B400639-9D6C-49E1-A221-00784C891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1020F-2890-4D3B-B6EA-BF2FFFF16D76}" type="datetimeFigureOut">
              <a:rPr lang="es-CL" smtClean="0"/>
              <a:t>11-06-2022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379730B-5962-4CA8-9311-C0C555604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239088-7307-47AC-AEBE-B18AAA749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FB1AE-D7CB-402F-BA8E-26785F07C89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42677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7CB8C-8FB5-435C-A719-4C5F3A55A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2A6E03-5848-472A-9182-2832A26B8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14BFEC9-469D-4EDF-8895-E2A2AF9E80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E3ECCC-1239-4E7C-AFF8-B9C0B5A9FD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43E52CC-3E7B-415B-982B-C3A2E58923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0E6ED8-B980-4139-BF3B-1ACABCE5C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1020F-2890-4D3B-B6EA-BF2FFFF16D76}" type="datetimeFigureOut">
              <a:rPr lang="es-CL" smtClean="0"/>
              <a:t>11-06-2022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C76B8E0-7A17-4008-94C5-E41919FA7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EAEEABC-BA7D-4990-801B-EAC869404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FB1AE-D7CB-402F-BA8E-26785F07C89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41497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AA8205-4636-4BE2-A54E-00788B58C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3C4E80B-0189-4E18-A222-9C8C613F7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1020F-2890-4D3B-B6EA-BF2FFFF16D76}" type="datetimeFigureOut">
              <a:rPr lang="es-CL" smtClean="0"/>
              <a:t>11-06-2022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B06F4F9-DC2B-40A2-97DA-9D8D91D9B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C37AB72-E63D-4181-8AAB-C0D2854F4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FB1AE-D7CB-402F-BA8E-26785F07C89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11323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7016EE6-8658-4E81-AF81-49FDFC45D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1020F-2890-4D3B-B6EA-BF2FFFF16D76}" type="datetimeFigureOut">
              <a:rPr lang="es-CL" smtClean="0"/>
              <a:t>11-06-2022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6671D31-8524-4484-A858-43DBCBB10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B81062F-5508-4C5A-9871-7B25C1F57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FB1AE-D7CB-402F-BA8E-26785F07C89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85239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4E5FAB-CAC2-4FF5-A19F-F4B093959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EB91E2-C285-4929-AF28-BFD2A5820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BDCCCD3-53BF-4BDD-93C8-501B67723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5E955A9-7BA8-46A3-8314-1438477E8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1020F-2890-4D3B-B6EA-BF2FFFF16D76}" type="datetimeFigureOut">
              <a:rPr lang="es-CL" smtClean="0"/>
              <a:t>11-06-2022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EAF77C2-5C22-4CF2-B03E-999EB9330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8AA25C7-589B-4E34-AF1F-BE3EB660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FB1AE-D7CB-402F-BA8E-26785F07C89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29813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925706-09A8-4B13-901D-FB9684462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F6BC845-A8D0-49FE-9B4C-3E61980892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1E8419C-20CF-4337-9D69-543C0584A4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6EB6B5A-D6F8-4AF8-B3E2-86396157B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1020F-2890-4D3B-B6EA-BF2FFFF16D76}" type="datetimeFigureOut">
              <a:rPr lang="es-CL" smtClean="0"/>
              <a:t>11-06-2022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A0708F8-9DF6-4BB1-A519-F33336DCA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A640141-BDEC-43E2-8A43-F053476A0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FB1AE-D7CB-402F-BA8E-26785F07C89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45579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D96508-6566-4B8C-80EB-0BDBFEC0B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20CDD96-AF5D-4952-B2F5-B912D798F3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B2377C-086D-40AF-AE49-2B2E6674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1020F-2890-4D3B-B6EA-BF2FFFF16D76}" type="datetimeFigureOut">
              <a:rPr lang="es-CL" smtClean="0"/>
              <a:t>11-06-2022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8CBAC9-DBF3-40BB-A191-B0262B520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35AB9C-052B-4D6A-A249-16BADC2BF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FB1AE-D7CB-402F-BA8E-26785F07C89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41872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D55AA02-1C2B-43EB-936D-7B887B7802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AFA61B6-3B25-4413-8106-3254CB467A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502D9B-AE90-4478-9C5F-A10B1ED13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1020F-2890-4D3B-B6EA-BF2FFFF16D76}" type="datetimeFigureOut">
              <a:rPr lang="es-CL" smtClean="0"/>
              <a:t>11-06-2022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5D8025-7AB8-44A7-8C25-4670B96F9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870545-3F8D-4D57-940C-57F35C7AA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FB1AE-D7CB-402F-BA8E-26785F07C89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01908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F9CF74D-E24E-465D-BDE2-E55957E4E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77D1D08-938E-451A-8241-29CA6BD28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55F070-F80B-4924-8F8F-4CAEB8DD3B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E1020F-2890-4D3B-B6EA-BF2FFFF16D76}" type="datetimeFigureOut">
              <a:rPr lang="es-CL" smtClean="0"/>
              <a:t>11-06-2022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C05B6A-F080-44BD-8DF4-FCC133F451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B98326-717A-4C7E-90A1-96D4D9632E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5FB1AE-D7CB-402F-BA8E-26785F07C89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67451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5F0DFEF2-015D-499F-AECE-1C9F1019D4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489518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446312468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67867998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151945094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13285914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82557360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>
                    <a:solidFill>
                      <a:srgbClr val="BF3F4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>
                    <a:solidFill>
                      <a:srgbClr val="D94862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>
                    <a:solidFill>
                      <a:srgbClr val="2C335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>
                    <a:solidFill>
                      <a:srgbClr val="3B8D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>
                    <a:solidFill>
                      <a:srgbClr val="7ED9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433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403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3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827A918-39AC-44E7-8C06-EF719EF149C0}"/>
              </a:ext>
            </a:extLst>
          </p:cNvPr>
          <p:cNvSpPr txBox="1"/>
          <p:nvPr/>
        </p:nvSpPr>
        <p:spPr>
          <a:xfrm>
            <a:off x="181555" y="1636424"/>
            <a:ext cx="8815747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Abadi Extra Light" panose="020B0204020104020204" pitchFamily="34" charset="0"/>
              </a:rPr>
              <a:t>Redes </a:t>
            </a:r>
            <a:r>
              <a:rPr lang="en-US" sz="6000" dirty="0" err="1">
                <a:solidFill>
                  <a:schemeClr val="bg1"/>
                </a:solidFill>
                <a:latin typeface="Abadi Extra Light" panose="020B0204020104020204" pitchFamily="34" charset="0"/>
              </a:rPr>
              <a:t>Neuronales</a:t>
            </a:r>
            <a:r>
              <a:rPr lang="en-US" sz="6000" dirty="0">
                <a:solidFill>
                  <a:schemeClr val="bg1"/>
                </a:solidFill>
                <a:latin typeface="Abadi Extra Light" panose="020B0204020104020204" pitchFamily="34" charset="0"/>
              </a:rPr>
              <a:t> </a:t>
            </a:r>
            <a:r>
              <a:rPr lang="es-CL" sz="6000" dirty="0">
                <a:solidFill>
                  <a:schemeClr val="bg1"/>
                </a:solidFill>
                <a:latin typeface="Abadi Extra Light" panose="020B0204020104020204" pitchFamily="34" charset="0"/>
              </a:rPr>
              <a:t>Artificiales</a:t>
            </a:r>
          </a:p>
          <a:p>
            <a:r>
              <a:rPr lang="es-CL" sz="3200" dirty="0">
                <a:solidFill>
                  <a:schemeClr val="bg1"/>
                </a:solidFill>
                <a:latin typeface="Abadi Extra Light" panose="020B0204020104020204" pitchFamily="34" charset="0"/>
              </a:rPr>
              <a:t>Semestre Otoño 2022 </a:t>
            </a:r>
          </a:p>
          <a:p>
            <a:endParaRPr lang="es-CL" sz="3200" dirty="0">
              <a:solidFill>
                <a:schemeClr val="bg1"/>
              </a:solidFill>
              <a:latin typeface="Abadi Extra Light" panose="020B0204020104020204" pitchFamily="34" charset="0"/>
            </a:endParaRPr>
          </a:p>
          <a:p>
            <a:r>
              <a:rPr lang="es-CL" sz="3200" dirty="0">
                <a:solidFill>
                  <a:schemeClr val="bg1"/>
                </a:solidFill>
                <a:latin typeface="Abadi Extra Light" panose="020B0204020104020204" pitchFamily="34" charset="0"/>
              </a:rPr>
              <a:t>Modulo 3</a:t>
            </a:r>
          </a:p>
        </p:txBody>
      </p:sp>
    </p:spTree>
    <p:extLst>
      <p:ext uri="{BB962C8B-B14F-4D97-AF65-F5344CB8AC3E}">
        <p14:creationId xmlns:p14="http://schemas.microsoft.com/office/powerpoint/2010/main" val="488143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F9B561-340E-9BFF-3FFE-C47BAEABF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sz="3600" dirty="0" err="1">
                <a:solidFill>
                  <a:srgbClr val="00B0F0"/>
                </a:solidFill>
                <a:latin typeface="Abadi Extra Light" panose="020B0204020104020204" pitchFamily="34" charset="0"/>
              </a:rPr>
              <a:t>Tensorflow</a:t>
            </a:r>
            <a:endParaRPr lang="es-CL" sz="3600" dirty="0">
              <a:solidFill>
                <a:srgbClr val="00B0F0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B668EFE4-EA0B-7B6B-A6C3-6D7609A9F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49989" cy="4351338"/>
          </a:xfrm>
        </p:spPr>
        <p:txBody>
          <a:bodyPr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s-ES" b="0" i="0" dirty="0">
                <a:solidFill>
                  <a:srgbClr val="222222"/>
                </a:solidFill>
                <a:effectLst/>
                <a:latin typeface="Abadi Extra Light" panose="020B0204020104020204" pitchFamily="34" charset="0"/>
              </a:rPr>
              <a:t>Hace un par de años, el aprendizaje profundo comenzó a superar a todos los demás algoritmos de aprendizaje automático al dar una gran cantidad de datos. Google vio que podía usar estas redes neuronales profundas para mejorar sus servicios:</a:t>
            </a:r>
          </a:p>
          <a:p>
            <a:pPr marL="0" indent="0" algn="l">
              <a:lnSpc>
                <a:spcPct val="120000"/>
              </a:lnSpc>
              <a:buNone/>
            </a:pPr>
            <a:endParaRPr lang="es-ES" b="0" i="0" dirty="0">
              <a:solidFill>
                <a:srgbClr val="222222"/>
              </a:solidFill>
              <a:effectLst/>
              <a:latin typeface="Abadi Extra Light" panose="020B0204020104020204" pitchFamily="34" charset="0"/>
            </a:endParaRPr>
          </a:p>
          <a:p>
            <a:pPr lvl="1">
              <a:lnSpc>
                <a:spcPct val="120000"/>
              </a:lnSpc>
            </a:pPr>
            <a:r>
              <a:rPr lang="es-ES" b="0" i="0" dirty="0">
                <a:solidFill>
                  <a:srgbClr val="222222"/>
                </a:solidFill>
                <a:effectLst/>
                <a:latin typeface="Abadi Extra Light" panose="020B0204020104020204" pitchFamily="34" charset="0"/>
              </a:rPr>
              <a:t>Gmail</a:t>
            </a:r>
          </a:p>
          <a:p>
            <a:pPr lvl="1">
              <a:lnSpc>
                <a:spcPct val="120000"/>
              </a:lnSpc>
            </a:pPr>
            <a:r>
              <a:rPr lang="es-ES" b="0" i="0" dirty="0">
                <a:solidFill>
                  <a:srgbClr val="222222"/>
                </a:solidFill>
                <a:effectLst/>
                <a:latin typeface="Abadi Extra Light" panose="020B0204020104020204" pitchFamily="34" charset="0"/>
              </a:rPr>
              <a:t>Foto</a:t>
            </a:r>
          </a:p>
          <a:p>
            <a:pPr lvl="1">
              <a:lnSpc>
                <a:spcPct val="120000"/>
              </a:lnSpc>
            </a:pPr>
            <a:r>
              <a:rPr lang="es-ES" b="0" i="0" dirty="0">
                <a:solidFill>
                  <a:srgbClr val="222222"/>
                </a:solidFill>
                <a:effectLst/>
                <a:latin typeface="Abadi Extra Light" panose="020B0204020104020204" pitchFamily="34" charset="0"/>
              </a:rPr>
              <a:t>Motor de búsqueda de Google</a:t>
            </a:r>
          </a:p>
          <a:p>
            <a:pPr lvl="1">
              <a:lnSpc>
                <a:spcPct val="120000"/>
              </a:lnSpc>
            </a:pPr>
            <a:endParaRPr lang="es-ES" b="0" i="0" dirty="0">
              <a:solidFill>
                <a:srgbClr val="222222"/>
              </a:solidFill>
              <a:effectLst/>
              <a:latin typeface="Abadi Extra Light" panose="020B0204020104020204" pitchFamily="34" charset="0"/>
            </a:endParaRPr>
          </a:p>
          <a:p>
            <a:pPr>
              <a:lnSpc>
                <a:spcPct val="120000"/>
              </a:lnSpc>
            </a:pPr>
            <a:endParaRPr lang="es-CL" dirty="0">
              <a:latin typeface="Abadi Extra Light" panose="020B0204020104020204" pitchFamily="34" charset="0"/>
            </a:endParaRPr>
          </a:p>
        </p:txBody>
      </p:sp>
      <p:pic>
        <p:nvPicPr>
          <p:cNvPr id="1028" name="Picture 4" descr="See the source image">
            <a:extLst>
              <a:ext uri="{FF2B5EF4-FFF2-40B4-BE49-F238E27FC236}">
                <a16:creationId xmlns:a16="http://schemas.microsoft.com/office/drawing/2014/main" id="{4D9E7B80-DECE-2B6C-FC79-5922E7953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1279" y="4314583"/>
            <a:ext cx="1683327" cy="1801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9230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BC9900-748E-A586-3A0C-EB8987645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168400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s-ES" b="1" i="0" dirty="0" err="1">
                <a:solidFill>
                  <a:srgbClr val="222222"/>
                </a:solidFill>
                <a:effectLst/>
                <a:latin typeface="Abadi Extra Light" panose="020B0204020104020204" pitchFamily="34" charset="0"/>
              </a:rPr>
              <a:t>Tensorflow</a:t>
            </a:r>
            <a:r>
              <a:rPr lang="es-ES" b="0" i="0" dirty="0">
                <a:solidFill>
                  <a:srgbClr val="222222"/>
                </a:solidFill>
                <a:effectLst/>
                <a:latin typeface="Abadi Extra Light" panose="020B0204020104020204" pitchFamily="34" charset="0"/>
              </a:rPr>
              <a:t> aparece para permitir que investigadores y desarrolladores trabajen juntos en un modelo de IA. Una vez desarrollado y escalado, permite a mucha gente usarlo.</a:t>
            </a:r>
          </a:p>
          <a:p>
            <a:pPr marL="0" indent="0" algn="l">
              <a:lnSpc>
                <a:spcPct val="120000"/>
              </a:lnSpc>
              <a:buNone/>
            </a:pPr>
            <a:endParaRPr lang="es-ES" b="0" i="0" dirty="0">
              <a:solidFill>
                <a:srgbClr val="222222"/>
              </a:solidFill>
              <a:effectLst/>
              <a:latin typeface="Abadi Extra Light" panose="020B0204020104020204" pitchFamily="34" charset="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s-ES" b="0" i="0" dirty="0">
                <a:solidFill>
                  <a:srgbClr val="222222"/>
                </a:solidFill>
                <a:effectLst/>
                <a:latin typeface="Abadi Extra Light" panose="020B0204020104020204" pitchFamily="34" charset="0"/>
              </a:rPr>
              <a:t>Se hizo público por primera vez a finales de 2015, mientras que la primera versión estable apareció en 2017. Es de código abierto bajo licencia Apache Open </a:t>
            </a:r>
            <a:r>
              <a:rPr lang="es-ES" b="0" i="0" dirty="0" err="1">
                <a:solidFill>
                  <a:srgbClr val="222222"/>
                </a:solidFill>
                <a:effectLst/>
                <a:latin typeface="Abadi Extra Light" panose="020B0204020104020204" pitchFamily="34" charset="0"/>
              </a:rPr>
              <a:t>Source</a:t>
            </a:r>
            <a:r>
              <a:rPr lang="es-ES" b="0" i="0" dirty="0">
                <a:solidFill>
                  <a:srgbClr val="222222"/>
                </a:solidFill>
                <a:effectLst/>
                <a:latin typeface="Abadi Extra Light" panose="020B0204020104020204" pitchFamily="34" charset="0"/>
              </a:rPr>
              <a:t>. Puedes usarlo, modificarlo y redistribuir la versión modificada por una tarifa sin pagar nada a Google.</a:t>
            </a:r>
          </a:p>
          <a:p>
            <a:endParaRPr lang="es-CL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537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D0CB63-A799-C282-1396-AC37130EE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sz="3600" dirty="0" err="1">
                <a:solidFill>
                  <a:srgbClr val="00B0F0"/>
                </a:solidFill>
                <a:latin typeface="Abadi Extra Light" panose="020B0204020104020204" pitchFamily="34" charset="0"/>
              </a:rPr>
              <a:t>Tensores</a:t>
            </a:r>
            <a:r>
              <a:rPr lang="en-US" sz="3600" dirty="0">
                <a:solidFill>
                  <a:srgbClr val="00B0F0"/>
                </a:solidFill>
                <a:latin typeface="Abadi Extra Light" panose="020B0204020104020204" pitchFamily="34" charset="0"/>
              </a:rPr>
              <a:t>?</a:t>
            </a:r>
            <a:endParaRPr lang="es-CL" sz="3600" dirty="0">
              <a:solidFill>
                <a:srgbClr val="00B0F0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13F3C7-F7BB-D848-5220-041478EBB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s-ES" b="0" i="0" dirty="0">
                <a:solidFill>
                  <a:srgbClr val="222222"/>
                </a:solidFill>
                <a:effectLst/>
                <a:latin typeface="Abadi Extra Light" panose="020B0204020104020204" pitchFamily="34" charset="0"/>
              </a:rPr>
              <a:t>El nombre de </a:t>
            </a:r>
            <a:r>
              <a:rPr lang="es-ES" b="0" i="0" dirty="0" err="1">
                <a:solidFill>
                  <a:srgbClr val="222222"/>
                </a:solidFill>
                <a:effectLst/>
                <a:latin typeface="Abadi Extra Light" panose="020B0204020104020204" pitchFamily="34" charset="0"/>
              </a:rPr>
              <a:t>Tensorflow</a:t>
            </a:r>
            <a:r>
              <a:rPr lang="es-ES" b="0" i="0" dirty="0">
                <a:solidFill>
                  <a:srgbClr val="222222"/>
                </a:solidFill>
                <a:effectLst/>
                <a:latin typeface="Abadi Extra Light" panose="020B0204020104020204" pitchFamily="34" charset="0"/>
              </a:rPr>
              <a:t> se deriva directamente de su marco principal:</a:t>
            </a:r>
            <a:r>
              <a:rPr lang="es-ES" b="1" i="0" dirty="0">
                <a:solidFill>
                  <a:srgbClr val="222222"/>
                </a:solidFill>
                <a:effectLst/>
                <a:latin typeface="Abadi Extra Light" panose="020B0204020104020204" pitchFamily="34" charset="0"/>
              </a:rPr>
              <a:t> Tensor</a:t>
            </a:r>
            <a:r>
              <a:rPr lang="es-ES" b="0" i="0" dirty="0">
                <a:solidFill>
                  <a:srgbClr val="222222"/>
                </a:solidFill>
                <a:effectLst/>
                <a:latin typeface="Abadi Extra Light" panose="020B0204020104020204" pitchFamily="34" charset="0"/>
              </a:rPr>
              <a:t>. </a:t>
            </a:r>
          </a:p>
          <a:p>
            <a:pPr algn="just">
              <a:lnSpc>
                <a:spcPct val="120000"/>
              </a:lnSpc>
            </a:pPr>
            <a:endParaRPr lang="es-ES" dirty="0">
              <a:solidFill>
                <a:srgbClr val="222222"/>
              </a:solidFill>
              <a:latin typeface="Abadi Extra Light" panose="020B0204020104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s-ES" b="0" i="0" dirty="0">
                <a:solidFill>
                  <a:srgbClr val="222222"/>
                </a:solidFill>
                <a:effectLst/>
                <a:latin typeface="Abadi Extra Light" panose="020B0204020104020204" pitchFamily="34" charset="0"/>
              </a:rPr>
              <a:t>Un tensor es un </a:t>
            </a:r>
            <a:r>
              <a:rPr lang="es-ES" b="1" i="0" dirty="0">
                <a:solidFill>
                  <a:srgbClr val="222222"/>
                </a:solidFill>
                <a:effectLst/>
                <a:latin typeface="Abadi Extra Light" panose="020B0204020104020204" pitchFamily="34" charset="0"/>
              </a:rPr>
              <a:t>vector</a:t>
            </a:r>
            <a:r>
              <a:rPr lang="es-ES" b="0" i="0" dirty="0">
                <a:solidFill>
                  <a:srgbClr val="222222"/>
                </a:solidFill>
                <a:effectLst/>
                <a:latin typeface="Abadi Extra Light" panose="020B0204020104020204" pitchFamily="34" charset="0"/>
              </a:rPr>
              <a:t> o </a:t>
            </a:r>
            <a:r>
              <a:rPr lang="es-ES" b="1" i="0" dirty="0">
                <a:solidFill>
                  <a:srgbClr val="222222"/>
                </a:solidFill>
                <a:effectLst/>
                <a:latin typeface="Abadi Extra Light" panose="020B0204020104020204" pitchFamily="34" charset="0"/>
              </a:rPr>
              <a:t>matriz</a:t>
            </a:r>
            <a:r>
              <a:rPr lang="es-ES" b="0" i="0" dirty="0">
                <a:solidFill>
                  <a:srgbClr val="222222"/>
                </a:solidFill>
                <a:effectLst/>
                <a:latin typeface="Abadi Extra Light" panose="020B0204020104020204" pitchFamily="34" charset="0"/>
              </a:rPr>
              <a:t> de n-dimensiones que representa todos los tipos de datos. Todos los valores de un tensor contienen un tipo de datos idéntico con una </a:t>
            </a:r>
            <a:r>
              <a:rPr lang="es-ES" b="1" i="0" dirty="0">
                <a:solidFill>
                  <a:srgbClr val="222222"/>
                </a:solidFill>
                <a:effectLst/>
                <a:latin typeface="Abadi Extra Light" panose="020B0204020104020204" pitchFamily="34" charset="0"/>
              </a:rPr>
              <a:t>forma</a:t>
            </a:r>
            <a:r>
              <a:rPr lang="es-ES" b="0" i="0" dirty="0">
                <a:solidFill>
                  <a:srgbClr val="222222"/>
                </a:solidFill>
                <a:effectLst/>
                <a:latin typeface="Abadi Extra Light" panose="020B0204020104020204" pitchFamily="34" charset="0"/>
              </a:rPr>
              <a:t> conocida (o parcialmente conocida). La forma de los datos es la dimensionalidad de la matriz o matriz.</a:t>
            </a:r>
          </a:p>
          <a:p>
            <a:pPr algn="just">
              <a:lnSpc>
                <a:spcPct val="120000"/>
              </a:lnSpc>
            </a:pPr>
            <a:r>
              <a:rPr lang="es-ES" b="0" i="0" dirty="0">
                <a:solidFill>
                  <a:srgbClr val="222222"/>
                </a:solidFill>
                <a:effectLst/>
                <a:latin typeface="Abadi Extra Light" panose="020B0204020104020204" pitchFamily="34" charset="0"/>
              </a:rPr>
              <a:t>Un tensor puede originarse a partir de los datos de entrada o del resultado de un cálculo. </a:t>
            </a:r>
          </a:p>
          <a:p>
            <a:pPr algn="just">
              <a:lnSpc>
                <a:spcPct val="120000"/>
              </a:lnSpc>
            </a:pPr>
            <a:r>
              <a:rPr lang="es-ES" b="0" i="0" dirty="0">
                <a:solidFill>
                  <a:srgbClr val="222222"/>
                </a:solidFill>
                <a:effectLst/>
                <a:latin typeface="Abadi Extra Light" panose="020B0204020104020204" pitchFamily="34" charset="0"/>
              </a:rPr>
              <a:t>En </a:t>
            </a:r>
            <a:r>
              <a:rPr lang="es-ES" b="0" i="0" dirty="0" err="1">
                <a:solidFill>
                  <a:srgbClr val="222222"/>
                </a:solidFill>
                <a:effectLst/>
                <a:latin typeface="Abadi Extra Light" panose="020B0204020104020204" pitchFamily="34" charset="0"/>
              </a:rPr>
              <a:t>TensorFlow</a:t>
            </a:r>
            <a:r>
              <a:rPr lang="es-ES" b="0" i="0" dirty="0">
                <a:solidFill>
                  <a:srgbClr val="222222"/>
                </a:solidFill>
                <a:effectLst/>
                <a:latin typeface="Abadi Extra Light" panose="020B0204020104020204" pitchFamily="34" charset="0"/>
              </a:rPr>
              <a:t>, todas las operaciones se llevan a cabo dentro de un </a:t>
            </a:r>
            <a:r>
              <a:rPr lang="es-ES" b="1" i="0" dirty="0">
                <a:solidFill>
                  <a:srgbClr val="222222"/>
                </a:solidFill>
                <a:effectLst/>
                <a:latin typeface="Abadi Extra Light" panose="020B0204020104020204" pitchFamily="34" charset="0"/>
              </a:rPr>
              <a:t>gráfico</a:t>
            </a:r>
            <a:r>
              <a:rPr lang="es-ES" b="0" i="0" dirty="0">
                <a:solidFill>
                  <a:srgbClr val="222222"/>
                </a:solidFill>
                <a:effectLst/>
                <a:latin typeface="Abadi Extra Light" panose="020B0204020104020204" pitchFamily="34" charset="0"/>
              </a:rPr>
              <a:t>. El gráfico es un conjunto de cálculo que tiene lugar sucesivamente. Cada operación se llama un </a:t>
            </a:r>
            <a:r>
              <a:rPr lang="es-ES" b="1" i="0" dirty="0">
                <a:solidFill>
                  <a:srgbClr val="222222"/>
                </a:solidFill>
                <a:effectLst/>
                <a:latin typeface="Abadi Extra Light" panose="020B0204020104020204" pitchFamily="34" charset="0"/>
              </a:rPr>
              <a:t>nodo </a:t>
            </a:r>
            <a:r>
              <a:rPr lang="es-ES" b="1" i="0" dirty="0" err="1">
                <a:solidFill>
                  <a:srgbClr val="222222"/>
                </a:solidFill>
                <a:effectLst/>
                <a:latin typeface="Abadi Extra Light" panose="020B0204020104020204" pitchFamily="34" charset="0"/>
              </a:rPr>
              <a:t>op</a:t>
            </a:r>
            <a:r>
              <a:rPr lang="es-ES" b="0" i="0" dirty="0">
                <a:solidFill>
                  <a:srgbClr val="222222"/>
                </a:solidFill>
                <a:effectLst/>
                <a:latin typeface="Abadi Extra Light" panose="020B0204020104020204" pitchFamily="34" charset="0"/>
              </a:rPr>
              <a:t> y están conectados entre sí.</a:t>
            </a:r>
          </a:p>
          <a:p>
            <a:pPr algn="just">
              <a:lnSpc>
                <a:spcPct val="120000"/>
              </a:lnSpc>
            </a:pPr>
            <a:r>
              <a:rPr lang="es-ES" b="0" i="0" dirty="0">
                <a:solidFill>
                  <a:srgbClr val="222222"/>
                </a:solidFill>
                <a:effectLst/>
                <a:latin typeface="Abadi Extra Light" panose="020B0204020104020204" pitchFamily="34" charset="0"/>
              </a:rPr>
              <a:t>El gráfico describe las operaciones y las conexiones entre los nodos. Sin embargo, no muestra los valores. El borde de los nodos es el tensor, es decir, una forma de llenar la operación con datos.</a:t>
            </a:r>
          </a:p>
          <a:p>
            <a:pPr algn="just">
              <a:lnSpc>
                <a:spcPct val="120000"/>
              </a:lnSpc>
            </a:pPr>
            <a:endParaRPr lang="es-CL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69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3C40445-2879-2063-DCFD-790B66E6F7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499" y="621293"/>
            <a:ext cx="11563677" cy="5065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125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05E44B-7B13-691A-D1BA-69FFE5F3A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sz="3600" dirty="0" err="1">
                <a:solidFill>
                  <a:srgbClr val="00B0F0"/>
                </a:solidFill>
                <a:latin typeface="Abadi Extra Light" panose="020B0204020104020204" pitchFamily="34" charset="0"/>
              </a:rPr>
              <a:t>Keras</a:t>
            </a:r>
            <a:r>
              <a:rPr lang="en-US" sz="3600" dirty="0">
                <a:solidFill>
                  <a:srgbClr val="00B0F0"/>
                </a:solidFill>
                <a:latin typeface="Abadi Extra Light" panose="020B0204020104020204" pitchFamily="34" charset="0"/>
              </a:rPr>
              <a:t> </a:t>
            </a:r>
            <a:r>
              <a:rPr lang="en-US" sz="3600" dirty="0" err="1">
                <a:solidFill>
                  <a:srgbClr val="00B0F0"/>
                </a:solidFill>
                <a:latin typeface="Abadi Extra Light" panose="020B0204020104020204" pitchFamily="34" charset="0"/>
              </a:rPr>
              <a:t>una</a:t>
            </a:r>
            <a:r>
              <a:rPr lang="en-US" sz="3600" dirty="0">
                <a:solidFill>
                  <a:srgbClr val="00B0F0"/>
                </a:solidFill>
                <a:latin typeface="Abadi Extra Light" panose="020B0204020104020204" pitchFamily="34" charset="0"/>
              </a:rPr>
              <a:t> </a:t>
            </a:r>
            <a:r>
              <a:rPr lang="en-US" sz="3600" dirty="0" err="1">
                <a:solidFill>
                  <a:srgbClr val="00B0F0"/>
                </a:solidFill>
                <a:latin typeface="Abadi Extra Light" panose="020B0204020104020204" pitchFamily="34" charset="0"/>
              </a:rPr>
              <a:t>bliblioteca</a:t>
            </a:r>
            <a:r>
              <a:rPr lang="en-US" sz="3600" dirty="0">
                <a:solidFill>
                  <a:srgbClr val="00B0F0"/>
                </a:solidFill>
                <a:latin typeface="Abadi Extra Light" panose="020B0204020104020204" pitchFamily="34" charset="0"/>
              </a:rPr>
              <a:t> para construer RNA’s</a:t>
            </a:r>
            <a:endParaRPr lang="es-CL" sz="3600" dirty="0">
              <a:solidFill>
                <a:srgbClr val="00B0F0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6D0994-8A5B-9809-9452-EE5E10AA1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s-ES" b="0" i="0" dirty="0" err="1">
                <a:solidFill>
                  <a:srgbClr val="3C3C3C"/>
                </a:solidFill>
                <a:effectLst/>
                <a:latin typeface="Abadi Extra Light" panose="020B0204020104020204" pitchFamily="34" charset="0"/>
              </a:rPr>
              <a:t>Keras</a:t>
            </a:r>
            <a:r>
              <a:rPr lang="es-ES" b="0" i="0" dirty="0">
                <a:solidFill>
                  <a:srgbClr val="3C3C3C"/>
                </a:solidFill>
                <a:effectLst/>
                <a:latin typeface="Abadi Extra Light" panose="020B0204020104020204" pitchFamily="34" charset="0"/>
              </a:rPr>
              <a:t> es una biblioteca de código abierto (con licencia MIT) escrita en Python, que se basa principalmente en el trabajo de François </a:t>
            </a:r>
            <a:r>
              <a:rPr lang="es-ES" b="0" i="0" dirty="0" err="1">
                <a:solidFill>
                  <a:srgbClr val="3C3C3C"/>
                </a:solidFill>
                <a:effectLst/>
                <a:latin typeface="Abadi Extra Light" panose="020B0204020104020204" pitchFamily="34" charset="0"/>
              </a:rPr>
              <a:t>Chollet</a:t>
            </a:r>
            <a:r>
              <a:rPr lang="es-ES" b="0" i="0" dirty="0">
                <a:solidFill>
                  <a:srgbClr val="3C3C3C"/>
                </a:solidFill>
                <a:effectLst/>
                <a:latin typeface="Abadi Extra Light" panose="020B0204020104020204" pitchFamily="34" charset="0"/>
              </a:rPr>
              <a:t>, un desarrollador de Google, en el marco del proyecto ONEIROS (Open-</a:t>
            </a:r>
            <a:r>
              <a:rPr lang="es-ES" b="0" i="0" dirty="0" err="1">
                <a:solidFill>
                  <a:srgbClr val="3C3C3C"/>
                </a:solidFill>
                <a:effectLst/>
                <a:latin typeface="Abadi Extra Light" panose="020B0204020104020204" pitchFamily="34" charset="0"/>
              </a:rPr>
              <a:t>ended</a:t>
            </a:r>
            <a:r>
              <a:rPr lang="es-ES" b="0" i="0" dirty="0">
                <a:solidFill>
                  <a:srgbClr val="3C3C3C"/>
                </a:solidFill>
                <a:effectLst/>
                <a:latin typeface="Abadi Extra Light" panose="020B0204020104020204" pitchFamily="34" charset="0"/>
              </a:rPr>
              <a:t> Neuro-Electronic </a:t>
            </a:r>
            <a:r>
              <a:rPr lang="es-ES" b="0" i="0" dirty="0" err="1">
                <a:solidFill>
                  <a:srgbClr val="3C3C3C"/>
                </a:solidFill>
                <a:effectLst/>
                <a:latin typeface="Abadi Extra Light" panose="020B0204020104020204" pitchFamily="34" charset="0"/>
              </a:rPr>
              <a:t>Intelligent</a:t>
            </a:r>
            <a:r>
              <a:rPr lang="es-ES" b="0" i="0" dirty="0">
                <a:solidFill>
                  <a:srgbClr val="3C3C3C"/>
                </a:solidFill>
                <a:effectLst/>
                <a:latin typeface="Abadi Extra Light" panose="020B0204020104020204" pitchFamily="34" charset="0"/>
              </a:rPr>
              <a:t> Robot </a:t>
            </a:r>
            <a:r>
              <a:rPr lang="es-ES" b="0" i="0" dirty="0" err="1">
                <a:solidFill>
                  <a:srgbClr val="3C3C3C"/>
                </a:solidFill>
                <a:effectLst/>
                <a:latin typeface="Abadi Extra Light" panose="020B0204020104020204" pitchFamily="34" charset="0"/>
              </a:rPr>
              <a:t>Operating</a:t>
            </a:r>
            <a:r>
              <a:rPr lang="es-ES" b="0" i="0" dirty="0">
                <a:solidFill>
                  <a:srgbClr val="3C3C3C"/>
                </a:solidFill>
                <a:effectLst/>
                <a:latin typeface="Abadi Extra Light" panose="020B0204020104020204" pitchFamily="34" charset="0"/>
              </a:rPr>
              <a:t> </a:t>
            </a:r>
            <a:r>
              <a:rPr lang="es-ES" b="0" i="0" dirty="0" err="1">
                <a:solidFill>
                  <a:srgbClr val="3C3C3C"/>
                </a:solidFill>
                <a:effectLst/>
                <a:latin typeface="Abadi Extra Light" panose="020B0204020104020204" pitchFamily="34" charset="0"/>
              </a:rPr>
              <a:t>System</a:t>
            </a:r>
            <a:r>
              <a:rPr lang="es-ES" b="0" i="0" dirty="0">
                <a:solidFill>
                  <a:srgbClr val="3C3C3C"/>
                </a:solidFill>
                <a:effectLst/>
                <a:latin typeface="Abadi Extra Light" panose="020B0204020104020204" pitchFamily="34" charset="0"/>
              </a:rPr>
              <a:t>).</a:t>
            </a:r>
          </a:p>
          <a:p>
            <a:pPr algn="just">
              <a:lnSpc>
                <a:spcPct val="120000"/>
              </a:lnSpc>
            </a:pPr>
            <a:endParaRPr lang="es-ES" dirty="0">
              <a:solidFill>
                <a:srgbClr val="3C3C3C"/>
              </a:solidFill>
              <a:latin typeface="Abadi Extra Light" panose="020B0204020104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s-ES" b="0" i="0" dirty="0">
                <a:solidFill>
                  <a:srgbClr val="3C3C3C"/>
                </a:solidFill>
                <a:effectLst/>
                <a:latin typeface="Abadi Extra Light" panose="020B0204020104020204" pitchFamily="34" charset="0"/>
              </a:rPr>
              <a:t> La primera versión de este software multiplataforma se lanzó el 28 de marzo de 2015. El objetivo de la biblioteca es acelerar la creación de redes neuronales: para ello, </a:t>
            </a:r>
            <a:r>
              <a:rPr lang="es-ES" b="0" i="0" dirty="0" err="1">
                <a:solidFill>
                  <a:srgbClr val="3C3C3C"/>
                </a:solidFill>
                <a:effectLst/>
                <a:latin typeface="Abadi Extra Light" panose="020B0204020104020204" pitchFamily="34" charset="0"/>
              </a:rPr>
              <a:t>Keras</a:t>
            </a:r>
            <a:r>
              <a:rPr lang="es-ES" b="0" i="0" dirty="0">
                <a:solidFill>
                  <a:srgbClr val="3C3C3C"/>
                </a:solidFill>
                <a:effectLst/>
                <a:latin typeface="Abadi Extra Light" panose="020B0204020104020204" pitchFamily="34" charset="0"/>
              </a:rPr>
              <a:t> no funciona como un </a:t>
            </a:r>
            <a:r>
              <a:rPr lang="es-ES" b="0" i="1" dirty="0" err="1">
                <a:solidFill>
                  <a:srgbClr val="3C3C3C"/>
                </a:solidFill>
                <a:effectLst/>
                <a:latin typeface="Abadi Extra Light" panose="020B0204020104020204" pitchFamily="34" charset="0"/>
              </a:rPr>
              <a:t>framework</a:t>
            </a:r>
            <a:r>
              <a:rPr lang="es-ES" b="0" i="0" dirty="0">
                <a:solidFill>
                  <a:srgbClr val="3C3C3C"/>
                </a:solidFill>
                <a:effectLst/>
                <a:latin typeface="Abadi Extra Light" panose="020B0204020104020204" pitchFamily="34" charset="0"/>
              </a:rPr>
              <a:t> independiente, sino como una </a:t>
            </a:r>
            <a:r>
              <a:rPr lang="es-ES" b="1" i="0" dirty="0">
                <a:solidFill>
                  <a:srgbClr val="3C3C3C"/>
                </a:solidFill>
                <a:effectLst/>
                <a:latin typeface="Abadi Extra Light" panose="020B0204020104020204" pitchFamily="34" charset="0"/>
              </a:rPr>
              <a:t>interfaz de uso intuitivo</a:t>
            </a:r>
            <a:r>
              <a:rPr lang="es-ES" b="0" i="0" dirty="0">
                <a:solidFill>
                  <a:srgbClr val="3C3C3C"/>
                </a:solidFill>
                <a:effectLst/>
                <a:latin typeface="Abadi Extra Light" panose="020B0204020104020204" pitchFamily="34" charset="0"/>
              </a:rPr>
              <a:t> (API) que permite acceder a varios </a:t>
            </a:r>
            <a:r>
              <a:rPr lang="es-ES" b="1" i="1" dirty="0" err="1">
                <a:solidFill>
                  <a:srgbClr val="3C3C3C"/>
                </a:solidFill>
                <a:effectLst/>
                <a:latin typeface="Abadi Extra Light" panose="020B0204020104020204" pitchFamily="34" charset="0"/>
              </a:rPr>
              <a:t>frameworks</a:t>
            </a:r>
            <a:r>
              <a:rPr lang="es-ES" b="1" i="0" dirty="0">
                <a:solidFill>
                  <a:srgbClr val="3C3C3C"/>
                </a:solidFill>
                <a:effectLst/>
                <a:latin typeface="Abadi Extra Light" panose="020B0204020104020204" pitchFamily="34" charset="0"/>
              </a:rPr>
              <a:t> de aprendizaje automático</a:t>
            </a:r>
            <a:r>
              <a:rPr lang="es-ES" b="0" i="0" dirty="0">
                <a:solidFill>
                  <a:srgbClr val="3C3C3C"/>
                </a:solidFill>
                <a:effectLst/>
                <a:latin typeface="Abadi Extra Light" panose="020B0204020104020204" pitchFamily="34" charset="0"/>
              </a:rPr>
              <a:t> y desarrollarlos. </a:t>
            </a:r>
          </a:p>
          <a:p>
            <a:pPr algn="just">
              <a:lnSpc>
                <a:spcPct val="120000"/>
              </a:lnSpc>
            </a:pPr>
            <a:endParaRPr lang="es-ES" b="0" i="0" dirty="0">
              <a:solidFill>
                <a:srgbClr val="3C3C3C"/>
              </a:solidFill>
              <a:effectLst/>
              <a:latin typeface="Abadi Extra Light" panose="020B0204020104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s-ES" b="0" i="0" dirty="0">
                <a:solidFill>
                  <a:srgbClr val="3C3C3C"/>
                </a:solidFill>
                <a:effectLst/>
                <a:latin typeface="Abadi Extra Light" panose="020B0204020104020204" pitchFamily="34" charset="0"/>
              </a:rPr>
              <a:t>Entre los </a:t>
            </a:r>
            <a:r>
              <a:rPr lang="es-ES" b="0" i="1" dirty="0" err="1">
                <a:solidFill>
                  <a:srgbClr val="3C3C3C"/>
                </a:solidFill>
                <a:effectLst/>
                <a:latin typeface="Abadi Extra Light" panose="020B0204020104020204" pitchFamily="34" charset="0"/>
              </a:rPr>
              <a:t>frameworks</a:t>
            </a:r>
            <a:r>
              <a:rPr lang="es-ES" b="0" i="0" dirty="0">
                <a:solidFill>
                  <a:srgbClr val="3C3C3C"/>
                </a:solidFill>
                <a:effectLst/>
                <a:latin typeface="Abadi Extra Light" panose="020B0204020104020204" pitchFamily="34" charset="0"/>
              </a:rPr>
              <a:t> compatibles con </a:t>
            </a:r>
            <a:r>
              <a:rPr lang="es-ES" b="0" i="0" dirty="0" err="1">
                <a:solidFill>
                  <a:srgbClr val="3C3C3C"/>
                </a:solidFill>
                <a:effectLst/>
                <a:latin typeface="Abadi Extra Light" panose="020B0204020104020204" pitchFamily="34" charset="0"/>
              </a:rPr>
              <a:t>Keras</a:t>
            </a:r>
            <a:r>
              <a:rPr lang="es-ES" b="0" i="0" dirty="0">
                <a:solidFill>
                  <a:srgbClr val="3C3C3C"/>
                </a:solidFill>
                <a:effectLst/>
                <a:latin typeface="Abadi Extra Light" panose="020B0204020104020204" pitchFamily="34" charset="0"/>
              </a:rPr>
              <a:t>, se incluyen </a:t>
            </a:r>
            <a:r>
              <a:rPr lang="es-ES" b="0" i="0" dirty="0" err="1">
                <a:solidFill>
                  <a:srgbClr val="3C3C3C"/>
                </a:solidFill>
                <a:effectLst/>
                <a:latin typeface="Abadi Extra Light" panose="020B0204020104020204" pitchFamily="34" charset="0"/>
              </a:rPr>
              <a:t>Theano</a:t>
            </a:r>
            <a:r>
              <a:rPr lang="es-ES" b="0" i="0" dirty="0">
                <a:solidFill>
                  <a:srgbClr val="3C3C3C"/>
                </a:solidFill>
                <a:effectLst/>
                <a:latin typeface="Abadi Extra Light" panose="020B0204020104020204" pitchFamily="34" charset="0"/>
              </a:rPr>
              <a:t>, Microsoft Cognitive </a:t>
            </a:r>
            <a:r>
              <a:rPr lang="es-ES" b="0" i="0" dirty="0" err="1">
                <a:solidFill>
                  <a:srgbClr val="3C3C3C"/>
                </a:solidFill>
                <a:effectLst/>
                <a:latin typeface="Abadi Extra Light" panose="020B0204020104020204" pitchFamily="34" charset="0"/>
              </a:rPr>
              <a:t>Toolkit</a:t>
            </a:r>
            <a:r>
              <a:rPr lang="es-ES" b="0" i="0" dirty="0">
                <a:solidFill>
                  <a:srgbClr val="3C3C3C"/>
                </a:solidFill>
                <a:effectLst/>
                <a:latin typeface="Abadi Extra Light" panose="020B0204020104020204" pitchFamily="34" charset="0"/>
              </a:rPr>
              <a:t> (anteriormente CNTK) y </a:t>
            </a:r>
            <a:r>
              <a:rPr lang="es-ES" b="0" i="0" dirty="0" err="1">
                <a:solidFill>
                  <a:srgbClr val="3C3C3C"/>
                </a:solidFill>
                <a:effectLst/>
                <a:latin typeface="Abadi Extra Light" panose="020B0204020104020204" pitchFamily="34" charset="0"/>
              </a:rPr>
              <a:t>TensorFlow</a:t>
            </a:r>
            <a:r>
              <a:rPr lang="es-ES" b="0" i="0" dirty="0">
                <a:solidFill>
                  <a:srgbClr val="3C3C3C"/>
                </a:solidFill>
                <a:effectLst/>
                <a:latin typeface="Abadi Extra Light" panose="020B0204020104020204" pitchFamily="34" charset="0"/>
              </a:rPr>
              <a:t>.</a:t>
            </a:r>
            <a:endParaRPr lang="es-CL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404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02335183-E413-796D-4139-361DD98DD695}"/>
              </a:ext>
            </a:extLst>
          </p:cNvPr>
          <p:cNvSpPr/>
          <p:nvPr/>
        </p:nvSpPr>
        <p:spPr>
          <a:xfrm>
            <a:off x="2229853" y="1395663"/>
            <a:ext cx="513347" cy="497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1372C91F-4E92-3345-3975-9C9ADA2D7ED1}"/>
              </a:ext>
            </a:extLst>
          </p:cNvPr>
          <p:cNvSpPr/>
          <p:nvPr/>
        </p:nvSpPr>
        <p:spPr>
          <a:xfrm>
            <a:off x="2229852" y="2939714"/>
            <a:ext cx="513347" cy="497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2D704221-5D25-8CC6-9B7E-DB2995600C99}"/>
              </a:ext>
            </a:extLst>
          </p:cNvPr>
          <p:cNvSpPr/>
          <p:nvPr/>
        </p:nvSpPr>
        <p:spPr>
          <a:xfrm>
            <a:off x="3978443" y="577516"/>
            <a:ext cx="513347" cy="497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F153AAC-93CA-3EBF-5D6F-32EE97AE47FF}"/>
              </a:ext>
            </a:extLst>
          </p:cNvPr>
          <p:cNvSpPr/>
          <p:nvPr/>
        </p:nvSpPr>
        <p:spPr>
          <a:xfrm>
            <a:off x="3978443" y="1740568"/>
            <a:ext cx="513347" cy="497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CFD96126-40BE-70D2-5F38-B1C596B34226}"/>
              </a:ext>
            </a:extLst>
          </p:cNvPr>
          <p:cNvSpPr/>
          <p:nvPr/>
        </p:nvSpPr>
        <p:spPr>
          <a:xfrm>
            <a:off x="3978442" y="2871535"/>
            <a:ext cx="513347" cy="497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1914AD17-D84D-8325-76BD-E3A33F75DD5B}"/>
              </a:ext>
            </a:extLst>
          </p:cNvPr>
          <p:cNvSpPr/>
          <p:nvPr/>
        </p:nvSpPr>
        <p:spPr>
          <a:xfrm>
            <a:off x="4034590" y="4034587"/>
            <a:ext cx="513347" cy="497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55C57715-1687-34FF-F2BD-59B151239338}"/>
              </a:ext>
            </a:extLst>
          </p:cNvPr>
          <p:cNvSpPr/>
          <p:nvPr/>
        </p:nvSpPr>
        <p:spPr>
          <a:xfrm>
            <a:off x="6200274" y="2149642"/>
            <a:ext cx="513347" cy="497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C526BF13-3C75-4F21-B305-F725C8DEC490}"/>
              </a:ext>
            </a:extLst>
          </p:cNvPr>
          <p:cNvCxnSpPr/>
          <p:nvPr/>
        </p:nvCxnSpPr>
        <p:spPr>
          <a:xfrm>
            <a:off x="545432" y="1644315"/>
            <a:ext cx="15881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276269FA-06F6-362F-CEB9-ABBF2DACAD53}"/>
              </a:ext>
            </a:extLst>
          </p:cNvPr>
          <p:cNvCxnSpPr/>
          <p:nvPr/>
        </p:nvCxnSpPr>
        <p:spPr>
          <a:xfrm>
            <a:off x="545432" y="3188366"/>
            <a:ext cx="15881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898B6C37-1B75-183E-92C8-C724EF73EB5E}"/>
              </a:ext>
            </a:extLst>
          </p:cNvPr>
          <p:cNvCxnSpPr>
            <a:cxnSpLocks/>
          </p:cNvCxnSpPr>
          <p:nvPr/>
        </p:nvCxnSpPr>
        <p:spPr>
          <a:xfrm flipV="1">
            <a:off x="2743199" y="882316"/>
            <a:ext cx="1235243" cy="6898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FA5863C2-6085-8AB6-6F82-715BFA24A080}"/>
              </a:ext>
            </a:extLst>
          </p:cNvPr>
          <p:cNvCxnSpPr>
            <a:cxnSpLocks/>
            <a:stCxn id="5" idx="6"/>
            <a:endCxn id="6" idx="3"/>
          </p:cNvCxnSpPr>
          <p:nvPr/>
        </p:nvCxnSpPr>
        <p:spPr>
          <a:xfrm flipV="1">
            <a:off x="2743199" y="1001992"/>
            <a:ext cx="1310422" cy="2186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2F980FC6-5A8C-AB52-F557-E4296C944E1F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>
            <a:off x="2743200" y="1644316"/>
            <a:ext cx="1235243" cy="3449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D79BF4FB-1A54-5CFF-5017-182A0AF2624D}"/>
              </a:ext>
            </a:extLst>
          </p:cNvPr>
          <p:cNvCxnSpPr>
            <a:cxnSpLocks/>
            <a:stCxn id="4" idx="6"/>
            <a:endCxn id="8" idx="2"/>
          </p:cNvCxnSpPr>
          <p:nvPr/>
        </p:nvCxnSpPr>
        <p:spPr>
          <a:xfrm>
            <a:off x="2743200" y="1644316"/>
            <a:ext cx="1235242" cy="1475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701BDBFD-93AA-A33E-1602-3841CDB80A34}"/>
              </a:ext>
            </a:extLst>
          </p:cNvPr>
          <p:cNvCxnSpPr>
            <a:cxnSpLocks/>
            <a:stCxn id="4" idx="6"/>
            <a:endCxn id="9" idx="2"/>
          </p:cNvCxnSpPr>
          <p:nvPr/>
        </p:nvCxnSpPr>
        <p:spPr>
          <a:xfrm>
            <a:off x="2743200" y="1644316"/>
            <a:ext cx="1291390" cy="2638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42717228-D4BB-01CA-06FD-286F24117A20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 flipV="1">
            <a:off x="2743199" y="1989221"/>
            <a:ext cx="1235244" cy="11991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0A1A4477-29CC-ADF6-A194-44324901B864}"/>
              </a:ext>
            </a:extLst>
          </p:cNvPr>
          <p:cNvCxnSpPr>
            <a:cxnSpLocks/>
          </p:cNvCxnSpPr>
          <p:nvPr/>
        </p:nvCxnSpPr>
        <p:spPr>
          <a:xfrm>
            <a:off x="2752714" y="3260557"/>
            <a:ext cx="1225727" cy="982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69CFCA8B-BFE1-371C-6D0D-5C733AEC0C64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4491790" y="826169"/>
            <a:ext cx="1633304" cy="1411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64AA6ACC-6F80-9561-1C97-10001570F304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4491790" y="1989221"/>
            <a:ext cx="1633304" cy="364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F662394B-79EF-A873-9B11-702CDE831E55}"/>
              </a:ext>
            </a:extLst>
          </p:cNvPr>
          <p:cNvCxnSpPr>
            <a:cxnSpLocks/>
            <a:stCxn id="5" idx="6"/>
            <a:endCxn id="8" idx="3"/>
          </p:cNvCxnSpPr>
          <p:nvPr/>
        </p:nvCxnSpPr>
        <p:spPr>
          <a:xfrm>
            <a:off x="2743199" y="3188367"/>
            <a:ext cx="1310421" cy="107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70278BD4-EEE9-080C-9F2D-7996DAAF8077}"/>
              </a:ext>
            </a:extLst>
          </p:cNvPr>
          <p:cNvCxnSpPr>
            <a:cxnSpLocks/>
            <a:stCxn id="8" idx="6"/>
          </p:cNvCxnSpPr>
          <p:nvPr/>
        </p:nvCxnSpPr>
        <p:spPr>
          <a:xfrm flipV="1">
            <a:off x="4491789" y="2504573"/>
            <a:ext cx="1604211" cy="615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F7485BC7-0F66-EE2D-AB00-34825B8A3163}"/>
              </a:ext>
            </a:extLst>
          </p:cNvPr>
          <p:cNvCxnSpPr>
            <a:cxnSpLocks/>
          </p:cNvCxnSpPr>
          <p:nvPr/>
        </p:nvCxnSpPr>
        <p:spPr>
          <a:xfrm flipV="1">
            <a:off x="4547937" y="2646947"/>
            <a:ext cx="1652336" cy="1451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0710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37405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2223</TotalTime>
  <Words>438</Words>
  <Application>Microsoft Office PowerPoint</Application>
  <PresentationFormat>Panorámica</PresentationFormat>
  <Paragraphs>26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Abadi Extra Light</vt:lpstr>
      <vt:lpstr>Arial</vt:lpstr>
      <vt:lpstr>Calibri</vt:lpstr>
      <vt:lpstr>Calibri Light</vt:lpstr>
      <vt:lpstr>Tema de Office</vt:lpstr>
      <vt:lpstr>Presentación de PowerPoint</vt:lpstr>
      <vt:lpstr>Presentación de PowerPoint</vt:lpstr>
      <vt:lpstr>Tensorflow</vt:lpstr>
      <vt:lpstr>Presentación de PowerPoint</vt:lpstr>
      <vt:lpstr>Tensores?</vt:lpstr>
      <vt:lpstr>Presentación de PowerPoint</vt:lpstr>
      <vt:lpstr>Keras una bliblioteca para construer RNA’s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Andres Ulloa Quezada</dc:creator>
  <cp:lastModifiedBy>Sebastian Andres Ulloa Quezada</cp:lastModifiedBy>
  <cp:revision>9</cp:revision>
  <dcterms:created xsi:type="dcterms:W3CDTF">2021-08-23T21:44:44Z</dcterms:created>
  <dcterms:modified xsi:type="dcterms:W3CDTF">2022-06-11T22:49:12Z</dcterms:modified>
</cp:coreProperties>
</file>